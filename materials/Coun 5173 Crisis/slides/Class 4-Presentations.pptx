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sldIdLst>
    <p:sldId id="256" r:id="rId2"/>
    <p:sldId id="261" r:id="rId3"/>
    <p:sldId id="257" r:id="rId4"/>
    <p:sldId id="258" r:id="rId5"/>
    <p:sldId id="259" r:id="rId6"/>
    <p:sldId id="260" r:id="rId7"/>
    <p:sldId id="263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54AAD1-EE00-747C-FFC0-1480844B31E4}" v="384" dt="2026-03-05T23:58:04.0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sther McCartney" userId="S::esther.mccartney@northwestu.edu::003ee287-b963-4216-80c2-e989f2d52a36" providerId="AD" clId="Web-{2054AAD1-EE00-747C-FFC0-1480844B31E4}"/>
    <pc:docChg chg="mod addSld modSld sldOrd addMainMaster delMainMaster">
      <pc:chgData name="Esther McCartney" userId="S::esther.mccartney@northwestu.edu::003ee287-b963-4216-80c2-e989f2d52a36" providerId="AD" clId="Web-{2054AAD1-EE00-747C-FFC0-1480844B31E4}" dt="2026-03-05T23:58:04.089" v="391" actId="20577"/>
      <pc:docMkLst>
        <pc:docMk/>
      </pc:docMkLst>
      <pc:sldChg chg="modSp mod modClrScheme chgLayout">
        <pc:chgData name="Esther McCartney" userId="S::esther.mccartney@northwestu.edu::003ee287-b963-4216-80c2-e989f2d52a36" providerId="AD" clId="Web-{2054AAD1-EE00-747C-FFC0-1480844B31E4}" dt="2026-03-05T23:25:28.551" v="16"/>
        <pc:sldMkLst>
          <pc:docMk/>
          <pc:sldMk cId="109857222" sldId="256"/>
        </pc:sldMkLst>
        <pc:spChg chg="mod ord">
          <ac:chgData name="Esther McCartney" userId="S::esther.mccartney@northwestu.edu::003ee287-b963-4216-80c2-e989f2d52a36" providerId="AD" clId="Web-{2054AAD1-EE00-747C-FFC0-1480844B31E4}" dt="2026-03-05T23:25:28.551" v="16"/>
          <ac:spMkLst>
            <pc:docMk/>
            <pc:sldMk cId="109857222" sldId="256"/>
            <ac:spMk id="2" creationId="{00000000-0000-0000-0000-000000000000}"/>
          </ac:spMkLst>
        </pc:spChg>
        <pc:spChg chg="mod ord">
          <ac:chgData name="Esther McCartney" userId="S::esther.mccartney@northwestu.edu::003ee287-b963-4216-80c2-e989f2d52a36" providerId="AD" clId="Web-{2054AAD1-EE00-747C-FFC0-1480844B31E4}" dt="2026-03-05T23:25:28.551" v="16"/>
          <ac:spMkLst>
            <pc:docMk/>
            <pc:sldMk cId="109857222" sldId="256"/>
            <ac:spMk id="3" creationId="{00000000-0000-0000-0000-000000000000}"/>
          </ac:spMkLst>
        </pc:spChg>
      </pc:sldChg>
      <pc:sldChg chg="addSp delSp modSp new mod modClrScheme chgLayout">
        <pc:chgData name="Esther McCartney" userId="S::esther.mccartney@northwestu.edu::003ee287-b963-4216-80c2-e989f2d52a36" providerId="AD" clId="Web-{2054AAD1-EE00-747C-FFC0-1480844B31E4}" dt="2026-03-05T23:26:30.085" v="33" actId="20577"/>
        <pc:sldMkLst>
          <pc:docMk/>
          <pc:sldMk cId="2656166897" sldId="257"/>
        </pc:sldMkLst>
        <pc:spChg chg="mod ord">
          <ac:chgData name="Esther McCartney" userId="S::esther.mccartney@northwestu.edu::003ee287-b963-4216-80c2-e989f2d52a36" providerId="AD" clId="Web-{2054AAD1-EE00-747C-FFC0-1480844B31E4}" dt="2026-03-05T23:25:34.833" v="21" actId="20577"/>
          <ac:spMkLst>
            <pc:docMk/>
            <pc:sldMk cId="2656166897" sldId="257"/>
            <ac:spMk id="2" creationId="{7207F861-BAFA-FAFF-D7D9-5567AF379E4A}"/>
          </ac:spMkLst>
        </pc:spChg>
        <pc:spChg chg="mod ord">
          <ac:chgData name="Esther McCartney" userId="S::esther.mccartney@northwestu.edu::003ee287-b963-4216-80c2-e989f2d52a36" providerId="AD" clId="Web-{2054AAD1-EE00-747C-FFC0-1480844B31E4}" dt="2026-03-05T23:26:30.085" v="33" actId="20577"/>
          <ac:spMkLst>
            <pc:docMk/>
            <pc:sldMk cId="2656166897" sldId="257"/>
            <ac:spMk id="3" creationId="{29B32AEC-2F76-A1ED-A92A-379B45B10C12}"/>
          </ac:spMkLst>
        </pc:spChg>
        <pc:spChg chg="add del mod">
          <ac:chgData name="Esther McCartney" userId="S::esther.mccartney@northwestu.edu::003ee287-b963-4216-80c2-e989f2d52a36" providerId="AD" clId="Web-{2054AAD1-EE00-747C-FFC0-1480844B31E4}" dt="2026-03-05T23:26:24.084" v="31"/>
          <ac:spMkLst>
            <pc:docMk/>
            <pc:sldMk cId="2656166897" sldId="257"/>
            <ac:spMk id="4" creationId="{AB9940C3-BD0B-CA65-3A52-343382F1675E}"/>
          </ac:spMkLst>
        </pc:spChg>
      </pc:sldChg>
      <pc:sldChg chg="addSp modSp new mod modClrScheme chgLayout">
        <pc:chgData name="Esther McCartney" userId="S::esther.mccartney@northwestu.edu::003ee287-b963-4216-80c2-e989f2d52a36" providerId="AD" clId="Web-{2054AAD1-EE00-747C-FFC0-1480844B31E4}" dt="2026-03-05T23:54:42.951" v="253" actId="20577"/>
        <pc:sldMkLst>
          <pc:docMk/>
          <pc:sldMk cId="113896553" sldId="258"/>
        </pc:sldMkLst>
        <pc:spChg chg="mod ord">
          <ac:chgData name="Esther McCartney" userId="S::esther.mccartney@northwestu.edu::003ee287-b963-4216-80c2-e989f2d52a36" providerId="AD" clId="Web-{2054AAD1-EE00-747C-FFC0-1480844B31E4}" dt="2026-03-05T23:27:28.946" v="39"/>
          <ac:spMkLst>
            <pc:docMk/>
            <pc:sldMk cId="113896553" sldId="258"/>
            <ac:spMk id="2" creationId="{8C4649D1-0C02-3F25-9D5F-2326686FACA5}"/>
          </ac:spMkLst>
        </pc:spChg>
        <pc:spChg chg="mod ord">
          <ac:chgData name="Esther McCartney" userId="S::esther.mccartney@northwestu.edu::003ee287-b963-4216-80c2-e989f2d52a36" providerId="AD" clId="Web-{2054AAD1-EE00-747C-FFC0-1480844B31E4}" dt="2026-03-05T23:54:42.951" v="253" actId="20577"/>
          <ac:spMkLst>
            <pc:docMk/>
            <pc:sldMk cId="113896553" sldId="258"/>
            <ac:spMk id="3" creationId="{55F3339A-5B1A-03AE-DD69-649699F35DED}"/>
          </ac:spMkLst>
        </pc:spChg>
        <pc:spChg chg="add mod ord">
          <ac:chgData name="Esther McCartney" userId="S::esther.mccartney@northwestu.edu::003ee287-b963-4216-80c2-e989f2d52a36" providerId="AD" clId="Web-{2054AAD1-EE00-747C-FFC0-1480844B31E4}" dt="2026-03-05T23:43:39.778" v="173" actId="20577"/>
          <ac:spMkLst>
            <pc:docMk/>
            <pc:sldMk cId="113896553" sldId="258"/>
            <ac:spMk id="4" creationId="{28F286C9-B340-F7AB-4BF9-D67EA8EB8C9D}"/>
          </ac:spMkLst>
        </pc:spChg>
      </pc:sldChg>
      <pc:sldChg chg="addSp delSp modSp new mod setBg modClrScheme chgLayout">
        <pc:chgData name="Esther McCartney" userId="S::esther.mccartney@northwestu.edu::003ee287-b963-4216-80c2-e989f2d52a36" providerId="AD" clId="Web-{2054AAD1-EE00-747C-FFC0-1480844B31E4}" dt="2026-03-05T23:53:27.164" v="214" actId="20577"/>
        <pc:sldMkLst>
          <pc:docMk/>
          <pc:sldMk cId="384792487" sldId="259"/>
        </pc:sldMkLst>
        <pc:spChg chg="mod ord">
          <ac:chgData name="Esther McCartney" userId="S::esther.mccartney@northwestu.edu::003ee287-b963-4216-80c2-e989f2d52a36" providerId="AD" clId="Web-{2054AAD1-EE00-747C-FFC0-1480844B31E4}" dt="2026-03-05T23:33:55.547" v="170"/>
          <ac:spMkLst>
            <pc:docMk/>
            <pc:sldMk cId="384792487" sldId="259"/>
            <ac:spMk id="2" creationId="{983115D6-D9D4-CF92-1F14-5D0D6F2EBF6C}"/>
          </ac:spMkLst>
        </pc:spChg>
        <pc:spChg chg="mod ord">
          <ac:chgData name="Esther McCartney" userId="S::esther.mccartney@northwestu.edu::003ee287-b963-4216-80c2-e989f2d52a36" providerId="AD" clId="Web-{2054AAD1-EE00-747C-FFC0-1480844B31E4}" dt="2026-03-05T23:53:27.164" v="214" actId="20577"/>
          <ac:spMkLst>
            <pc:docMk/>
            <pc:sldMk cId="384792487" sldId="259"/>
            <ac:spMk id="3" creationId="{4BF696CC-327D-CC5D-1259-151E20E6126F}"/>
          </ac:spMkLst>
        </pc:spChg>
        <pc:spChg chg="del">
          <ac:chgData name="Esther McCartney" userId="S::esther.mccartney@northwestu.edu::003ee287-b963-4216-80c2-e989f2d52a36" providerId="AD" clId="Web-{2054AAD1-EE00-747C-FFC0-1480844B31E4}" dt="2026-03-05T23:32:39.327" v="57"/>
          <ac:spMkLst>
            <pc:docMk/>
            <pc:sldMk cId="384792487" sldId="259"/>
            <ac:spMk id="4" creationId="{C556534C-BE44-034D-11B0-C2CF3DDAA0B3}"/>
          </ac:spMkLst>
        </pc:spChg>
        <pc:spChg chg="add">
          <ac:chgData name="Esther McCartney" userId="S::esther.mccartney@northwestu.edu::003ee287-b963-4216-80c2-e989f2d52a36" providerId="AD" clId="Web-{2054AAD1-EE00-747C-FFC0-1480844B31E4}" dt="2026-03-05T23:33:55.547" v="170"/>
          <ac:spMkLst>
            <pc:docMk/>
            <pc:sldMk cId="384792487" sldId="259"/>
            <ac:spMk id="8" creationId="{B219AE65-9B94-44EA-BEF3-EF4BFA169C81}"/>
          </ac:spMkLst>
        </pc:spChg>
        <pc:spChg chg="add">
          <ac:chgData name="Esther McCartney" userId="S::esther.mccartney@northwestu.edu::003ee287-b963-4216-80c2-e989f2d52a36" providerId="AD" clId="Web-{2054AAD1-EE00-747C-FFC0-1480844B31E4}" dt="2026-03-05T23:33:55.547" v="170"/>
          <ac:spMkLst>
            <pc:docMk/>
            <pc:sldMk cId="384792487" sldId="259"/>
            <ac:spMk id="10" creationId="{F0C81A57-9CD5-461B-8FFE-4A8CB6CFBE01}"/>
          </ac:spMkLst>
        </pc:spChg>
        <pc:grpChg chg="add">
          <ac:chgData name="Esther McCartney" userId="S::esther.mccartney@northwestu.edu::003ee287-b963-4216-80c2-e989f2d52a36" providerId="AD" clId="Web-{2054AAD1-EE00-747C-FFC0-1480844B31E4}" dt="2026-03-05T23:33:55.547" v="170"/>
          <ac:grpSpMkLst>
            <pc:docMk/>
            <pc:sldMk cId="384792487" sldId="259"/>
            <ac:grpSpMk id="12" creationId="{3086C462-37F4-494D-8292-CCB95221CC1A}"/>
          </ac:grpSpMkLst>
        </pc:grpChg>
        <pc:cxnChg chg="add">
          <ac:chgData name="Esther McCartney" userId="S::esther.mccartney@northwestu.edu::003ee287-b963-4216-80c2-e989f2d52a36" providerId="AD" clId="Web-{2054AAD1-EE00-747C-FFC0-1480844B31E4}" dt="2026-03-05T23:33:55.547" v="170"/>
          <ac:cxnSpMkLst>
            <pc:docMk/>
            <pc:sldMk cId="384792487" sldId="259"/>
            <ac:cxnSpMk id="16" creationId="{AD23B2CD-009B-425A-9616-1E1AD1D5AB46}"/>
          </ac:cxnSpMkLst>
        </pc:cxnChg>
      </pc:sldChg>
      <pc:sldChg chg="modSp new">
        <pc:chgData name="Esther McCartney" userId="S::esther.mccartney@northwestu.edu::003ee287-b963-4216-80c2-e989f2d52a36" providerId="AD" clId="Web-{2054AAD1-EE00-747C-FFC0-1480844B31E4}" dt="2026-03-05T23:45:44.937" v="186" actId="20577"/>
        <pc:sldMkLst>
          <pc:docMk/>
          <pc:sldMk cId="1359430901" sldId="260"/>
        </pc:sldMkLst>
        <pc:spChg chg="mod">
          <ac:chgData name="Esther McCartney" userId="S::esther.mccartney@northwestu.edu::003ee287-b963-4216-80c2-e989f2d52a36" providerId="AD" clId="Web-{2054AAD1-EE00-747C-FFC0-1480844B31E4}" dt="2026-03-05T23:43:46.575" v="175" actId="20577"/>
          <ac:spMkLst>
            <pc:docMk/>
            <pc:sldMk cId="1359430901" sldId="260"/>
            <ac:spMk id="2" creationId="{047D7CC4-B8B5-A69F-A5D8-04229C12EF4A}"/>
          </ac:spMkLst>
        </pc:spChg>
        <pc:spChg chg="mod">
          <ac:chgData name="Esther McCartney" userId="S::esther.mccartney@northwestu.edu::003ee287-b963-4216-80c2-e989f2d52a36" providerId="AD" clId="Web-{2054AAD1-EE00-747C-FFC0-1480844B31E4}" dt="2026-03-05T23:45:44.937" v="186" actId="20577"/>
          <ac:spMkLst>
            <pc:docMk/>
            <pc:sldMk cId="1359430901" sldId="260"/>
            <ac:spMk id="3" creationId="{2393F0B9-CD0A-D259-1729-D68824F57B3C}"/>
          </ac:spMkLst>
        </pc:spChg>
      </pc:sldChg>
      <pc:sldChg chg="modSp new ord">
        <pc:chgData name="Esther McCartney" userId="S::esther.mccartney@northwestu.edu::003ee287-b963-4216-80c2-e989f2d52a36" providerId="AD" clId="Web-{2054AAD1-EE00-747C-FFC0-1480844B31E4}" dt="2026-03-05T23:55:59.895" v="262"/>
        <pc:sldMkLst>
          <pc:docMk/>
          <pc:sldMk cId="2041591211" sldId="261"/>
        </pc:sldMkLst>
        <pc:spChg chg="mod">
          <ac:chgData name="Esther McCartney" userId="S::esther.mccartney@northwestu.edu::003ee287-b963-4216-80c2-e989f2d52a36" providerId="AD" clId="Web-{2054AAD1-EE00-747C-FFC0-1480844B31E4}" dt="2026-03-05T23:55:47.347" v="258" actId="20577"/>
          <ac:spMkLst>
            <pc:docMk/>
            <pc:sldMk cId="2041591211" sldId="261"/>
            <ac:spMk id="2" creationId="{FE8A2A1D-4740-4ABF-A5F8-2B67491F9F42}"/>
          </ac:spMkLst>
        </pc:spChg>
        <pc:spChg chg="mod">
          <ac:chgData name="Esther McCartney" userId="S::esther.mccartney@northwestu.edu::003ee287-b963-4216-80c2-e989f2d52a36" providerId="AD" clId="Web-{2054AAD1-EE00-747C-FFC0-1480844B31E4}" dt="2026-03-05T23:55:53.613" v="261" actId="20577"/>
          <ac:spMkLst>
            <pc:docMk/>
            <pc:sldMk cId="2041591211" sldId="261"/>
            <ac:spMk id="3" creationId="{C311981C-F38E-3784-4D43-C4E7CC3B0306}"/>
          </ac:spMkLst>
        </pc:spChg>
      </pc:sldChg>
      <pc:sldChg chg="modSp new">
        <pc:chgData name="Esther McCartney" userId="S::esther.mccartney@northwestu.edu::003ee287-b963-4216-80c2-e989f2d52a36" providerId="AD" clId="Web-{2054AAD1-EE00-747C-FFC0-1480844B31E4}" dt="2026-03-05T23:57:53.417" v="380" actId="20577"/>
        <pc:sldMkLst>
          <pc:docMk/>
          <pc:sldMk cId="3803490189" sldId="262"/>
        </pc:sldMkLst>
        <pc:spChg chg="mod">
          <ac:chgData name="Esther McCartney" userId="S::esther.mccartney@northwestu.edu::003ee287-b963-4216-80c2-e989f2d52a36" providerId="AD" clId="Web-{2054AAD1-EE00-747C-FFC0-1480844B31E4}" dt="2026-03-05T23:56:10.817" v="266" actId="20577"/>
          <ac:spMkLst>
            <pc:docMk/>
            <pc:sldMk cId="3803490189" sldId="262"/>
            <ac:spMk id="2" creationId="{1F9FA7F2-532E-0594-8221-FD37CDE0820B}"/>
          </ac:spMkLst>
        </pc:spChg>
        <pc:spChg chg="mod">
          <ac:chgData name="Esther McCartney" userId="S::esther.mccartney@northwestu.edu::003ee287-b963-4216-80c2-e989f2d52a36" providerId="AD" clId="Web-{2054AAD1-EE00-747C-FFC0-1480844B31E4}" dt="2026-03-05T23:57:53.417" v="380" actId="20577"/>
          <ac:spMkLst>
            <pc:docMk/>
            <pc:sldMk cId="3803490189" sldId="262"/>
            <ac:spMk id="3" creationId="{C2BEEC12-59C4-DC5B-9B1F-056616FC2C18}"/>
          </ac:spMkLst>
        </pc:spChg>
      </pc:sldChg>
      <pc:sldChg chg="modSp new mod modClrScheme chgLayout">
        <pc:chgData name="Esther McCartney" userId="S::esther.mccartney@northwestu.edu::003ee287-b963-4216-80c2-e989f2d52a36" providerId="AD" clId="Web-{2054AAD1-EE00-747C-FFC0-1480844B31E4}" dt="2026-03-05T23:58:04.089" v="391" actId="20577"/>
        <pc:sldMkLst>
          <pc:docMk/>
          <pc:sldMk cId="2680448166" sldId="263"/>
        </pc:sldMkLst>
        <pc:spChg chg="mod ord">
          <ac:chgData name="Esther McCartney" userId="S::esther.mccartney@northwestu.edu::003ee287-b963-4216-80c2-e989f2d52a36" providerId="AD" clId="Web-{2054AAD1-EE00-747C-FFC0-1480844B31E4}" dt="2026-03-05T23:58:04.089" v="391" actId="20577"/>
          <ac:spMkLst>
            <pc:docMk/>
            <pc:sldMk cId="2680448166" sldId="263"/>
            <ac:spMk id="2" creationId="{C54AB1E7-E4E4-0C31-DDC4-D58A0FD83D69}"/>
          </ac:spMkLst>
        </pc:spChg>
        <pc:spChg chg="mod ord">
          <ac:chgData name="Esther McCartney" userId="S::esther.mccartney@northwestu.edu::003ee287-b963-4216-80c2-e989f2d52a36" providerId="AD" clId="Web-{2054AAD1-EE00-747C-FFC0-1480844B31E4}" dt="2026-03-05T23:57:59.136" v="382"/>
          <ac:spMkLst>
            <pc:docMk/>
            <pc:sldMk cId="2680448166" sldId="263"/>
            <ac:spMk id="3" creationId="{7DAE5038-48A8-591B-D187-1561ABCDBE99}"/>
          </ac:spMkLst>
        </pc:spChg>
      </pc:sldChg>
      <pc:sldMasterChg chg="del delSldLayout">
        <pc:chgData name="Esther McCartney" userId="S::esther.mccartney@northwestu.edu::003ee287-b963-4216-80c2-e989f2d52a36" providerId="AD" clId="Web-{2054AAD1-EE00-747C-FFC0-1480844B31E4}" dt="2026-03-05T23:25:22.160" v="15"/>
        <pc:sldMasterMkLst>
          <pc:docMk/>
          <pc:sldMasterMk cId="2460954070" sldId="2147483660"/>
        </pc:sldMasterMkLst>
        <pc:sldLayoutChg chg="del">
          <pc:chgData name="Esther McCartney" userId="S::esther.mccartney@northwestu.edu::003ee287-b963-4216-80c2-e989f2d52a36" providerId="AD" clId="Web-{2054AAD1-EE00-747C-FFC0-1480844B31E4}" dt="2026-03-05T23:25:22.160" v="15"/>
          <pc:sldLayoutMkLst>
            <pc:docMk/>
            <pc:sldMasterMk cId="2460954070" sldId="2147483660"/>
            <pc:sldLayoutMk cId="2385387890" sldId="2147483661"/>
          </pc:sldLayoutMkLst>
        </pc:sldLayoutChg>
        <pc:sldLayoutChg chg="del">
          <pc:chgData name="Esther McCartney" userId="S::esther.mccartney@northwestu.edu::003ee287-b963-4216-80c2-e989f2d52a36" providerId="AD" clId="Web-{2054AAD1-EE00-747C-FFC0-1480844B31E4}" dt="2026-03-05T23:25:22.160" v="15"/>
          <pc:sldLayoutMkLst>
            <pc:docMk/>
            <pc:sldMasterMk cId="2460954070" sldId="2147483660"/>
            <pc:sldLayoutMk cId="949138452" sldId="2147483662"/>
          </pc:sldLayoutMkLst>
        </pc:sldLayoutChg>
        <pc:sldLayoutChg chg="del">
          <pc:chgData name="Esther McCartney" userId="S::esther.mccartney@northwestu.edu::003ee287-b963-4216-80c2-e989f2d52a36" providerId="AD" clId="Web-{2054AAD1-EE00-747C-FFC0-1480844B31E4}" dt="2026-03-05T23:25:22.160" v="15"/>
          <pc:sldLayoutMkLst>
            <pc:docMk/>
            <pc:sldMasterMk cId="2460954070" sldId="2147483660"/>
            <pc:sldLayoutMk cId="2591524520" sldId="2147483663"/>
          </pc:sldLayoutMkLst>
        </pc:sldLayoutChg>
        <pc:sldLayoutChg chg="del">
          <pc:chgData name="Esther McCartney" userId="S::esther.mccartney@northwestu.edu::003ee287-b963-4216-80c2-e989f2d52a36" providerId="AD" clId="Web-{2054AAD1-EE00-747C-FFC0-1480844B31E4}" dt="2026-03-05T23:25:22.160" v="15"/>
          <pc:sldLayoutMkLst>
            <pc:docMk/>
            <pc:sldMasterMk cId="2460954070" sldId="2147483660"/>
            <pc:sldLayoutMk cId="1203092039" sldId="2147483664"/>
          </pc:sldLayoutMkLst>
        </pc:sldLayoutChg>
        <pc:sldLayoutChg chg="del">
          <pc:chgData name="Esther McCartney" userId="S::esther.mccartney@northwestu.edu::003ee287-b963-4216-80c2-e989f2d52a36" providerId="AD" clId="Web-{2054AAD1-EE00-747C-FFC0-1480844B31E4}" dt="2026-03-05T23:25:22.160" v="15"/>
          <pc:sldLayoutMkLst>
            <pc:docMk/>
            <pc:sldMasterMk cId="2460954070" sldId="2147483660"/>
            <pc:sldLayoutMk cId="3733172339" sldId="2147483665"/>
          </pc:sldLayoutMkLst>
        </pc:sldLayoutChg>
        <pc:sldLayoutChg chg="del">
          <pc:chgData name="Esther McCartney" userId="S::esther.mccartney@northwestu.edu::003ee287-b963-4216-80c2-e989f2d52a36" providerId="AD" clId="Web-{2054AAD1-EE00-747C-FFC0-1480844B31E4}" dt="2026-03-05T23:25:22.160" v="15"/>
          <pc:sldLayoutMkLst>
            <pc:docMk/>
            <pc:sldMasterMk cId="2460954070" sldId="2147483660"/>
            <pc:sldLayoutMk cId="3210312558" sldId="2147483666"/>
          </pc:sldLayoutMkLst>
        </pc:sldLayoutChg>
        <pc:sldLayoutChg chg="del">
          <pc:chgData name="Esther McCartney" userId="S::esther.mccartney@northwestu.edu::003ee287-b963-4216-80c2-e989f2d52a36" providerId="AD" clId="Web-{2054AAD1-EE00-747C-FFC0-1480844B31E4}" dt="2026-03-05T23:25:22.160" v="15"/>
          <pc:sldLayoutMkLst>
            <pc:docMk/>
            <pc:sldMasterMk cId="2460954070" sldId="2147483660"/>
            <pc:sldLayoutMk cId="3146388984" sldId="2147483667"/>
          </pc:sldLayoutMkLst>
        </pc:sldLayoutChg>
        <pc:sldLayoutChg chg="del">
          <pc:chgData name="Esther McCartney" userId="S::esther.mccartney@northwestu.edu::003ee287-b963-4216-80c2-e989f2d52a36" providerId="AD" clId="Web-{2054AAD1-EE00-747C-FFC0-1480844B31E4}" dt="2026-03-05T23:25:22.160" v="15"/>
          <pc:sldLayoutMkLst>
            <pc:docMk/>
            <pc:sldMasterMk cId="2460954070" sldId="2147483660"/>
            <pc:sldLayoutMk cId="3171841454" sldId="2147483668"/>
          </pc:sldLayoutMkLst>
        </pc:sldLayoutChg>
        <pc:sldLayoutChg chg="del">
          <pc:chgData name="Esther McCartney" userId="S::esther.mccartney@northwestu.edu::003ee287-b963-4216-80c2-e989f2d52a36" providerId="AD" clId="Web-{2054AAD1-EE00-747C-FFC0-1480844B31E4}" dt="2026-03-05T23:25:22.160" v="15"/>
          <pc:sldLayoutMkLst>
            <pc:docMk/>
            <pc:sldMasterMk cId="2460954070" sldId="2147483660"/>
            <pc:sldLayoutMk cId="1718958274" sldId="2147483669"/>
          </pc:sldLayoutMkLst>
        </pc:sldLayoutChg>
        <pc:sldLayoutChg chg="del">
          <pc:chgData name="Esther McCartney" userId="S::esther.mccartney@northwestu.edu::003ee287-b963-4216-80c2-e989f2d52a36" providerId="AD" clId="Web-{2054AAD1-EE00-747C-FFC0-1480844B31E4}" dt="2026-03-05T23:25:22.160" v="15"/>
          <pc:sldLayoutMkLst>
            <pc:docMk/>
            <pc:sldMasterMk cId="2460954070" sldId="2147483660"/>
            <pc:sldLayoutMk cId="2202905451" sldId="2147483670"/>
          </pc:sldLayoutMkLst>
        </pc:sldLayoutChg>
        <pc:sldLayoutChg chg="del">
          <pc:chgData name="Esther McCartney" userId="S::esther.mccartney@northwestu.edu::003ee287-b963-4216-80c2-e989f2d52a36" providerId="AD" clId="Web-{2054AAD1-EE00-747C-FFC0-1480844B31E4}" dt="2026-03-05T23:25:22.160" v="15"/>
          <pc:sldLayoutMkLst>
            <pc:docMk/>
            <pc:sldMasterMk cId="2460954070" sldId="2147483660"/>
            <pc:sldLayoutMk cId="3479445657" sldId="2147483671"/>
          </pc:sldLayoutMkLst>
        </pc:sldLayoutChg>
      </pc:sldMasterChg>
      <pc:sldMasterChg chg="add del addSldLayout delSldLayout modSldLayout">
        <pc:chgData name="Esther McCartney" userId="S::esther.mccartney@northwestu.edu::003ee287-b963-4216-80c2-e989f2d52a36" providerId="AD" clId="Web-{2054AAD1-EE00-747C-FFC0-1480844B31E4}" dt="2026-03-05T23:25:28.551" v="16"/>
        <pc:sldMasterMkLst>
          <pc:docMk/>
          <pc:sldMasterMk cId="1497541276" sldId="2147483672"/>
        </pc:sldMasterMkLst>
        <pc:sldLayoutChg chg="add del mod replId">
          <pc:chgData name="Esther McCartney" userId="S::esther.mccartney@northwestu.edu::003ee287-b963-4216-80c2-e989f2d52a36" providerId="AD" clId="Web-{2054AAD1-EE00-747C-FFC0-1480844B31E4}" dt="2026-03-05T23:25:28.551" v="16"/>
          <pc:sldLayoutMkLst>
            <pc:docMk/>
            <pc:sldMasterMk cId="1497541276" sldId="2147483672"/>
            <pc:sldLayoutMk cId="2231138818" sldId="2147483673"/>
          </pc:sldLayoutMkLst>
        </pc:sldLayoutChg>
        <pc:sldLayoutChg chg="add del mod replId">
          <pc:chgData name="Esther McCartney" userId="S::esther.mccartney@northwestu.edu::003ee287-b963-4216-80c2-e989f2d52a36" providerId="AD" clId="Web-{2054AAD1-EE00-747C-FFC0-1480844B31E4}" dt="2026-03-05T23:25:28.551" v="16"/>
          <pc:sldLayoutMkLst>
            <pc:docMk/>
            <pc:sldMasterMk cId="1497541276" sldId="2147483672"/>
            <pc:sldLayoutMk cId="3530020858" sldId="2147483674"/>
          </pc:sldLayoutMkLst>
        </pc:sldLayoutChg>
        <pc:sldLayoutChg chg="add del mod replId">
          <pc:chgData name="Esther McCartney" userId="S::esther.mccartney@northwestu.edu::003ee287-b963-4216-80c2-e989f2d52a36" providerId="AD" clId="Web-{2054AAD1-EE00-747C-FFC0-1480844B31E4}" dt="2026-03-05T23:25:28.551" v="16"/>
          <pc:sldLayoutMkLst>
            <pc:docMk/>
            <pc:sldMasterMk cId="1497541276" sldId="2147483672"/>
            <pc:sldLayoutMk cId="4278899269" sldId="2147483675"/>
          </pc:sldLayoutMkLst>
        </pc:sldLayoutChg>
        <pc:sldLayoutChg chg="add del mod replId">
          <pc:chgData name="Esther McCartney" userId="S::esther.mccartney@northwestu.edu::003ee287-b963-4216-80c2-e989f2d52a36" providerId="AD" clId="Web-{2054AAD1-EE00-747C-FFC0-1480844B31E4}" dt="2026-03-05T23:25:28.551" v="16"/>
          <pc:sldLayoutMkLst>
            <pc:docMk/>
            <pc:sldMasterMk cId="1497541276" sldId="2147483672"/>
            <pc:sldLayoutMk cId="245198465" sldId="2147483676"/>
          </pc:sldLayoutMkLst>
        </pc:sldLayoutChg>
        <pc:sldLayoutChg chg="add del mod replId">
          <pc:chgData name="Esther McCartney" userId="S::esther.mccartney@northwestu.edu::003ee287-b963-4216-80c2-e989f2d52a36" providerId="AD" clId="Web-{2054AAD1-EE00-747C-FFC0-1480844B31E4}" dt="2026-03-05T23:25:28.551" v="16"/>
          <pc:sldLayoutMkLst>
            <pc:docMk/>
            <pc:sldMasterMk cId="1497541276" sldId="2147483672"/>
            <pc:sldLayoutMk cId="1728024447" sldId="2147483677"/>
          </pc:sldLayoutMkLst>
        </pc:sldLayoutChg>
        <pc:sldLayoutChg chg="add del mod replId">
          <pc:chgData name="Esther McCartney" userId="S::esther.mccartney@northwestu.edu::003ee287-b963-4216-80c2-e989f2d52a36" providerId="AD" clId="Web-{2054AAD1-EE00-747C-FFC0-1480844B31E4}" dt="2026-03-05T23:25:28.551" v="16"/>
          <pc:sldLayoutMkLst>
            <pc:docMk/>
            <pc:sldMasterMk cId="1497541276" sldId="2147483672"/>
            <pc:sldLayoutMk cId="975800022" sldId="2147483678"/>
          </pc:sldLayoutMkLst>
        </pc:sldLayoutChg>
        <pc:sldLayoutChg chg="add del mod replId">
          <pc:chgData name="Esther McCartney" userId="S::esther.mccartney@northwestu.edu::003ee287-b963-4216-80c2-e989f2d52a36" providerId="AD" clId="Web-{2054AAD1-EE00-747C-FFC0-1480844B31E4}" dt="2026-03-05T23:25:28.551" v="16"/>
          <pc:sldLayoutMkLst>
            <pc:docMk/>
            <pc:sldMasterMk cId="1497541276" sldId="2147483672"/>
            <pc:sldLayoutMk cId="4108915775" sldId="2147483679"/>
          </pc:sldLayoutMkLst>
        </pc:sldLayoutChg>
        <pc:sldLayoutChg chg="add del mod replId">
          <pc:chgData name="Esther McCartney" userId="S::esther.mccartney@northwestu.edu::003ee287-b963-4216-80c2-e989f2d52a36" providerId="AD" clId="Web-{2054AAD1-EE00-747C-FFC0-1480844B31E4}" dt="2026-03-05T23:25:28.551" v="16"/>
          <pc:sldLayoutMkLst>
            <pc:docMk/>
            <pc:sldMasterMk cId="1497541276" sldId="2147483672"/>
            <pc:sldLayoutMk cId="2918435062" sldId="2147483680"/>
          </pc:sldLayoutMkLst>
        </pc:sldLayoutChg>
        <pc:sldLayoutChg chg="add del mod replId">
          <pc:chgData name="Esther McCartney" userId="S::esther.mccartney@northwestu.edu::003ee287-b963-4216-80c2-e989f2d52a36" providerId="AD" clId="Web-{2054AAD1-EE00-747C-FFC0-1480844B31E4}" dt="2026-03-05T23:25:28.551" v="16"/>
          <pc:sldLayoutMkLst>
            <pc:docMk/>
            <pc:sldMasterMk cId="1497541276" sldId="2147483672"/>
            <pc:sldLayoutMk cId="3070130682" sldId="2147483681"/>
          </pc:sldLayoutMkLst>
        </pc:sldLayoutChg>
        <pc:sldLayoutChg chg="add del mod replId">
          <pc:chgData name="Esther McCartney" userId="S::esther.mccartney@northwestu.edu::003ee287-b963-4216-80c2-e989f2d52a36" providerId="AD" clId="Web-{2054AAD1-EE00-747C-FFC0-1480844B31E4}" dt="2026-03-05T23:25:28.551" v="16"/>
          <pc:sldLayoutMkLst>
            <pc:docMk/>
            <pc:sldMasterMk cId="1497541276" sldId="2147483672"/>
            <pc:sldLayoutMk cId="464818975" sldId="2147483682"/>
          </pc:sldLayoutMkLst>
        </pc:sldLayoutChg>
        <pc:sldLayoutChg chg="add del mod replId">
          <pc:chgData name="Esther McCartney" userId="S::esther.mccartney@northwestu.edu::003ee287-b963-4216-80c2-e989f2d52a36" providerId="AD" clId="Web-{2054AAD1-EE00-747C-FFC0-1480844B31E4}" dt="2026-03-05T23:25:28.551" v="16"/>
          <pc:sldLayoutMkLst>
            <pc:docMk/>
            <pc:sldMasterMk cId="1497541276" sldId="2147483672"/>
            <pc:sldLayoutMk cId="3178832328" sldId="2147483683"/>
          </pc:sldLayoutMkLst>
        </pc:sldLayoutChg>
        <pc:sldLayoutChg chg="add del mod replId">
          <pc:chgData name="Esther McCartney" userId="S::esther.mccartney@northwestu.edu::003ee287-b963-4216-80c2-e989f2d52a36" providerId="AD" clId="Web-{2054AAD1-EE00-747C-FFC0-1480844B31E4}" dt="2026-03-05T23:25:28.551" v="16"/>
          <pc:sldLayoutMkLst>
            <pc:docMk/>
            <pc:sldMasterMk cId="1497541276" sldId="2147483672"/>
            <pc:sldLayoutMk cId="3655653490" sldId="2147483684"/>
          </pc:sldLayoutMkLst>
        </pc:sldLayoutChg>
        <pc:sldLayoutChg chg="add del mod replId">
          <pc:chgData name="Esther McCartney" userId="S::esther.mccartney@northwestu.edu::003ee287-b963-4216-80c2-e989f2d52a36" providerId="AD" clId="Web-{2054AAD1-EE00-747C-FFC0-1480844B31E4}" dt="2026-03-05T23:25:28.551" v="16"/>
          <pc:sldLayoutMkLst>
            <pc:docMk/>
            <pc:sldMasterMk cId="1497541276" sldId="2147483672"/>
            <pc:sldLayoutMk cId="3637277903" sldId="2147483685"/>
          </pc:sldLayoutMkLst>
        </pc:sldLayoutChg>
        <pc:sldLayoutChg chg="add del mod replId">
          <pc:chgData name="Esther McCartney" userId="S::esther.mccartney@northwestu.edu::003ee287-b963-4216-80c2-e989f2d52a36" providerId="AD" clId="Web-{2054AAD1-EE00-747C-FFC0-1480844B31E4}" dt="2026-03-05T23:25:28.551" v="16"/>
          <pc:sldLayoutMkLst>
            <pc:docMk/>
            <pc:sldMasterMk cId="1497541276" sldId="2147483672"/>
            <pc:sldLayoutMk cId="2920794469" sldId="2147483686"/>
          </pc:sldLayoutMkLst>
        </pc:sldLayoutChg>
        <pc:sldLayoutChg chg="add del mod replId">
          <pc:chgData name="Esther McCartney" userId="S::esther.mccartney@northwestu.edu::003ee287-b963-4216-80c2-e989f2d52a36" providerId="AD" clId="Web-{2054AAD1-EE00-747C-FFC0-1480844B31E4}" dt="2026-03-05T23:25:28.551" v="16"/>
          <pc:sldLayoutMkLst>
            <pc:docMk/>
            <pc:sldMasterMk cId="1497541276" sldId="2147483672"/>
            <pc:sldLayoutMk cId="252122445" sldId="2147483687"/>
          </pc:sldLayoutMkLst>
        </pc:sldLayoutChg>
        <pc:sldLayoutChg chg="add del mod replId">
          <pc:chgData name="Esther McCartney" userId="S::esther.mccartney@northwestu.edu::003ee287-b963-4216-80c2-e989f2d52a36" providerId="AD" clId="Web-{2054AAD1-EE00-747C-FFC0-1480844B31E4}" dt="2026-03-05T23:25:28.551" v="16"/>
          <pc:sldLayoutMkLst>
            <pc:docMk/>
            <pc:sldMasterMk cId="1497541276" sldId="2147483672"/>
            <pc:sldLayoutMk cId="1876154727" sldId="2147483688"/>
          </pc:sldLayoutMkLst>
        </pc:sldLayoutChg>
        <pc:sldLayoutChg chg="add del mod replId">
          <pc:chgData name="Esther McCartney" userId="S::esther.mccartney@northwestu.edu::003ee287-b963-4216-80c2-e989f2d52a36" providerId="AD" clId="Web-{2054AAD1-EE00-747C-FFC0-1480844B31E4}" dt="2026-03-05T23:25:28.551" v="16"/>
          <pc:sldLayoutMkLst>
            <pc:docMk/>
            <pc:sldMasterMk cId="1497541276" sldId="2147483672"/>
            <pc:sldLayoutMk cId="4247483831" sldId="2147483689"/>
          </pc:sldLayoutMkLst>
        </pc:sldLayoutChg>
      </pc:sldMasterChg>
      <pc:sldMasterChg chg="add addSldLayout modSldLayout">
        <pc:chgData name="Esther McCartney" userId="S::esther.mccartney@northwestu.edu::003ee287-b963-4216-80c2-e989f2d52a36" providerId="AD" clId="Web-{2054AAD1-EE00-747C-FFC0-1480844B31E4}" dt="2026-03-05T23:25:28.551" v="16"/>
        <pc:sldMasterMkLst>
          <pc:docMk/>
          <pc:sldMasterMk cId="3988271777" sldId="2147483690"/>
        </pc:sldMasterMkLst>
        <pc:sldLayoutChg chg="add mod replId">
          <pc:chgData name="Esther McCartney" userId="S::esther.mccartney@northwestu.edu::003ee287-b963-4216-80c2-e989f2d52a36" providerId="AD" clId="Web-{2054AAD1-EE00-747C-FFC0-1480844B31E4}" dt="2026-03-05T23:25:28.551" v="16"/>
          <pc:sldLayoutMkLst>
            <pc:docMk/>
            <pc:sldMasterMk cId="3988271777" sldId="2147483690"/>
            <pc:sldLayoutMk cId="57718541" sldId="2147483691"/>
          </pc:sldLayoutMkLst>
        </pc:sldLayoutChg>
        <pc:sldLayoutChg chg="add mod replId">
          <pc:chgData name="Esther McCartney" userId="S::esther.mccartney@northwestu.edu::003ee287-b963-4216-80c2-e989f2d52a36" providerId="AD" clId="Web-{2054AAD1-EE00-747C-FFC0-1480844B31E4}" dt="2026-03-05T23:25:28.551" v="16"/>
          <pc:sldLayoutMkLst>
            <pc:docMk/>
            <pc:sldMasterMk cId="3988271777" sldId="2147483690"/>
            <pc:sldLayoutMk cId="3567918735" sldId="2147483692"/>
          </pc:sldLayoutMkLst>
        </pc:sldLayoutChg>
        <pc:sldLayoutChg chg="add mod replId">
          <pc:chgData name="Esther McCartney" userId="S::esther.mccartney@northwestu.edu::003ee287-b963-4216-80c2-e989f2d52a36" providerId="AD" clId="Web-{2054AAD1-EE00-747C-FFC0-1480844B31E4}" dt="2026-03-05T23:25:28.551" v="16"/>
          <pc:sldLayoutMkLst>
            <pc:docMk/>
            <pc:sldMasterMk cId="3988271777" sldId="2147483690"/>
            <pc:sldLayoutMk cId="2439093943" sldId="2147483693"/>
          </pc:sldLayoutMkLst>
        </pc:sldLayoutChg>
        <pc:sldLayoutChg chg="add mod replId">
          <pc:chgData name="Esther McCartney" userId="S::esther.mccartney@northwestu.edu::003ee287-b963-4216-80c2-e989f2d52a36" providerId="AD" clId="Web-{2054AAD1-EE00-747C-FFC0-1480844B31E4}" dt="2026-03-05T23:25:28.551" v="16"/>
          <pc:sldLayoutMkLst>
            <pc:docMk/>
            <pc:sldMasterMk cId="3988271777" sldId="2147483690"/>
            <pc:sldLayoutMk cId="3188565362" sldId="2147483694"/>
          </pc:sldLayoutMkLst>
        </pc:sldLayoutChg>
        <pc:sldLayoutChg chg="add mod replId">
          <pc:chgData name="Esther McCartney" userId="S::esther.mccartney@northwestu.edu::003ee287-b963-4216-80c2-e989f2d52a36" providerId="AD" clId="Web-{2054AAD1-EE00-747C-FFC0-1480844B31E4}" dt="2026-03-05T23:25:28.551" v="16"/>
          <pc:sldLayoutMkLst>
            <pc:docMk/>
            <pc:sldMasterMk cId="3988271777" sldId="2147483690"/>
            <pc:sldLayoutMk cId="2585432400" sldId="2147483695"/>
          </pc:sldLayoutMkLst>
        </pc:sldLayoutChg>
        <pc:sldLayoutChg chg="add mod replId">
          <pc:chgData name="Esther McCartney" userId="S::esther.mccartney@northwestu.edu::003ee287-b963-4216-80c2-e989f2d52a36" providerId="AD" clId="Web-{2054AAD1-EE00-747C-FFC0-1480844B31E4}" dt="2026-03-05T23:25:28.551" v="16"/>
          <pc:sldLayoutMkLst>
            <pc:docMk/>
            <pc:sldMasterMk cId="3988271777" sldId="2147483690"/>
            <pc:sldLayoutMk cId="1776392527" sldId="2147483696"/>
          </pc:sldLayoutMkLst>
        </pc:sldLayoutChg>
        <pc:sldLayoutChg chg="add mod replId">
          <pc:chgData name="Esther McCartney" userId="S::esther.mccartney@northwestu.edu::003ee287-b963-4216-80c2-e989f2d52a36" providerId="AD" clId="Web-{2054AAD1-EE00-747C-FFC0-1480844B31E4}" dt="2026-03-05T23:25:28.551" v="16"/>
          <pc:sldLayoutMkLst>
            <pc:docMk/>
            <pc:sldMasterMk cId="3988271777" sldId="2147483690"/>
            <pc:sldLayoutMk cId="2236958209" sldId="2147483697"/>
          </pc:sldLayoutMkLst>
        </pc:sldLayoutChg>
        <pc:sldLayoutChg chg="add mod replId">
          <pc:chgData name="Esther McCartney" userId="S::esther.mccartney@northwestu.edu::003ee287-b963-4216-80c2-e989f2d52a36" providerId="AD" clId="Web-{2054AAD1-EE00-747C-FFC0-1480844B31E4}" dt="2026-03-05T23:25:28.551" v="16"/>
          <pc:sldLayoutMkLst>
            <pc:docMk/>
            <pc:sldMasterMk cId="3988271777" sldId="2147483690"/>
            <pc:sldLayoutMk cId="790578638" sldId="2147483698"/>
          </pc:sldLayoutMkLst>
        </pc:sldLayoutChg>
        <pc:sldLayoutChg chg="add mod replId">
          <pc:chgData name="Esther McCartney" userId="S::esther.mccartney@northwestu.edu::003ee287-b963-4216-80c2-e989f2d52a36" providerId="AD" clId="Web-{2054AAD1-EE00-747C-FFC0-1480844B31E4}" dt="2026-03-05T23:25:28.551" v="16"/>
          <pc:sldLayoutMkLst>
            <pc:docMk/>
            <pc:sldMasterMk cId="3988271777" sldId="2147483690"/>
            <pc:sldLayoutMk cId="2029657543" sldId="2147483699"/>
          </pc:sldLayoutMkLst>
        </pc:sldLayoutChg>
        <pc:sldLayoutChg chg="add mod replId">
          <pc:chgData name="Esther McCartney" userId="S::esther.mccartney@northwestu.edu::003ee287-b963-4216-80c2-e989f2d52a36" providerId="AD" clId="Web-{2054AAD1-EE00-747C-FFC0-1480844B31E4}" dt="2026-03-05T23:25:28.551" v="16"/>
          <pc:sldLayoutMkLst>
            <pc:docMk/>
            <pc:sldMasterMk cId="3988271777" sldId="2147483690"/>
            <pc:sldLayoutMk cId="1022057658" sldId="2147483700"/>
          </pc:sldLayoutMkLst>
        </pc:sldLayoutChg>
        <pc:sldLayoutChg chg="add mod replId">
          <pc:chgData name="Esther McCartney" userId="S::esther.mccartney@northwestu.edu::003ee287-b963-4216-80c2-e989f2d52a36" providerId="AD" clId="Web-{2054AAD1-EE00-747C-FFC0-1480844B31E4}" dt="2026-03-05T23:25:28.551" v="16"/>
          <pc:sldLayoutMkLst>
            <pc:docMk/>
            <pc:sldMasterMk cId="3988271777" sldId="2147483690"/>
            <pc:sldLayoutMk cId="338632743" sldId="2147483701"/>
          </pc:sldLayoutMkLst>
        </pc:sldLayoutChg>
        <pc:sldLayoutChg chg="add mod replId">
          <pc:chgData name="Esther McCartney" userId="S::esther.mccartney@northwestu.edu::003ee287-b963-4216-80c2-e989f2d52a36" providerId="AD" clId="Web-{2054AAD1-EE00-747C-FFC0-1480844B31E4}" dt="2026-03-05T23:25:28.551" v="16"/>
          <pc:sldLayoutMkLst>
            <pc:docMk/>
            <pc:sldMasterMk cId="3988271777" sldId="2147483690"/>
            <pc:sldLayoutMk cId="2328892350" sldId="2147483702"/>
          </pc:sldLayoutMkLst>
        </pc:sldLayoutChg>
        <pc:sldLayoutChg chg="add mod replId">
          <pc:chgData name="Esther McCartney" userId="S::esther.mccartney@northwestu.edu::003ee287-b963-4216-80c2-e989f2d52a36" providerId="AD" clId="Web-{2054AAD1-EE00-747C-FFC0-1480844B31E4}" dt="2026-03-05T23:25:28.551" v="16"/>
          <pc:sldLayoutMkLst>
            <pc:docMk/>
            <pc:sldMasterMk cId="3988271777" sldId="2147483690"/>
            <pc:sldLayoutMk cId="1961983957" sldId="2147483703"/>
          </pc:sldLayoutMkLst>
        </pc:sldLayoutChg>
        <pc:sldLayoutChg chg="add mod replId">
          <pc:chgData name="Esther McCartney" userId="S::esther.mccartney@northwestu.edu::003ee287-b963-4216-80c2-e989f2d52a36" providerId="AD" clId="Web-{2054AAD1-EE00-747C-FFC0-1480844B31E4}" dt="2026-03-05T23:25:28.551" v="16"/>
          <pc:sldLayoutMkLst>
            <pc:docMk/>
            <pc:sldMasterMk cId="3988271777" sldId="2147483690"/>
            <pc:sldLayoutMk cId="2868339690" sldId="2147483704"/>
          </pc:sldLayoutMkLst>
        </pc:sldLayoutChg>
        <pc:sldLayoutChg chg="add mod replId">
          <pc:chgData name="Esther McCartney" userId="S::esther.mccartney@northwestu.edu::003ee287-b963-4216-80c2-e989f2d52a36" providerId="AD" clId="Web-{2054AAD1-EE00-747C-FFC0-1480844B31E4}" dt="2026-03-05T23:25:28.551" v="16"/>
          <pc:sldLayoutMkLst>
            <pc:docMk/>
            <pc:sldMasterMk cId="3988271777" sldId="2147483690"/>
            <pc:sldLayoutMk cId="1132947054" sldId="2147483705"/>
          </pc:sldLayoutMkLst>
        </pc:sldLayoutChg>
        <pc:sldLayoutChg chg="add mod replId">
          <pc:chgData name="Esther McCartney" userId="S::esther.mccartney@northwestu.edu::003ee287-b963-4216-80c2-e989f2d52a36" providerId="AD" clId="Web-{2054AAD1-EE00-747C-FFC0-1480844B31E4}" dt="2026-03-05T23:25:28.551" v="16"/>
          <pc:sldLayoutMkLst>
            <pc:docMk/>
            <pc:sldMasterMk cId="3988271777" sldId="2147483690"/>
            <pc:sldLayoutMk cId="733667519" sldId="2147483706"/>
          </pc:sldLayoutMkLst>
        </pc:sldLayoutChg>
        <pc:sldLayoutChg chg="add mod replId">
          <pc:chgData name="Esther McCartney" userId="S::esther.mccartney@northwestu.edu::003ee287-b963-4216-80c2-e989f2d52a36" providerId="AD" clId="Web-{2054AAD1-EE00-747C-FFC0-1480844B31E4}" dt="2026-03-05T23:25:28.551" v="16"/>
          <pc:sldLayoutMkLst>
            <pc:docMk/>
            <pc:sldMasterMk cId="3988271777" sldId="2147483690"/>
            <pc:sldLayoutMk cId="4077747781" sldId="2147483707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  <a:prstGeom prst="rect">
            <a:avLst/>
          </a:prstGeom>
        </p:spPr>
        <p:txBody>
          <a:bodyPr anchor="b"/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5400000">
            <a:off x="10158984" y="1792224"/>
            <a:ext cx="990599" cy="304799"/>
          </a:xfrm>
        </p:spPr>
        <p:txBody>
          <a:bodyPr/>
          <a:lstStyle>
            <a:lvl1pPr algn="l">
              <a:defRPr b="0">
                <a:solidFill>
                  <a:schemeClr val="bg1"/>
                </a:solidFill>
              </a:defRPr>
            </a:lvl1pPr>
          </a:lstStyle>
          <a:p>
            <a:fld id="{E9462EF3-3C4F-43EE-ACEE-D4B806740EA3}" type="datetimeFigureOut">
              <a:rPr lang="en-US" dirty="0"/>
              <a:pPr/>
              <a:t>3/5/2026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5400000">
            <a:off x="8951976" y="3227832"/>
            <a:ext cx="3867912" cy="310896"/>
          </a:xfrm>
        </p:spPr>
        <p:txBody>
          <a:bodyPr/>
          <a:lstStyle>
            <a:lvl1pPr>
              <a:defRPr sz="10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8" name="Rectangle 7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1008" y="292608"/>
            <a:ext cx="838199" cy="767687"/>
          </a:xfrm>
        </p:spPr>
        <p:txBody>
          <a:bodyPr/>
          <a:lstStyle>
            <a:lvl1pPr>
              <a:defRPr sz="2800" b="0" i="0">
                <a:latin typeface="+mj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7185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9"/>
            <a:ext cx="8825659" cy="706964"/>
          </a:xfrm>
          <a:prstGeom prst="rect">
            <a:avLst/>
          </a:prstGeom>
        </p:spPr>
        <p:txBody>
          <a:bodyPr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C0EF2-9919-473B-8215-8616BAF10692}" type="datetimeFigureOut">
              <a:rPr lang="en-US" dirty="0"/>
              <a:t>3/5/2026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000" b="1"/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79187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Rectangle 8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7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679192"/>
            <a:ext cx="4343400" cy="2286000"/>
          </a:xfrm>
          <a:prstGeom prst="rect">
            <a:avLst/>
          </a:prstGeom>
        </p:spPr>
        <p:txBody>
          <a:bodyPr anchor="ctr" anchorCtr="0"/>
          <a:lstStyle>
            <a:lvl1pPr algn="l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4576" y="2679192"/>
            <a:ext cx="3758184" cy="2286000"/>
          </a:xfrm>
        </p:spPr>
        <p:txBody>
          <a:bodyPr anchor="ctr" anchorCtr="0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472EB-AC54-4713-BFC2-BEB621108C63}" type="datetimeFigureOut">
              <a:rPr lang="en-US" dirty="0"/>
              <a:t>3/5/2026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000" b="1"/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90939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969264"/>
            <a:ext cx="8825659" cy="704088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8032" cy="3416301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76" y="2603500"/>
            <a:ext cx="4828032" cy="3416300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55A0C-791E-4545-B787-F98AD45CD761}" type="datetimeFigureOut">
              <a:rPr lang="en-US" dirty="0"/>
              <a:t>3/5/2026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85653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69264"/>
            <a:ext cx="8825659" cy="70408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6040"/>
            <a:ext cx="48280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98448"/>
            <a:ext cx="4828032" cy="2843784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76" y="2606040"/>
            <a:ext cx="48280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1" y="3187921"/>
            <a:ext cx="4825160" cy="2854311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36B77-F4F4-4427-AC4F-9A623798AD82}" type="datetimeFigureOut">
              <a:rPr lang="en-US" dirty="0"/>
              <a:t>3/5/2026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54324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2144" y="969264"/>
            <a:ext cx="8825659" cy="704088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E790C-34EB-4565-8437-CACF4CDB7822}" type="datetimeFigureOut">
              <a:rPr lang="en-US" dirty="0"/>
              <a:t>3/5/2026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6392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A4C11-22B8-4A4E-8126-B3AF6B948A8E}" type="datetimeFigureOut">
              <a:rPr lang="en-US" dirty="0"/>
              <a:t>3/5/2026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Rectangle 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9582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298448"/>
            <a:ext cx="2793159" cy="1597152"/>
          </a:xfrm>
          <a:prstGeom prst="rect">
            <a:avLst/>
          </a:prstGeo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79008" y="1447800"/>
            <a:ext cx="5195997" cy="4572000"/>
          </a:xfrm>
        </p:spPr>
        <p:txBody>
          <a:bodyPr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3" y="3129280"/>
            <a:ext cx="2793159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D06B6-C816-4861-964D-15A98395707D}" type="datetimeFigureOut">
              <a:rPr lang="en-US" dirty="0"/>
              <a:t>3/5/2026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0578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693332"/>
            <a:ext cx="3860259" cy="1735668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1A8AB-EA7C-4B1B-9D73-E2551851FABE}" type="datetimeFigureOut">
              <a:rPr lang="en-US" dirty="0"/>
              <a:t>3/5/2026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96575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7" y="4969927"/>
            <a:ext cx="8825657" cy="566738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7" y="553666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43B39-165A-4B68-AA5C-581F5336313C}" type="datetimeFigureOut">
              <a:rPr lang="en-US" dirty="0"/>
              <a:t>3/5/2026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20576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060704"/>
            <a:ext cx="8833104" cy="1371600"/>
          </a:xfrm>
          <a:prstGeom prst="rect">
            <a:avLst/>
          </a:prstGeom>
        </p:spPr>
        <p:txBody>
          <a:bodyPr anchor="ctr" anchorCtr="0"/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2144" y="3547872"/>
            <a:ext cx="8825659" cy="2478024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C8C57-33F9-4259-AC4F-0E3F5BEC9B94}" type="datetimeFigureOut">
              <a:rPr lang="en-US" dirty="0"/>
              <a:t>3/5/2026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6327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4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2" name="TextBox 11"/>
          <p:cNvSpPr txBox="1"/>
          <p:nvPr/>
        </p:nvSpPr>
        <p:spPr bwMode="gray">
          <a:xfrm>
            <a:off x="898295" y="596767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 bwMode="gray">
          <a:xfrm>
            <a:off x="9715063" y="2629300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980517"/>
            <a:ext cx="8460983" cy="2698249"/>
          </a:xfrm>
          <a:prstGeom prst="rect">
            <a:avLst/>
          </a:prstGeom>
        </p:spPr>
        <p:txBody>
          <a:bodyPr anchor="ctr" anchorCtr="0"/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 bwMode="gray">
          <a:xfrm>
            <a:off x="1945945" y="3679987"/>
            <a:ext cx="7725772" cy="34217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400" cap="small" dirty="0">
                <a:solidFill>
                  <a:schemeClr val="tx2">
                    <a:lumMod val="40000"/>
                    <a:lumOff val="60000"/>
                  </a:schemeClr>
                </a:solidFill>
                <a:latin typeface="+mn-lt"/>
              </a:defRPr>
            </a:lvl1pPr>
          </a:lstStyle>
          <a:p>
            <a:pPr marL="0" lvl="0" indent="0"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8"/>
            <a:ext cx="8825659" cy="997858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772B-8FA2-401F-A0A1-A59855EDBC3E}" type="datetimeFigureOut">
              <a:rPr lang="en-US" dirty="0"/>
              <a:t>3/5/2026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88923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3525"/>
            <a:ext cx="8865623" cy="1819656"/>
          </a:xfrm>
          <a:prstGeom prst="rect">
            <a:avLst/>
          </a:prstGeo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9200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D5BDE-5A90-4611-82E9-0FC5746D30C5}" type="datetimeFigureOut">
              <a:rPr lang="en-US" dirty="0"/>
              <a:t>3/5/2026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19839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3129168" cy="576261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4" y="3179764"/>
            <a:ext cx="3129168" cy="2847290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5380" cy="576261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4"/>
            <a:ext cx="3145380" cy="2847290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6700" y="2595032"/>
            <a:ext cx="3161029" cy="58473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6700" y="3179764"/>
            <a:ext cx="3161029" cy="2847290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384991" y="2603500"/>
            <a:ext cx="32564" cy="3423554"/>
          </a:xfrm>
          <a:prstGeom prst="line">
            <a:avLst/>
          </a:prstGeom>
          <a:ln w="12700" cmpd="sng">
            <a:solidFill>
              <a:schemeClr val="tx1">
                <a:lumMod val="75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5824" y="2603500"/>
            <a:ext cx="0" cy="3423554"/>
          </a:xfrm>
          <a:prstGeom prst="line">
            <a:avLst/>
          </a:prstGeom>
          <a:ln w="12700" cmpd="sng">
            <a:solidFill>
              <a:schemeClr val="tx1">
                <a:lumMod val="75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DA17D-0BEA-4E76-A7FC-F7C188BC48D1}" type="datetimeFigureOut">
              <a:rPr lang="en-US" dirty="0"/>
              <a:t>3/5/2026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83396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  <a:prstGeom prst="rect">
            <a:avLst/>
          </a:prstGeom>
        </p:spPr>
        <p:txBody>
          <a:bodyPr anchor="ctr" anchorCtr="0"/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5"/>
            <a:ext cx="3050438" cy="57626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2" y="2610916"/>
            <a:ext cx="2691242" cy="1584094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7"/>
            <a:ext cx="3050438" cy="91794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2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8865" y="5109108"/>
            <a:ext cx="3050438" cy="91257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3433" y="4532842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3433" y="5109107"/>
            <a:ext cx="3050438" cy="91794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384245" y="2603500"/>
            <a:ext cx="1" cy="3461811"/>
          </a:xfrm>
          <a:prstGeom prst="line">
            <a:avLst/>
          </a:prstGeom>
          <a:ln w="12700" cmpd="sng">
            <a:solidFill>
              <a:schemeClr val="tx1">
                <a:lumMod val="75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807352" y="2603500"/>
            <a:ext cx="0" cy="3461811"/>
          </a:xfrm>
          <a:prstGeom prst="line">
            <a:avLst/>
          </a:prstGeom>
          <a:ln w="12700" cmpd="sng">
            <a:solidFill>
              <a:schemeClr val="tx1">
                <a:lumMod val="75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9AC7D-18CA-4236-82B9-D75EB1D66EAE}" type="datetimeFigureOut">
              <a:rPr lang="en-US" dirty="0"/>
              <a:t>3/5/2026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29470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595033"/>
            <a:ext cx="8825659" cy="3424768"/>
          </a:xfrm>
        </p:spPr>
        <p:txBody>
          <a:bodyPr vert="eaVert" anchor="t" anchorCtr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8300E-C023-45CD-A0BE-EDB7A8C6EA8B}" type="datetimeFigureOut">
              <a:rPr lang="en-US" dirty="0"/>
              <a:t>3/5/2026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36675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5" name="Rectangle 1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3" name="Rectangle 12"/>
            <p:cNvSpPr/>
            <p:nvPr/>
          </p:nvSpPr>
          <p:spPr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76756" y="1278466"/>
            <a:ext cx="1441567" cy="4748591"/>
          </a:xfrm>
          <a:prstGeom prst="rect">
            <a:avLst/>
          </a:prstGeom>
        </p:spPr>
        <p:txBody>
          <a:bodyPr vert="eaVert" anchor="b" anchorCtr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5"/>
            <a:ext cx="6256025" cy="4748591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20EAD-E369-4933-8469-ED7764B56A1B}" type="datetimeFigureOut">
              <a:rPr lang="en-US" dirty="0"/>
              <a:t>3/5/2026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77477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4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7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30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2760" y="6391656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90786BE5-D2A3-4BF0-8B30-D7403E61B3DC}" type="datetimeFigureOut">
              <a:rPr lang="en-US" dirty="0"/>
              <a:t>3/5/2026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57784" y="6391656"/>
            <a:ext cx="3867912" cy="310896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8271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ounseling.org/publications/counseling-today-magazine/article-archive/article/legacy/case-conceptualization-key-to-highly-effective-counseling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Crisis Counseling 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Class 4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A2A1D-4740-4ABF-A5F8-2B67491F9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11981C-F38E-3784-4D43-C4E7CC3B03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solidFill>
                  <a:srgbClr val="1D2125"/>
                </a:solidFill>
                <a:highlight>
                  <a:srgbClr val="FFFFFF"/>
                </a:highlight>
                <a:ea typeface="+mn-lt"/>
                <a:cs typeface="+mn-lt"/>
              </a:rPr>
              <a:t>6-Discuss Nancy Case Study</a:t>
            </a:r>
            <a:endParaRPr lang="en-US"/>
          </a:p>
          <a:p>
            <a:r>
              <a:rPr lang="en-US">
                <a:solidFill>
                  <a:srgbClr val="1D2125"/>
                </a:solidFill>
                <a:highlight>
                  <a:srgbClr val="FFFFFF"/>
                </a:highlight>
                <a:ea typeface="+mn-lt"/>
                <a:cs typeface="+mn-lt"/>
              </a:rPr>
              <a:t>6:30-Group 1- Travis Scott Concert</a:t>
            </a:r>
            <a:endParaRPr lang="en-US"/>
          </a:p>
          <a:p>
            <a:r>
              <a:rPr lang="en-US">
                <a:solidFill>
                  <a:srgbClr val="1D2125"/>
                </a:solidFill>
                <a:highlight>
                  <a:srgbClr val="FFFFFF"/>
                </a:highlight>
                <a:ea typeface="+mn-lt"/>
                <a:cs typeface="+mn-lt"/>
              </a:rPr>
              <a:t>7-Group 2- Uvalde</a:t>
            </a:r>
            <a:endParaRPr lang="en-US"/>
          </a:p>
          <a:p>
            <a:r>
              <a:rPr lang="en-US">
                <a:solidFill>
                  <a:srgbClr val="1D2125"/>
                </a:solidFill>
                <a:highlight>
                  <a:srgbClr val="FFFFFF"/>
                </a:highlight>
                <a:ea typeface="+mn-lt"/>
                <a:cs typeface="+mn-lt"/>
              </a:rPr>
              <a:t>7:30- Dinner Break</a:t>
            </a:r>
            <a:endParaRPr lang="en-US"/>
          </a:p>
          <a:p>
            <a:r>
              <a:rPr lang="en-US">
                <a:solidFill>
                  <a:srgbClr val="1D2125"/>
                </a:solidFill>
                <a:highlight>
                  <a:srgbClr val="FFFFFF"/>
                </a:highlight>
                <a:ea typeface="+mn-lt"/>
                <a:cs typeface="+mn-lt"/>
              </a:rPr>
              <a:t>8- Group 3- Hurricane Maria</a:t>
            </a:r>
            <a:endParaRPr lang="en-US"/>
          </a:p>
          <a:p>
            <a:r>
              <a:rPr lang="en-US">
                <a:solidFill>
                  <a:srgbClr val="1D2125"/>
                </a:solidFill>
                <a:highlight>
                  <a:srgbClr val="FFFFFF"/>
                </a:highlight>
                <a:ea typeface="+mn-lt"/>
                <a:cs typeface="+mn-lt"/>
              </a:rPr>
              <a:t>8:30-Group 4- Fukushima Nuclear Accident</a:t>
            </a:r>
            <a:endParaRPr lang="en-US"/>
          </a:p>
          <a:p>
            <a:r>
              <a:rPr lang="en-US">
                <a:solidFill>
                  <a:srgbClr val="1D2125"/>
                </a:solidFill>
                <a:highlight>
                  <a:srgbClr val="FFFFFF"/>
                </a:highlight>
                <a:ea typeface="+mn-lt"/>
                <a:cs typeface="+mn-lt"/>
              </a:rPr>
              <a:t>9-Group 5- Boston Terrorism </a:t>
            </a:r>
            <a:endParaRPr lang="en-US"/>
          </a:p>
          <a:p>
            <a:r>
              <a:rPr lang="en-US">
                <a:solidFill>
                  <a:srgbClr val="1D2125"/>
                </a:solidFill>
                <a:highlight>
                  <a:srgbClr val="FFFFFF"/>
                </a:highlight>
                <a:ea typeface="+mn-lt"/>
                <a:cs typeface="+mn-lt"/>
              </a:rPr>
              <a:t>9:30-Reflection</a:t>
            </a:r>
            <a:endParaRPr lang="en-US" sz="120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15912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7F861-BAFA-FAFF-D7D9-5567AF379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Case Study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B32AEC-2F76-A1ED-A92A-379B45B10C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Applying knowledge and information from your reading and the assessment and intervention with suicidal clients videos (Psychotherapy.net, 2008) we will watch: The wounds we cannot see featuring Nancy Ross in class and develop a case study, imagining Nancy Ross as your client.</a:t>
            </a:r>
          </a:p>
          <a:p>
            <a:r>
              <a:rPr lang="en-US">
                <a:ea typeface="+mn-lt"/>
                <a:cs typeface="+mn-lt"/>
              </a:rPr>
              <a:t>Length is approximately 4-6 pages). This does not include the Student Title Page or Reference Page.</a:t>
            </a:r>
            <a:endParaRPr lang="en-US" dirty="0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APA 7 Format, 1-inch margins, 12-point Times New Roman font, double spaced, student title page and reference pages.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61668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649D1-0C02-3F25-9D5F-2326686FA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Paper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F3339A-5B1A-03AE-DD69-649699F35DE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en-US">
                <a:ea typeface="+mn-lt"/>
                <a:cs typeface="+mn-lt"/>
              </a:rPr>
              <a:t>Summary of the client’s history (including family history, academic/occupational history, medical information, developmental/social history, history of trauma)</a:t>
            </a:r>
            <a:endParaRPr lang="en-US"/>
          </a:p>
          <a:p>
            <a:pPr lvl="1">
              <a:buFont typeface="Courier New" charset="2"/>
              <a:buChar char="o"/>
            </a:pPr>
            <a:r>
              <a:rPr lang="en-US">
                <a:ea typeface="+mn-lt"/>
                <a:cs typeface="+mn-lt"/>
              </a:rPr>
              <a:t>Any current crisis issues, including suicide risk factors, and your plan to address them</a:t>
            </a:r>
            <a:endParaRPr lang="en-US" sz="1800"/>
          </a:p>
          <a:p>
            <a:r>
              <a:rPr lang="en-US">
                <a:ea typeface="+mn-lt"/>
                <a:cs typeface="+mn-lt"/>
              </a:rPr>
              <a:t>Considerations:</a:t>
            </a:r>
            <a:endParaRPr lang="en-US" dirty="0">
              <a:ea typeface="+mn-lt"/>
              <a:cs typeface="+mn-lt"/>
            </a:endParaRPr>
          </a:p>
          <a:p>
            <a:pPr lvl="1">
              <a:buFont typeface="Courier New" charset="2"/>
              <a:buChar char="o"/>
            </a:pPr>
            <a:r>
              <a:rPr lang="en-US">
                <a:ea typeface="+mn-lt"/>
                <a:cs typeface="+mn-lt"/>
              </a:rPr>
              <a:t>Ethical and legal considerations including mandated reporting</a:t>
            </a:r>
            <a:endParaRPr lang="en-US"/>
          </a:p>
          <a:p>
            <a:pPr lvl="1">
              <a:buFont typeface="Courier New" charset="2"/>
              <a:buChar char="o"/>
            </a:pPr>
            <a:r>
              <a:rPr lang="en-US">
                <a:ea typeface="+mn-lt"/>
                <a:cs typeface="+mn-lt"/>
              </a:rPr>
              <a:t>Multi-cultural and spiritual considerations</a:t>
            </a:r>
          </a:p>
          <a:p>
            <a:pPr lvl="1">
              <a:buFont typeface="Courier New" charset="2"/>
              <a:buChar char="o"/>
            </a:pPr>
            <a:r>
              <a:rPr lang="en-US">
                <a:ea typeface="+mn-lt"/>
                <a:cs typeface="+mn-lt"/>
              </a:rPr>
              <a:t>Client strengths- may be a narrative or bullet points (at least 3)</a:t>
            </a:r>
            <a:endParaRPr lang="en-US"/>
          </a:p>
          <a:p>
            <a:r>
              <a:rPr lang="en-US" dirty="0">
                <a:ea typeface="+mn-lt"/>
                <a:cs typeface="+mn-lt"/>
              </a:rPr>
              <a:t>Evidence for diagnostic considerations </a:t>
            </a:r>
            <a:r>
              <a:rPr lang="en-US" b="1" dirty="0">
                <a:ea typeface="+mn-lt"/>
                <a:cs typeface="+mn-lt"/>
              </a:rPr>
              <a:t>(no </a:t>
            </a:r>
            <a:r>
              <a:rPr lang="en-US" b="1">
                <a:ea typeface="+mn-lt"/>
                <a:cs typeface="+mn-lt"/>
              </a:rPr>
              <a:t>more than 2 disorders</a:t>
            </a:r>
            <a:endParaRPr lang="en-US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F286C9-B340-F7AB-4BF9-D67EA8EB8C9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sz="1500" dirty="0"/>
              <a:t>Basic Treatment plan: identify at least 2problems, 2 Client goal(s) with at least 2objectives for each goal, and your intervention and plan for working with Nancy. These should be written in SMART (Specific, Measurable, Achievable, Relevant, Timely)format. </a:t>
            </a:r>
            <a:r>
              <a:rPr lang="en-US" sz="1500" b="1" dirty="0"/>
              <a:t>Use the treatment plan layout for this page.</a:t>
            </a:r>
            <a:endParaRPr lang="en-US" sz="1500" b="1">
              <a:solidFill>
                <a:srgbClr val="000000"/>
              </a:solidFill>
            </a:endParaRPr>
          </a:p>
          <a:p>
            <a:r>
              <a:rPr lang="en-US" sz="1500" dirty="0"/>
              <a:t>Identify resources and referrals you would offer this client</a:t>
            </a:r>
            <a:endParaRPr lang="en-US" sz="1500">
              <a:solidFill>
                <a:srgbClr val="000000"/>
              </a:solidFill>
            </a:endParaRPr>
          </a:p>
          <a:p>
            <a:r>
              <a:rPr lang="en-US" sz="1500" dirty="0"/>
              <a:t>Countertransference reactions may emerge for you as you consider working with this client</a:t>
            </a:r>
            <a:endParaRPr lang="en-US" sz="1500">
              <a:solidFill>
                <a:srgbClr val="000000"/>
              </a:solidFill>
            </a:endParaRPr>
          </a:p>
          <a:p>
            <a:r>
              <a:rPr lang="en-US" sz="1500"/>
              <a:t>Questions you have, to address in supervision</a:t>
            </a:r>
            <a:endParaRPr lang="en-US" sz="1500">
              <a:solidFill>
                <a:srgbClr val="000000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8965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219AE65-9B94-44EA-BEF3-EF4BFA169C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0C81A57-9CD5-461B-8FFE-4A8CB6CFBE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17539" y="467397"/>
            <a:ext cx="695829" cy="591911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086C462-37F4-494D-8292-CCB95221CC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  <a:solidFill>
            <a:srgbClr val="FFFFFF"/>
          </a:solidFill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C7D2D64-353F-4802-AA48-A70CE6020B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30A6328F-CAA3-4052-BF4C-14BD47706E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ln>
              <a:noFill/>
            </a:ln>
          </p:spPr>
          <p:style>
            <a:lnRef idx="0">
              <a:scrgbClr r="0" g="0" b="0"/>
            </a:lnRef>
            <a:fillRef idx="1002">
              <a:schemeClr val="dk2"/>
            </a:fillRef>
            <a:effectRef idx="0">
              <a:scrgbClr r="0" g="0" b="0"/>
            </a:effectRef>
            <a:fontRef idx="major"/>
          </p:style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83115D6-D9D4-CF92-1F14-5D0D6F2EB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0372" y="1209957"/>
            <a:ext cx="3034580" cy="4438087"/>
          </a:xfrm>
        </p:spPr>
        <p:txBody>
          <a:bodyPr anchor="ctr">
            <a:normAutofit/>
          </a:bodyPr>
          <a:lstStyle/>
          <a:p>
            <a:pPr algn="r"/>
            <a:r>
              <a:rPr lang="en-US" sz="3000">
                <a:solidFill>
                  <a:schemeClr val="tx1"/>
                </a:solidFill>
              </a:rPr>
              <a:t>Typical Considerations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F696CC-327D-CC5D-1259-151E20E612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8424" y="1059025"/>
            <a:ext cx="5302189" cy="473995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solidFill>
                  <a:schemeClr val="tx1"/>
                </a:solidFill>
              </a:rPr>
              <a:t>Provide support for your suicide risk assessment and mental health diagnosis.</a:t>
            </a:r>
          </a:p>
          <a:p>
            <a:r>
              <a:rPr lang="en-US" dirty="0">
                <a:solidFill>
                  <a:schemeClr val="tx1"/>
                </a:solidFill>
              </a:rPr>
              <a:t>Goals- should be action oriented and if possible consider what Nancy said in the documentary, not just your opinion. There is ONE exception to this rule- What is it?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D23B2CD-009B-425A-9616-1E1AD1D5AB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56687" y="1930986"/>
            <a:ext cx="0" cy="3200400"/>
          </a:xfrm>
          <a:prstGeom prst="line">
            <a:avLst/>
          </a:prstGeom>
          <a:ln w="15875" cap="sq">
            <a:solidFill>
              <a:schemeClr val="accent1">
                <a:lumMod val="75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7924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D7CC4-B8B5-A69F-A5D8-04229C12E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93F0B9-CD0A-D259-1729-D68824F57B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ACA- </a:t>
            </a:r>
            <a:r>
              <a:rPr lang="en-US" dirty="0">
                <a:ea typeface="+mn-lt"/>
                <a:cs typeface="+mn-lt"/>
                <a:hlinkClick r:id="rId2"/>
              </a:rPr>
              <a:t>https://www.counseling.org/publications/counseling-today-magazine/article-archive/article/legacy/case-conceptualization-key-to-highly-effective-counseling</a:t>
            </a:r>
            <a:endParaRPr lang="en-US"/>
          </a:p>
          <a:p>
            <a:endParaRPr lang="en-US" dirty="0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PCSP-https://pcsp.nationalregister.org/</a:t>
            </a:r>
            <a:r>
              <a:rPr lang="en-US" dirty="0" err="1">
                <a:ea typeface="+mn-lt"/>
                <a:cs typeface="+mn-lt"/>
              </a:rPr>
              <a:t>index.php</a:t>
            </a:r>
            <a:r>
              <a:rPr lang="en-US" dirty="0">
                <a:ea typeface="+mn-lt"/>
                <a:cs typeface="+mn-lt"/>
              </a:rPr>
              <a:t>/</a:t>
            </a:r>
            <a:r>
              <a:rPr lang="en-US" dirty="0" err="1">
                <a:ea typeface="+mn-lt"/>
                <a:cs typeface="+mn-lt"/>
              </a:rPr>
              <a:t>pcsp</a:t>
            </a:r>
            <a:r>
              <a:rPr lang="en-US" dirty="0">
                <a:ea typeface="+mn-lt"/>
                <a:cs typeface="+mn-lt"/>
              </a:rPr>
              <a:t>/how-to-write-case-study</a:t>
            </a:r>
          </a:p>
          <a:p>
            <a:endParaRPr lang="en-US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594309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4AB1E7-E4E4-0C31-DDC4-D58A0FD83D6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Presentations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AE5038-48A8-591B-D187-1561ABCDBE9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4481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9FA7F2-532E-0594-8221-FD37CDE08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Presentations 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BEEC12-59C4-DC5B-9B1F-056616FC2C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/>
              <a:t>Technology put away during presentations.</a:t>
            </a:r>
            <a:endParaRPr lang="en-US" sz="2400" dirty="0"/>
          </a:p>
          <a:p>
            <a:r>
              <a:rPr lang="en-US" sz="2400" dirty="0"/>
              <a:t>Presentations are approximately 20 min. At 25 minutes, I will cut off </a:t>
            </a:r>
            <a:r>
              <a:rPr lang="en-US" sz="2400"/>
              <a:t>groups. </a:t>
            </a:r>
            <a:endParaRPr lang="en-US" sz="2400" dirty="0"/>
          </a:p>
          <a:p>
            <a:r>
              <a:rPr lang="en-US" sz="2400"/>
              <a:t>Take a break if needed. Counseling labs are open.</a:t>
            </a:r>
            <a:endParaRPr lang="en-US" sz="2400" dirty="0"/>
          </a:p>
          <a:p>
            <a:r>
              <a:rPr lang="en-US" sz="2400"/>
              <a:t>If I need to step out to check on someone, presenters keep going. I will watch the recording for grades.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80349018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EC7F02AD-9687-440F-A9DF-FAA6F22270D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Ion Boardroom</vt:lpstr>
      <vt:lpstr>Crisis Counseling </vt:lpstr>
      <vt:lpstr>Agenda</vt:lpstr>
      <vt:lpstr>Case Study</vt:lpstr>
      <vt:lpstr>Paper</vt:lpstr>
      <vt:lpstr>Typical Considerations</vt:lpstr>
      <vt:lpstr>Resources</vt:lpstr>
      <vt:lpstr>Presentations</vt:lpstr>
      <vt:lpstr>Presentations 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74</cp:revision>
  <dcterms:created xsi:type="dcterms:W3CDTF">2026-03-05T23:24:36Z</dcterms:created>
  <dcterms:modified xsi:type="dcterms:W3CDTF">2026-03-05T23:58:07Z</dcterms:modified>
</cp:coreProperties>
</file>