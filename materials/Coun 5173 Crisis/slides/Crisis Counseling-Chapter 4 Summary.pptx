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97" r:id="rId2"/>
  </p:sldMasterIdLst>
  <p:notesMasterIdLst>
    <p:notesMasterId r:id="rId30"/>
  </p:notesMasterIdLst>
  <p:handoutMasterIdLst>
    <p:handoutMasterId r:id="rId31"/>
  </p:handoutMasterIdLst>
  <p:sldIdLst>
    <p:sldId id="451" r:id="rId3"/>
    <p:sldId id="331" r:id="rId4"/>
    <p:sldId id="486" r:id="rId5"/>
    <p:sldId id="496" r:id="rId6"/>
    <p:sldId id="500" r:id="rId7"/>
    <p:sldId id="468" r:id="rId8"/>
    <p:sldId id="487" r:id="rId9"/>
    <p:sldId id="488" r:id="rId10"/>
    <p:sldId id="489" r:id="rId11"/>
    <p:sldId id="497" r:id="rId12"/>
    <p:sldId id="470" r:id="rId13"/>
    <p:sldId id="501" r:id="rId14"/>
    <p:sldId id="502" r:id="rId15"/>
    <p:sldId id="499" r:id="rId16"/>
    <p:sldId id="471" r:id="rId17"/>
    <p:sldId id="490" r:id="rId18"/>
    <p:sldId id="491" r:id="rId19"/>
    <p:sldId id="498" r:id="rId20"/>
    <p:sldId id="472" r:id="rId21"/>
    <p:sldId id="492" r:id="rId22"/>
    <p:sldId id="493" r:id="rId23"/>
    <p:sldId id="494" r:id="rId24"/>
    <p:sldId id="473" r:id="rId25"/>
    <p:sldId id="474" r:id="rId26"/>
    <p:sldId id="495" r:id="rId27"/>
    <p:sldId id="475" r:id="rId28"/>
    <p:sldId id="476" r:id="rId29"/>
  </p:sldIdLst>
  <p:sldSz cx="9144000" cy="6858000" type="screen4x3"/>
  <p:notesSz cx="6858000" cy="9144000"/>
  <p:embeddedFontLst>
    <p:embeddedFont>
      <p:font typeface="Gill Sans MT" panose="020B0502020104020203" pitchFamily="34" charset="0"/>
      <p:regular r:id="rId32"/>
      <p:bold r:id="rId33"/>
      <p:italic r:id="rId34"/>
      <p:boldItalic r:id="rId35"/>
    </p:embeddedFont>
    <p:embeddedFont>
      <p:font typeface="Noto Sans Symbols" panose="020B060402020202020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
      <p:font typeface="Wingdings 2" panose="05020102010507070707" pitchFamily="18" charset="2"/>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2" pos="295" userDrawn="1">
          <p15:clr>
            <a:srgbClr val="A4A3A4"/>
          </p15:clr>
        </p15:guide>
        <p15:guide id="4" orient="horz" pos="119" userDrawn="1">
          <p15:clr>
            <a:srgbClr val="A4A3A4"/>
          </p15:clr>
        </p15:guide>
        <p15:guide id="6" orient="horz" pos="981" userDrawn="1">
          <p15:clr>
            <a:srgbClr val="A4A3A4"/>
          </p15:clr>
        </p15:guide>
        <p15:guide id="9" pos="5465" userDrawn="1">
          <p15:clr>
            <a:srgbClr val="A4A3A4"/>
          </p15:clr>
        </p15:guide>
        <p15:guide id="10" orient="horz" pos="3952" userDrawn="1">
          <p15:clr>
            <a:srgbClr val="A4A3A4"/>
          </p15:clr>
        </p15:guide>
        <p15:guide id="11"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9C222-529B-451C-BD93-74B32A115BFB}" v="20" dt="2026-02-06T00:13:50.399"/>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485" autoAdjust="0"/>
    <p:restoredTop sz="94343" autoAdjust="0"/>
  </p:normalViewPr>
  <p:slideViewPr>
    <p:cSldViewPr snapToGrid="0" snapToObjects="1">
      <p:cViewPr varScale="1">
        <p:scale>
          <a:sx n="70" d="100"/>
          <a:sy n="70" d="100"/>
        </p:scale>
        <p:origin x="1520" y="56"/>
      </p:cViewPr>
      <p:guideLst>
        <p:guide pos="295"/>
        <p:guide orient="horz" pos="119"/>
        <p:guide orient="horz" pos="981"/>
        <p:guide pos="5465"/>
        <p:guide orient="horz" pos="3952"/>
        <p:guide orient="horz" pos="822"/>
      </p:guideLst>
    </p:cSldViewPr>
  </p:slideViewPr>
  <p:outlineViewPr>
    <p:cViewPr>
      <p:scale>
        <a:sx n="33" d="100"/>
        <a:sy n="33" d="100"/>
      </p:scale>
      <p:origin x="0" y="-2172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4"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her McCartney" userId="003ee287-b963-4216-80c2-e989f2d52a36" providerId="ADAL" clId="{60D34955-58AA-448D-AB0D-989AB19BD28A}"/>
    <pc:docChg chg="undo custSel addSld delSld modSld sldOrd">
      <pc:chgData name="Esther McCartney" userId="003ee287-b963-4216-80c2-e989f2d52a36" providerId="ADAL" clId="{60D34955-58AA-448D-AB0D-989AB19BD28A}" dt="2026-02-06T00:14:18.585" v="919" actId="20577"/>
      <pc:docMkLst>
        <pc:docMk/>
      </pc:docMkLst>
      <pc:sldChg chg="modSp mod">
        <pc:chgData name="Esther McCartney" userId="003ee287-b963-4216-80c2-e989f2d52a36" providerId="ADAL" clId="{60D34955-58AA-448D-AB0D-989AB19BD28A}" dt="2026-02-05T08:25:39.171" v="883" actId="20577"/>
        <pc:sldMkLst>
          <pc:docMk/>
          <pc:sldMk cId="1703878094" sldId="331"/>
        </pc:sldMkLst>
        <pc:spChg chg="mod">
          <ac:chgData name="Esther McCartney" userId="003ee287-b963-4216-80c2-e989f2d52a36" providerId="ADAL" clId="{60D34955-58AA-448D-AB0D-989AB19BD28A}" dt="2026-02-05T08:25:39.171" v="883" actId="20577"/>
          <ac:spMkLst>
            <pc:docMk/>
            <pc:sldMk cId="1703878094" sldId="331"/>
            <ac:spMk id="3" creationId="{3E735150-9828-4453-F8F1-B7371D749792}"/>
          </ac:spMkLst>
        </pc:spChg>
      </pc:sldChg>
      <pc:sldChg chg="modSp del mod">
        <pc:chgData name="Esther McCartney" userId="003ee287-b963-4216-80c2-e989f2d52a36" providerId="ADAL" clId="{60D34955-58AA-448D-AB0D-989AB19BD28A}" dt="2026-02-05T08:12:52.448" v="633" actId="2696"/>
        <pc:sldMkLst>
          <pc:docMk/>
          <pc:sldMk cId="3309856639" sldId="469"/>
        </pc:sldMkLst>
        <pc:spChg chg="mod">
          <ac:chgData name="Esther McCartney" userId="003ee287-b963-4216-80c2-e989f2d52a36" providerId="ADAL" clId="{60D34955-58AA-448D-AB0D-989AB19BD28A}" dt="2026-02-05T08:12:11.823" v="594" actId="20577"/>
          <ac:spMkLst>
            <pc:docMk/>
            <pc:sldMk cId="3309856639" sldId="469"/>
            <ac:spMk id="6" creationId="{9D81D9B5-B3AD-C56A-7714-EA8E7E9498E7}"/>
          </ac:spMkLst>
        </pc:spChg>
      </pc:sldChg>
      <pc:sldChg chg="addSp delSp modSp mod">
        <pc:chgData name="Esther McCartney" userId="003ee287-b963-4216-80c2-e989f2d52a36" providerId="ADAL" clId="{60D34955-58AA-448D-AB0D-989AB19BD28A}" dt="2026-02-05T08:16:41.302" v="666" actId="478"/>
        <pc:sldMkLst>
          <pc:docMk/>
          <pc:sldMk cId="3153523007" sldId="470"/>
        </pc:sldMkLst>
        <pc:spChg chg="mod">
          <ac:chgData name="Esther McCartney" userId="003ee287-b963-4216-80c2-e989f2d52a36" providerId="ADAL" clId="{60D34955-58AA-448D-AB0D-989AB19BD28A}" dt="2026-02-05T08:14:12.460" v="644" actId="27636"/>
          <ac:spMkLst>
            <pc:docMk/>
            <pc:sldMk cId="3153523007" sldId="470"/>
            <ac:spMk id="4" creationId="{00000000-0000-0000-0000-000000000000}"/>
          </ac:spMkLst>
        </pc:spChg>
        <pc:spChg chg="del mod">
          <ac:chgData name="Esther McCartney" userId="003ee287-b963-4216-80c2-e989f2d52a36" providerId="ADAL" clId="{60D34955-58AA-448D-AB0D-989AB19BD28A}" dt="2026-02-05T08:16:39.171" v="665" actId="478"/>
          <ac:spMkLst>
            <pc:docMk/>
            <pc:sldMk cId="3153523007" sldId="470"/>
            <ac:spMk id="5" creationId="{00000000-0000-0000-0000-000000000000}"/>
          </ac:spMkLst>
        </pc:spChg>
        <pc:spChg chg="add del mod">
          <ac:chgData name="Esther McCartney" userId="003ee287-b963-4216-80c2-e989f2d52a36" providerId="ADAL" clId="{60D34955-58AA-448D-AB0D-989AB19BD28A}" dt="2026-02-05T08:16:41.302" v="666" actId="478"/>
          <ac:spMkLst>
            <pc:docMk/>
            <pc:sldMk cId="3153523007" sldId="470"/>
            <ac:spMk id="7" creationId="{CEA1259D-2B6A-5B78-52AB-D4BA66AD0816}"/>
          </ac:spMkLst>
        </pc:spChg>
      </pc:sldChg>
      <pc:sldChg chg="modSp mod">
        <pc:chgData name="Esther McCartney" userId="003ee287-b963-4216-80c2-e989f2d52a36" providerId="ADAL" clId="{60D34955-58AA-448D-AB0D-989AB19BD28A}" dt="2026-02-05T08:19:53.982" v="754" actId="20577"/>
        <pc:sldMkLst>
          <pc:docMk/>
          <pc:sldMk cId="3408456847" sldId="474"/>
        </pc:sldMkLst>
        <pc:spChg chg="mod">
          <ac:chgData name="Esther McCartney" userId="003ee287-b963-4216-80c2-e989f2d52a36" providerId="ADAL" clId="{60D34955-58AA-448D-AB0D-989AB19BD28A}" dt="2026-02-05T08:19:53.982" v="754" actId="20577"/>
          <ac:spMkLst>
            <pc:docMk/>
            <pc:sldMk cId="3408456847" sldId="474"/>
            <ac:spMk id="6" creationId="{9D81D9B5-B3AD-C56A-7714-EA8E7E9498E7}"/>
          </ac:spMkLst>
        </pc:spChg>
      </pc:sldChg>
      <pc:sldChg chg="modSp mod">
        <pc:chgData name="Esther McCartney" userId="003ee287-b963-4216-80c2-e989f2d52a36" providerId="ADAL" clId="{60D34955-58AA-448D-AB0D-989AB19BD28A}" dt="2026-02-05T08:24:14.047" v="872" actId="113"/>
        <pc:sldMkLst>
          <pc:docMk/>
          <pc:sldMk cId="311277615" sldId="475"/>
        </pc:sldMkLst>
        <pc:spChg chg="mod">
          <ac:chgData name="Esther McCartney" userId="003ee287-b963-4216-80c2-e989f2d52a36" providerId="ADAL" clId="{60D34955-58AA-448D-AB0D-989AB19BD28A}" dt="2026-02-05T08:24:14.047" v="872" actId="113"/>
          <ac:spMkLst>
            <pc:docMk/>
            <pc:sldMk cId="311277615" sldId="475"/>
            <ac:spMk id="3" creationId="{3E735150-9828-4453-F8F1-B7371D749792}"/>
          </ac:spMkLst>
        </pc:spChg>
      </pc:sldChg>
      <pc:sldChg chg="del">
        <pc:chgData name="Esther McCartney" userId="003ee287-b963-4216-80c2-e989f2d52a36" providerId="ADAL" clId="{60D34955-58AA-448D-AB0D-989AB19BD28A}" dt="2026-02-05T08:24:46.642" v="873" actId="2696"/>
        <pc:sldMkLst>
          <pc:docMk/>
          <pc:sldMk cId="3672859668" sldId="477"/>
        </pc:sldMkLst>
      </pc:sldChg>
      <pc:sldChg chg="ord">
        <pc:chgData name="Esther McCartney" userId="003ee287-b963-4216-80c2-e989f2d52a36" providerId="ADAL" clId="{60D34955-58AA-448D-AB0D-989AB19BD28A}" dt="2026-02-05T08:29:58.401" v="886"/>
        <pc:sldMkLst>
          <pc:docMk/>
          <pc:sldMk cId="2895697419" sldId="486"/>
        </pc:sldMkLst>
      </pc:sldChg>
      <pc:sldChg chg="modSp mod">
        <pc:chgData name="Esther McCartney" userId="003ee287-b963-4216-80c2-e989f2d52a36" providerId="ADAL" clId="{60D34955-58AA-448D-AB0D-989AB19BD28A}" dt="2026-02-05T08:23:13.700" v="837" actId="1076"/>
        <pc:sldMkLst>
          <pc:docMk/>
          <pc:sldMk cId="326496619" sldId="495"/>
        </pc:sldMkLst>
        <pc:spChg chg="mod">
          <ac:chgData name="Esther McCartney" userId="003ee287-b963-4216-80c2-e989f2d52a36" providerId="ADAL" clId="{60D34955-58AA-448D-AB0D-989AB19BD28A}" dt="2026-02-05T08:23:13.700" v="837" actId="1076"/>
          <ac:spMkLst>
            <pc:docMk/>
            <pc:sldMk cId="326496619" sldId="495"/>
            <ac:spMk id="7" creationId="{00000000-0000-0000-0000-000000000000}"/>
          </ac:spMkLst>
        </pc:spChg>
      </pc:sldChg>
      <pc:sldChg chg="modSp mod">
        <pc:chgData name="Esther McCartney" userId="003ee287-b963-4216-80c2-e989f2d52a36" providerId="ADAL" clId="{60D34955-58AA-448D-AB0D-989AB19BD28A}" dt="2026-02-06T00:14:18.585" v="919" actId="20577"/>
        <pc:sldMkLst>
          <pc:docMk/>
          <pc:sldMk cId="2239371657" sldId="496"/>
        </pc:sldMkLst>
        <pc:spChg chg="mod">
          <ac:chgData name="Esther McCartney" userId="003ee287-b963-4216-80c2-e989f2d52a36" providerId="ADAL" clId="{60D34955-58AA-448D-AB0D-989AB19BD28A}" dt="2026-02-06T00:14:18.585" v="919" actId="20577"/>
          <ac:spMkLst>
            <pc:docMk/>
            <pc:sldMk cId="2239371657" sldId="496"/>
            <ac:spMk id="2" creationId="{31974907-C3DF-A66F-5C77-769C38CC72D6}"/>
          </ac:spMkLst>
        </pc:spChg>
      </pc:sldChg>
      <pc:sldChg chg="modSp mod">
        <pc:chgData name="Esther McCartney" userId="003ee287-b963-4216-80c2-e989f2d52a36" providerId="ADAL" clId="{60D34955-58AA-448D-AB0D-989AB19BD28A}" dt="2026-02-05T08:12:46.812" v="632" actId="20577"/>
        <pc:sldMkLst>
          <pc:docMk/>
          <pc:sldMk cId="105594921" sldId="497"/>
        </pc:sldMkLst>
        <pc:spChg chg="mod">
          <ac:chgData name="Esther McCartney" userId="003ee287-b963-4216-80c2-e989f2d52a36" providerId="ADAL" clId="{60D34955-58AA-448D-AB0D-989AB19BD28A}" dt="2026-02-05T08:12:46.812" v="632" actId="20577"/>
          <ac:spMkLst>
            <pc:docMk/>
            <pc:sldMk cId="105594921" sldId="497"/>
            <ac:spMk id="6" creationId="{7E912D07-D3AF-F5E5-F07E-3F40852CA6EB}"/>
          </ac:spMkLst>
        </pc:spChg>
      </pc:sldChg>
      <pc:sldChg chg="addSp delSp modSp new mod setBg setClrOvrMap">
        <pc:chgData name="Esther McCartney" userId="003ee287-b963-4216-80c2-e989f2d52a36" providerId="ADAL" clId="{60D34955-58AA-448D-AB0D-989AB19BD28A}" dt="2026-02-05T08:11:46.355" v="588" actId="20577"/>
        <pc:sldMkLst>
          <pc:docMk/>
          <pc:sldMk cId="3057654157" sldId="500"/>
        </pc:sldMkLst>
        <pc:spChg chg="mod">
          <ac:chgData name="Esther McCartney" userId="003ee287-b963-4216-80c2-e989f2d52a36" providerId="ADAL" clId="{60D34955-58AA-448D-AB0D-989AB19BD28A}" dt="2026-02-05T08:11:46.355" v="588" actId="20577"/>
          <ac:spMkLst>
            <pc:docMk/>
            <pc:sldMk cId="3057654157" sldId="500"/>
            <ac:spMk id="2" creationId="{68985267-70FB-E397-DBED-1D3515BD767C}"/>
          </ac:spMkLst>
        </pc:spChg>
        <pc:spChg chg="del mod">
          <ac:chgData name="Esther McCartney" userId="003ee287-b963-4216-80c2-e989f2d52a36" providerId="ADAL" clId="{60D34955-58AA-448D-AB0D-989AB19BD28A}" dt="2026-02-05T08:11:22.138" v="507" actId="26606"/>
          <ac:spMkLst>
            <pc:docMk/>
            <pc:sldMk cId="3057654157" sldId="500"/>
            <ac:spMk id="3" creationId="{328208B7-FD21-A7E1-2623-BE568F317D29}"/>
          </ac:spMkLst>
        </pc:spChg>
        <pc:spChg chg="add">
          <ac:chgData name="Esther McCartney" userId="003ee287-b963-4216-80c2-e989f2d52a36" providerId="ADAL" clId="{60D34955-58AA-448D-AB0D-989AB19BD28A}" dt="2026-02-05T08:11:22.138" v="507" actId="26606"/>
          <ac:spMkLst>
            <pc:docMk/>
            <pc:sldMk cId="3057654157" sldId="500"/>
            <ac:spMk id="9" creationId="{A94E9B77-A24A-4879-AC16-8DC930AD21E2}"/>
          </ac:spMkLst>
        </pc:spChg>
        <pc:spChg chg="add">
          <ac:chgData name="Esther McCartney" userId="003ee287-b963-4216-80c2-e989f2d52a36" providerId="ADAL" clId="{60D34955-58AA-448D-AB0D-989AB19BD28A}" dt="2026-02-05T08:11:22.138" v="507" actId="26606"/>
          <ac:spMkLst>
            <pc:docMk/>
            <pc:sldMk cId="3057654157" sldId="500"/>
            <ac:spMk id="11" creationId="{6CA37055-08E9-4FC6-909B-D66887E60F90}"/>
          </ac:spMkLst>
        </pc:spChg>
        <pc:spChg chg="add">
          <ac:chgData name="Esther McCartney" userId="003ee287-b963-4216-80c2-e989f2d52a36" providerId="ADAL" clId="{60D34955-58AA-448D-AB0D-989AB19BD28A}" dt="2026-02-05T08:11:22.138" v="507" actId="26606"/>
          <ac:spMkLst>
            <pc:docMk/>
            <pc:sldMk cId="3057654157" sldId="500"/>
            <ac:spMk id="13" creationId="{849C8B35-87B0-40F5-9664-9C29A0D36E50}"/>
          </ac:spMkLst>
        </pc:spChg>
        <pc:spChg chg="add">
          <ac:chgData name="Esther McCartney" userId="003ee287-b963-4216-80c2-e989f2d52a36" providerId="ADAL" clId="{60D34955-58AA-448D-AB0D-989AB19BD28A}" dt="2026-02-05T08:11:22.138" v="507" actId="26606"/>
          <ac:spMkLst>
            <pc:docMk/>
            <pc:sldMk cId="3057654157" sldId="500"/>
            <ac:spMk id="15" creationId="{0C88BA7A-8734-4875-A572-8D0AA2A27B68}"/>
          </ac:spMkLst>
        </pc:spChg>
        <pc:spChg chg="add">
          <ac:chgData name="Esther McCartney" userId="003ee287-b963-4216-80c2-e989f2d52a36" providerId="ADAL" clId="{60D34955-58AA-448D-AB0D-989AB19BD28A}" dt="2026-02-05T08:11:22.138" v="507" actId="26606"/>
          <ac:spMkLst>
            <pc:docMk/>
            <pc:sldMk cId="3057654157" sldId="500"/>
            <ac:spMk id="17" creationId="{F92989FB-1024-49B7-BDF1-B3CE27D48623}"/>
          </ac:spMkLst>
        </pc:spChg>
        <pc:spChg chg="add">
          <ac:chgData name="Esther McCartney" userId="003ee287-b963-4216-80c2-e989f2d52a36" providerId="ADAL" clId="{60D34955-58AA-448D-AB0D-989AB19BD28A}" dt="2026-02-05T08:11:22.138" v="507" actId="26606"/>
          <ac:spMkLst>
            <pc:docMk/>
            <pc:sldMk cId="3057654157" sldId="500"/>
            <ac:spMk id="19" creationId="{DFEE959E-BF10-4204-9556-D1707088D445}"/>
          </ac:spMkLst>
        </pc:spChg>
        <pc:spChg chg="add">
          <ac:chgData name="Esther McCartney" userId="003ee287-b963-4216-80c2-e989f2d52a36" providerId="ADAL" clId="{60D34955-58AA-448D-AB0D-989AB19BD28A}" dt="2026-02-05T08:11:22.138" v="507" actId="26606"/>
          <ac:spMkLst>
            <pc:docMk/>
            <pc:sldMk cId="3057654157" sldId="500"/>
            <ac:spMk id="21" creationId="{DDD17B6A-CB37-4005-9681-A20AFCDC7822}"/>
          </ac:spMkLst>
        </pc:spChg>
        <pc:spChg chg="add">
          <ac:chgData name="Esther McCartney" userId="003ee287-b963-4216-80c2-e989f2d52a36" providerId="ADAL" clId="{60D34955-58AA-448D-AB0D-989AB19BD28A}" dt="2026-02-05T08:11:22.138" v="507" actId="26606"/>
          <ac:spMkLst>
            <pc:docMk/>
            <pc:sldMk cId="3057654157" sldId="500"/>
            <ac:spMk id="23" creationId="{3B7BBDE9-DAED-40B0-A640-503C918D1CE3}"/>
          </ac:spMkLst>
        </pc:spChg>
        <pc:spChg chg="add">
          <ac:chgData name="Esther McCartney" userId="003ee287-b963-4216-80c2-e989f2d52a36" providerId="ADAL" clId="{60D34955-58AA-448D-AB0D-989AB19BD28A}" dt="2026-02-05T08:11:22.138" v="507" actId="26606"/>
          <ac:spMkLst>
            <pc:docMk/>
            <pc:sldMk cId="3057654157" sldId="500"/>
            <ac:spMk id="25" creationId="{7BC7EA7B-802E-41F4-8926-C4475287AA31}"/>
          </ac:spMkLst>
        </pc:spChg>
      </pc:sldChg>
      <pc:sldChg chg="addSp delSp modSp new mod setBg modClrScheme setClrOvrMap chgLayout">
        <pc:chgData name="Esther McCartney" userId="003ee287-b963-4216-80c2-e989f2d52a36" providerId="ADAL" clId="{60D34955-58AA-448D-AB0D-989AB19BD28A}" dt="2026-02-05T08:17:13.919" v="676" actId="26606"/>
        <pc:sldMkLst>
          <pc:docMk/>
          <pc:sldMk cId="4115074411" sldId="501"/>
        </pc:sldMkLst>
        <pc:spChg chg="del mod ord">
          <ac:chgData name="Esther McCartney" userId="003ee287-b963-4216-80c2-e989f2d52a36" providerId="ADAL" clId="{60D34955-58AA-448D-AB0D-989AB19BD28A}" dt="2026-02-05T08:15:32.965" v="646" actId="700"/>
          <ac:spMkLst>
            <pc:docMk/>
            <pc:sldMk cId="4115074411" sldId="501"/>
            <ac:spMk id="2" creationId="{A52A0377-5B67-FE76-6C1B-6E8BFC32FADF}"/>
          </ac:spMkLst>
        </pc:spChg>
        <pc:spChg chg="del mod ord">
          <ac:chgData name="Esther McCartney" userId="003ee287-b963-4216-80c2-e989f2d52a36" providerId="ADAL" clId="{60D34955-58AA-448D-AB0D-989AB19BD28A}" dt="2026-02-05T08:15:32.965" v="646" actId="700"/>
          <ac:spMkLst>
            <pc:docMk/>
            <pc:sldMk cId="4115074411" sldId="501"/>
            <ac:spMk id="3" creationId="{647F9510-7E64-F12C-030B-4C37437B36A3}"/>
          </ac:spMkLst>
        </pc:spChg>
        <pc:spChg chg="del">
          <ac:chgData name="Esther McCartney" userId="003ee287-b963-4216-80c2-e989f2d52a36" providerId="ADAL" clId="{60D34955-58AA-448D-AB0D-989AB19BD28A}" dt="2026-02-05T08:15:32.965" v="646" actId="700"/>
          <ac:spMkLst>
            <pc:docMk/>
            <pc:sldMk cId="4115074411" sldId="501"/>
            <ac:spMk id="6" creationId="{E6535E69-5B67-F161-3FFE-39C96ADD0AE8}"/>
          </ac:spMkLst>
        </pc:spChg>
        <pc:spChg chg="del">
          <ac:chgData name="Esther McCartney" userId="003ee287-b963-4216-80c2-e989f2d52a36" providerId="ADAL" clId="{60D34955-58AA-448D-AB0D-989AB19BD28A}" dt="2026-02-05T08:15:32.965" v="646" actId="700"/>
          <ac:spMkLst>
            <pc:docMk/>
            <pc:sldMk cId="4115074411" sldId="501"/>
            <ac:spMk id="7" creationId="{F4A85E01-F3ED-A81F-4914-7C9BBDF6290C}"/>
          </ac:spMkLst>
        </pc:spChg>
        <pc:spChg chg="del">
          <ac:chgData name="Esther McCartney" userId="003ee287-b963-4216-80c2-e989f2d52a36" providerId="ADAL" clId="{60D34955-58AA-448D-AB0D-989AB19BD28A}" dt="2026-02-05T08:15:32.965" v="646" actId="700"/>
          <ac:spMkLst>
            <pc:docMk/>
            <pc:sldMk cId="4115074411" sldId="501"/>
            <ac:spMk id="8" creationId="{FBD5C3EB-20DB-18FA-F02F-50D9C827EBD8}"/>
          </ac:spMkLst>
        </pc:spChg>
        <pc:spChg chg="del">
          <ac:chgData name="Esther McCartney" userId="003ee287-b963-4216-80c2-e989f2d52a36" providerId="ADAL" clId="{60D34955-58AA-448D-AB0D-989AB19BD28A}" dt="2026-02-05T08:15:32.965" v="646" actId="700"/>
          <ac:spMkLst>
            <pc:docMk/>
            <pc:sldMk cId="4115074411" sldId="501"/>
            <ac:spMk id="9" creationId="{F2ECAC3C-A42C-BDC4-11FC-EAFEF1F5A1E9}"/>
          </ac:spMkLst>
        </pc:spChg>
        <pc:spChg chg="del">
          <ac:chgData name="Esther McCartney" userId="003ee287-b963-4216-80c2-e989f2d52a36" providerId="ADAL" clId="{60D34955-58AA-448D-AB0D-989AB19BD28A}" dt="2026-02-05T08:15:32.965" v="646" actId="700"/>
          <ac:spMkLst>
            <pc:docMk/>
            <pc:sldMk cId="4115074411" sldId="501"/>
            <ac:spMk id="11" creationId="{039E78F5-56AF-FCC1-0DC3-4A608E062DFB}"/>
          </ac:spMkLst>
        </pc:spChg>
        <pc:spChg chg="del">
          <ac:chgData name="Esther McCartney" userId="003ee287-b963-4216-80c2-e989f2d52a36" providerId="ADAL" clId="{60D34955-58AA-448D-AB0D-989AB19BD28A}" dt="2026-02-05T08:15:32.965" v="646" actId="700"/>
          <ac:spMkLst>
            <pc:docMk/>
            <pc:sldMk cId="4115074411" sldId="501"/>
            <ac:spMk id="12" creationId="{982999CB-F8F1-6EA6-7DE0-FD69E14CFAF6}"/>
          </ac:spMkLst>
        </pc:spChg>
        <pc:spChg chg="del">
          <ac:chgData name="Esther McCartney" userId="003ee287-b963-4216-80c2-e989f2d52a36" providerId="ADAL" clId="{60D34955-58AA-448D-AB0D-989AB19BD28A}" dt="2026-02-05T08:15:32.965" v="646" actId="700"/>
          <ac:spMkLst>
            <pc:docMk/>
            <pc:sldMk cId="4115074411" sldId="501"/>
            <ac:spMk id="13" creationId="{AAF0DF2F-240D-C2E9-502C-37D10207F5BD}"/>
          </ac:spMkLst>
        </pc:spChg>
        <pc:spChg chg="mod ord">
          <ac:chgData name="Esther McCartney" userId="003ee287-b963-4216-80c2-e989f2d52a36" providerId="ADAL" clId="{60D34955-58AA-448D-AB0D-989AB19BD28A}" dt="2026-02-05T08:17:13.919" v="676" actId="26606"/>
          <ac:spMkLst>
            <pc:docMk/>
            <pc:sldMk cId="4115074411" sldId="501"/>
            <ac:spMk id="17" creationId="{F0CE0920-95E0-B88C-2789-12AC1E426E96}"/>
          </ac:spMkLst>
        </pc:spChg>
        <pc:spChg chg="add del mod ord">
          <ac:chgData name="Esther McCartney" userId="003ee287-b963-4216-80c2-e989f2d52a36" providerId="ADAL" clId="{60D34955-58AA-448D-AB0D-989AB19BD28A}" dt="2026-02-05T08:15:49.377" v="664" actId="700"/>
          <ac:spMkLst>
            <pc:docMk/>
            <pc:sldMk cId="4115074411" sldId="501"/>
            <ac:spMk id="18" creationId="{EBF7016C-6BC5-406A-48F9-FCFA0F717C3E}"/>
          </ac:spMkLst>
        </pc:spChg>
        <pc:spChg chg="add del mod ord">
          <ac:chgData name="Esther McCartney" userId="003ee287-b963-4216-80c2-e989f2d52a36" providerId="ADAL" clId="{60D34955-58AA-448D-AB0D-989AB19BD28A}" dt="2026-02-05T08:17:13.919" v="676" actId="26606"/>
          <ac:spMkLst>
            <pc:docMk/>
            <pc:sldMk cId="4115074411" sldId="501"/>
            <ac:spMk id="19" creationId="{DC002BE0-CA13-A16C-4C6F-00988512365C}"/>
          </ac:spMkLst>
        </pc:spChg>
        <pc:spChg chg="add">
          <ac:chgData name="Esther McCartney" userId="003ee287-b963-4216-80c2-e989f2d52a36" providerId="ADAL" clId="{60D34955-58AA-448D-AB0D-989AB19BD28A}" dt="2026-02-05T08:17:13.919" v="676" actId="26606"/>
          <ac:spMkLst>
            <pc:docMk/>
            <pc:sldMk cId="4115074411" sldId="501"/>
            <ac:spMk id="25" creationId="{F92989FB-1024-49B7-BDF1-B3CE27D48623}"/>
          </ac:spMkLst>
        </pc:spChg>
        <pc:spChg chg="add">
          <ac:chgData name="Esther McCartney" userId="003ee287-b963-4216-80c2-e989f2d52a36" providerId="ADAL" clId="{60D34955-58AA-448D-AB0D-989AB19BD28A}" dt="2026-02-05T08:17:13.919" v="676" actId="26606"/>
          <ac:spMkLst>
            <pc:docMk/>
            <pc:sldMk cId="4115074411" sldId="501"/>
            <ac:spMk id="27" creationId="{DFEE959E-BF10-4204-9556-D1707088D445}"/>
          </ac:spMkLst>
        </pc:spChg>
        <pc:spChg chg="add">
          <ac:chgData name="Esther McCartney" userId="003ee287-b963-4216-80c2-e989f2d52a36" providerId="ADAL" clId="{60D34955-58AA-448D-AB0D-989AB19BD28A}" dt="2026-02-05T08:17:13.919" v="676" actId="26606"/>
          <ac:spMkLst>
            <pc:docMk/>
            <pc:sldMk cId="4115074411" sldId="501"/>
            <ac:spMk id="29" creationId="{DDD17B6A-CB37-4005-9681-A20AFCDC7822}"/>
          </ac:spMkLst>
        </pc:spChg>
        <pc:spChg chg="add">
          <ac:chgData name="Esther McCartney" userId="003ee287-b963-4216-80c2-e989f2d52a36" providerId="ADAL" clId="{60D34955-58AA-448D-AB0D-989AB19BD28A}" dt="2026-02-05T08:17:13.919" v="676" actId="26606"/>
          <ac:spMkLst>
            <pc:docMk/>
            <pc:sldMk cId="4115074411" sldId="501"/>
            <ac:spMk id="31" creationId="{3B7BBDE9-DAED-40B0-A640-503C918D1CE3}"/>
          </ac:spMkLst>
        </pc:spChg>
        <pc:spChg chg="add">
          <ac:chgData name="Esther McCartney" userId="003ee287-b963-4216-80c2-e989f2d52a36" providerId="ADAL" clId="{60D34955-58AA-448D-AB0D-989AB19BD28A}" dt="2026-02-05T08:17:13.919" v="676" actId="26606"/>
          <ac:spMkLst>
            <pc:docMk/>
            <pc:sldMk cId="4115074411" sldId="501"/>
            <ac:spMk id="33" creationId="{7BC7EA7B-802E-41F4-8926-C4475287AA31}"/>
          </ac:spMkLst>
        </pc:spChg>
        <pc:graphicFrameChg chg="add">
          <ac:chgData name="Esther McCartney" userId="003ee287-b963-4216-80c2-e989f2d52a36" providerId="ADAL" clId="{60D34955-58AA-448D-AB0D-989AB19BD28A}" dt="2026-02-05T08:17:13.919" v="676" actId="26606"/>
          <ac:graphicFrameMkLst>
            <pc:docMk/>
            <pc:sldMk cId="4115074411" sldId="501"/>
            <ac:graphicFrameMk id="21" creationId="{F677A7AC-AEFA-FA10-1175-C4E0BEC1CB32}"/>
          </ac:graphicFrameMkLst>
        </pc:graphicFrameChg>
      </pc:sldChg>
      <pc:sldChg chg="modSp new mod">
        <pc:chgData name="Esther McCartney" userId="003ee287-b963-4216-80c2-e989f2d52a36" providerId="ADAL" clId="{60D34955-58AA-448D-AB0D-989AB19BD28A}" dt="2026-02-05T08:18:05.955" v="752" actId="20577"/>
        <pc:sldMkLst>
          <pc:docMk/>
          <pc:sldMk cId="3295178817" sldId="502"/>
        </pc:sldMkLst>
        <pc:spChg chg="mod">
          <ac:chgData name="Esther McCartney" userId="003ee287-b963-4216-80c2-e989f2d52a36" providerId="ADAL" clId="{60D34955-58AA-448D-AB0D-989AB19BD28A}" dt="2026-02-05T08:18:05.955" v="752" actId="20577"/>
          <ac:spMkLst>
            <pc:docMk/>
            <pc:sldMk cId="3295178817" sldId="502"/>
            <ac:spMk id="2" creationId="{F3839515-9027-5BAB-C8DC-14A1279E54DE}"/>
          </ac:spMkLst>
        </pc:spChg>
        <pc:spChg chg="mod">
          <ac:chgData name="Esther McCartney" userId="003ee287-b963-4216-80c2-e989f2d52a36" providerId="ADAL" clId="{60D34955-58AA-448D-AB0D-989AB19BD28A}" dt="2026-02-05T08:18:00.585" v="739" actId="20577"/>
          <ac:spMkLst>
            <pc:docMk/>
            <pc:sldMk cId="3295178817" sldId="502"/>
            <ac:spMk id="3" creationId="{5F63BFDD-91C8-4D72-35A1-E483A9F7E87D}"/>
          </ac:spMkLst>
        </pc:spChg>
      </pc:sldChg>
      <pc:sldChg chg="addSp delSp modSp new del mod">
        <pc:chgData name="Esther McCartney" userId="003ee287-b963-4216-80c2-e989f2d52a36" providerId="ADAL" clId="{60D34955-58AA-448D-AB0D-989AB19BD28A}" dt="2026-02-05T08:23:50.263" v="869" actId="2696"/>
        <pc:sldMkLst>
          <pc:docMk/>
          <pc:sldMk cId="2143069386" sldId="503"/>
        </pc:sldMkLst>
        <pc:spChg chg="mod">
          <ac:chgData name="Esther McCartney" userId="003ee287-b963-4216-80c2-e989f2d52a36" providerId="ADAL" clId="{60D34955-58AA-448D-AB0D-989AB19BD28A}" dt="2026-02-05T08:23:41.310" v="868" actId="20577"/>
          <ac:spMkLst>
            <pc:docMk/>
            <pc:sldMk cId="2143069386" sldId="503"/>
            <ac:spMk id="2" creationId="{D40E2CBB-9655-8411-6DC8-16FA83DB01F1}"/>
          </ac:spMkLst>
        </pc:spChg>
        <pc:spChg chg="add del">
          <ac:chgData name="Esther McCartney" userId="003ee287-b963-4216-80c2-e989f2d52a36" providerId="ADAL" clId="{60D34955-58AA-448D-AB0D-989AB19BD28A}" dt="2026-02-05T08:20:56.630" v="758" actId="1032"/>
          <ac:spMkLst>
            <pc:docMk/>
            <pc:sldMk cId="2143069386" sldId="503"/>
            <ac:spMk id="3" creationId="{AB530FE9-62FF-F550-21CE-AB415B1C1C77}"/>
          </ac:spMkLst>
        </pc:spChg>
        <pc:graphicFrameChg chg="add del modGraphic">
          <ac:chgData name="Esther McCartney" userId="003ee287-b963-4216-80c2-e989f2d52a36" providerId="ADAL" clId="{60D34955-58AA-448D-AB0D-989AB19BD28A}" dt="2026-02-05T08:20:46.225" v="757" actId="1032"/>
          <ac:graphicFrameMkLst>
            <pc:docMk/>
            <pc:sldMk cId="2143069386" sldId="503"/>
            <ac:graphicFrameMk id="4" creationId="{7262012A-6603-7480-DF1E-2A14EE832FE9}"/>
          </ac:graphicFrameMkLst>
        </pc:graphicFrameChg>
        <pc:graphicFrameChg chg="add mod modGraphic">
          <ac:chgData name="Esther McCartney" userId="003ee287-b963-4216-80c2-e989f2d52a36" providerId="ADAL" clId="{60D34955-58AA-448D-AB0D-989AB19BD28A}" dt="2026-02-05T08:23:26.430" v="839" actId="313"/>
          <ac:graphicFrameMkLst>
            <pc:docMk/>
            <pc:sldMk cId="2143069386" sldId="503"/>
            <ac:graphicFrameMk id="5" creationId="{9B9F84C3-452D-2C61-E310-F49215F89496}"/>
          </ac:graphicFrameMkLst>
        </pc:graphicFrameChg>
      </pc:sldChg>
      <pc:sldChg chg="addSp delSp modSp new del">
        <pc:chgData name="Esther McCartney" userId="003ee287-b963-4216-80c2-e989f2d52a36" providerId="ADAL" clId="{60D34955-58AA-448D-AB0D-989AB19BD28A}" dt="2026-02-06T00:13:56.555" v="895" actId="2696"/>
        <pc:sldMkLst>
          <pc:docMk/>
          <pc:sldMk cId="3628842361" sldId="503"/>
        </pc:sldMkLst>
        <pc:spChg chg="del">
          <ac:chgData name="Esther McCartney" userId="003ee287-b963-4216-80c2-e989f2d52a36" providerId="ADAL" clId="{60D34955-58AA-448D-AB0D-989AB19BD28A}" dt="2026-02-05T08:30:01.476" v="887"/>
          <ac:spMkLst>
            <pc:docMk/>
            <pc:sldMk cId="3628842361" sldId="503"/>
            <ac:spMk id="3" creationId="{E55E8801-A9F1-5E74-997D-7419DF08F7BF}"/>
          </ac:spMkLst>
        </pc:spChg>
        <pc:spChg chg="add del mod">
          <ac:chgData name="Esther McCartney" userId="003ee287-b963-4216-80c2-e989f2d52a36" providerId="ADAL" clId="{60D34955-58AA-448D-AB0D-989AB19BD28A}" dt="2026-02-05T08:30:03.605" v="888"/>
          <ac:spMkLst>
            <pc:docMk/>
            <pc:sldMk cId="3628842361" sldId="503"/>
            <ac:spMk id="4" creationId="{A2F19EAC-C65A-5101-5527-B77D99284FE3}"/>
          </ac:spMkLst>
        </pc:spChg>
        <pc:spChg chg="add del mod">
          <ac:chgData name="Esther McCartney" userId="003ee287-b963-4216-80c2-e989f2d52a36" providerId="ADAL" clId="{60D34955-58AA-448D-AB0D-989AB19BD28A}" dt="2026-02-05T08:30:11.122" v="889"/>
          <ac:spMkLst>
            <pc:docMk/>
            <pc:sldMk cId="3628842361" sldId="503"/>
            <ac:spMk id="5" creationId="{8A208E80-E543-B63F-BA48-2D9965CCFA88}"/>
          </ac:spMkLst>
        </pc:spChg>
        <pc:spChg chg="add del mod">
          <ac:chgData name="Esther McCartney" userId="003ee287-b963-4216-80c2-e989f2d52a36" providerId="ADAL" clId="{60D34955-58AA-448D-AB0D-989AB19BD28A}" dt="2026-02-05T08:30:14.068" v="890" actId="478"/>
          <ac:spMkLst>
            <pc:docMk/>
            <pc:sldMk cId="3628842361" sldId="503"/>
            <ac:spMk id="6" creationId="{145DB6F1-CD4D-1E38-3D00-64D30591EB58}"/>
          </ac:spMkLst>
        </pc:spChg>
        <pc:spChg chg="add mod">
          <ac:chgData name="Esther McCartney" userId="003ee287-b963-4216-80c2-e989f2d52a36" providerId="ADAL" clId="{60D34955-58AA-448D-AB0D-989AB19BD28A}" dt="2026-02-05T08:30:17.135" v="892" actId="14100"/>
          <ac:spMkLst>
            <pc:docMk/>
            <pc:sldMk cId="3628842361" sldId="503"/>
            <ac:spMk id="7" creationId="{6068A025-2C00-AA47-C68E-5775F8FD53BC}"/>
          </ac:spMkLst>
        </pc:spChg>
        <pc:picChg chg="add del">
          <ac:chgData name="Esther McCartney" userId="003ee287-b963-4216-80c2-e989f2d52a36" providerId="ADAL" clId="{60D34955-58AA-448D-AB0D-989AB19BD28A}" dt="2026-02-06T00:13:50.399" v="894" actId="21"/>
          <ac:picMkLst>
            <pc:docMk/>
            <pc:sldMk cId="3628842361" sldId="503"/>
            <ac:picMk id="1034" creationId="{815B57D6-8539-ED8A-EA48-04B9E0BE2471}"/>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EB3DE0-B6A2-406B-AD84-CDD4F11AFED8}"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B102E580-81DD-4376-B141-4FE70B640C5B}">
      <dgm:prSet/>
      <dgm:spPr/>
      <dgm:t>
        <a:bodyPr/>
        <a:lstStyle/>
        <a:p>
          <a:r>
            <a:rPr lang="en-US" b="0" i="0"/>
            <a:t>Eye Contact</a:t>
          </a:r>
          <a:endParaRPr lang="en-US"/>
        </a:p>
      </dgm:t>
    </dgm:pt>
    <dgm:pt modelId="{C5AA595B-7494-4D2A-A1BD-1E247D2CE57A}" type="parTrans" cxnId="{1CDDB1FB-36EE-428F-963D-8002B1089819}">
      <dgm:prSet/>
      <dgm:spPr/>
      <dgm:t>
        <a:bodyPr/>
        <a:lstStyle/>
        <a:p>
          <a:endParaRPr lang="en-US"/>
        </a:p>
      </dgm:t>
    </dgm:pt>
    <dgm:pt modelId="{1DD7C28B-09B5-4A81-896E-B3F60BD1D44A}" type="sibTrans" cxnId="{1CDDB1FB-36EE-428F-963D-8002B1089819}">
      <dgm:prSet/>
      <dgm:spPr/>
      <dgm:t>
        <a:bodyPr/>
        <a:lstStyle/>
        <a:p>
          <a:endParaRPr lang="en-US"/>
        </a:p>
      </dgm:t>
    </dgm:pt>
    <dgm:pt modelId="{130C5D5F-B3A9-45C7-B49C-8A56667EB022}">
      <dgm:prSet/>
      <dgm:spPr/>
      <dgm:t>
        <a:bodyPr/>
        <a:lstStyle/>
        <a:p>
          <a:r>
            <a:rPr lang="en-US" b="0" i="0"/>
            <a:t>Body Position</a:t>
          </a:r>
          <a:endParaRPr lang="en-US"/>
        </a:p>
      </dgm:t>
    </dgm:pt>
    <dgm:pt modelId="{9CD731D2-41EC-478E-90CF-90B925C92B71}" type="parTrans" cxnId="{C743E48D-FACF-4E88-A56C-7FDD2D228587}">
      <dgm:prSet/>
      <dgm:spPr/>
      <dgm:t>
        <a:bodyPr/>
        <a:lstStyle/>
        <a:p>
          <a:endParaRPr lang="en-US"/>
        </a:p>
      </dgm:t>
    </dgm:pt>
    <dgm:pt modelId="{417E0EC4-8F35-4B7A-B29B-C36420AD50FB}" type="sibTrans" cxnId="{C743E48D-FACF-4E88-A56C-7FDD2D228587}">
      <dgm:prSet/>
      <dgm:spPr/>
      <dgm:t>
        <a:bodyPr/>
        <a:lstStyle/>
        <a:p>
          <a:endParaRPr lang="en-US"/>
        </a:p>
      </dgm:t>
    </dgm:pt>
    <dgm:pt modelId="{9C7CA19E-94A4-4068-950C-C77EBCD2747E}">
      <dgm:prSet/>
      <dgm:spPr/>
      <dgm:t>
        <a:bodyPr/>
        <a:lstStyle/>
        <a:p>
          <a:r>
            <a:rPr lang="en-US" b="0" i="0"/>
            <a:t>Vocal Tone</a:t>
          </a:r>
          <a:endParaRPr lang="en-US"/>
        </a:p>
      </dgm:t>
    </dgm:pt>
    <dgm:pt modelId="{C8FFBB83-C0E8-4504-9EF5-D92CAD76C8BA}" type="parTrans" cxnId="{133E9D95-8843-421F-83B0-32DE3E11C3F3}">
      <dgm:prSet/>
      <dgm:spPr/>
      <dgm:t>
        <a:bodyPr/>
        <a:lstStyle/>
        <a:p>
          <a:endParaRPr lang="en-US"/>
        </a:p>
      </dgm:t>
    </dgm:pt>
    <dgm:pt modelId="{BEC7E995-62CD-43D9-BDB9-3B583A76B1EA}" type="sibTrans" cxnId="{133E9D95-8843-421F-83B0-32DE3E11C3F3}">
      <dgm:prSet/>
      <dgm:spPr/>
      <dgm:t>
        <a:bodyPr/>
        <a:lstStyle/>
        <a:p>
          <a:endParaRPr lang="en-US"/>
        </a:p>
      </dgm:t>
    </dgm:pt>
    <dgm:pt modelId="{79FC76D3-CA38-4597-ACA0-BB3D87A667A4}">
      <dgm:prSet/>
      <dgm:spPr/>
      <dgm:t>
        <a:bodyPr/>
        <a:lstStyle/>
        <a:p>
          <a:r>
            <a:rPr lang="en-US" b="0" i="0"/>
            <a:t>Silence</a:t>
          </a:r>
          <a:endParaRPr lang="en-US"/>
        </a:p>
      </dgm:t>
    </dgm:pt>
    <dgm:pt modelId="{CFA61955-4900-4C30-86C8-857D95D11E7D}" type="parTrans" cxnId="{EA0ED2D9-00B8-4363-8B71-E049F2DAC2DB}">
      <dgm:prSet/>
      <dgm:spPr/>
      <dgm:t>
        <a:bodyPr/>
        <a:lstStyle/>
        <a:p>
          <a:endParaRPr lang="en-US"/>
        </a:p>
      </dgm:t>
    </dgm:pt>
    <dgm:pt modelId="{B3D63F55-01AE-46F5-9ED8-EA2FDB27CD2C}" type="sibTrans" cxnId="{EA0ED2D9-00B8-4363-8B71-E049F2DAC2DB}">
      <dgm:prSet/>
      <dgm:spPr/>
      <dgm:t>
        <a:bodyPr/>
        <a:lstStyle/>
        <a:p>
          <a:endParaRPr lang="en-US"/>
        </a:p>
      </dgm:t>
    </dgm:pt>
    <dgm:pt modelId="{AD0E6ADE-323E-42E7-8C40-1CCBB6CFF57F}" type="pres">
      <dgm:prSet presAssocID="{E4EB3DE0-B6A2-406B-AD84-CDD4F11AFED8}" presName="vert0" presStyleCnt="0">
        <dgm:presLayoutVars>
          <dgm:dir/>
          <dgm:animOne val="branch"/>
          <dgm:animLvl val="lvl"/>
        </dgm:presLayoutVars>
      </dgm:prSet>
      <dgm:spPr/>
    </dgm:pt>
    <dgm:pt modelId="{003851A2-A5B1-4FE7-86B8-44378577E006}" type="pres">
      <dgm:prSet presAssocID="{B102E580-81DD-4376-B141-4FE70B640C5B}" presName="thickLine" presStyleLbl="alignNode1" presStyleIdx="0" presStyleCnt="4"/>
      <dgm:spPr/>
    </dgm:pt>
    <dgm:pt modelId="{27DC3925-9E3C-4DCB-B074-C7738C293F72}" type="pres">
      <dgm:prSet presAssocID="{B102E580-81DD-4376-B141-4FE70B640C5B}" presName="horz1" presStyleCnt="0"/>
      <dgm:spPr/>
    </dgm:pt>
    <dgm:pt modelId="{6A57E3DC-2AC1-44B2-91BE-6ECF4A220671}" type="pres">
      <dgm:prSet presAssocID="{B102E580-81DD-4376-B141-4FE70B640C5B}" presName="tx1" presStyleLbl="revTx" presStyleIdx="0" presStyleCnt="4"/>
      <dgm:spPr/>
    </dgm:pt>
    <dgm:pt modelId="{5749201A-6725-4174-9C4F-B2CEF62C2AF1}" type="pres">
      <dgm:prSet presAssocID="{B102E580-81DD-4376-B141-4FE70B640C5B}" presName="vert1" presStyleCnt="0"/>
      <dgm:spPr/>
    </dgm:pt>
    <dgm:pt modelId="{D890B0A3-764A-4165-AC89-8636DD983128}" type="pres">
      <dgm:prSet presAssocID="{130C5D5F-B3A9-45C7-B49C-8A56667EB022}" presName="thickLine" presStyleLbl="alignNode1" presStyleIdx="1" presStyleCnt="4"/>
      <dgm:spPr/>
    </dgm:pt>
    <dgm:pt modelId="{07F49ABC-E4B2-47C7-9F03-40F3FBF9CFD8}" type="pres">
      <dgm:prSet presAssocID="{130C5D5F-B3A9-45C7-B49C-8A56667EB022}" presName="horz1" presStyleCnt="0"/>
      <dgm:spPr/>
    </dgm:pt>
    <dgm:pt modelId="{A42ECEC7-5AE0-442C-8906-A2908EE02026}" type="pres">
      <dgm:prSet presAssocID="{130C5D5F-B3A9-45C7-B49C-8A56667EB022}" presName="tx1" presStyleLbl="revTx" presStyleIdx="1" presStyleCnt="4"/>
      <dgm:spPr/>
    </dgm:pt>
    <dgm:pt modelId="{0F5B7E41-A6AC-4641-BBA3-8FB22907E7E1}" type="pres">
      <dgm:prSet presAssocID="{130C5D5F-B3A9-45C7-B49C-8A56667EB022}" presName="vert1" presStyleCnt="0"/>
      <dgm:spPr/>
    </dgm:pt>
    <dgm:pt modelId="{129BEBCA-4F25-4BEE-A6BB-DDA7E1F383E4}" type="pres">
      <dgm:prSet presAssocID="{9C7CA19E-94A4-4068-950C-C77EBCD2747E}" presName="thickLine" presStyleLbl="alignNode1" presStyleIdx="2" presStyleCnt="4"/>
      <dgm:spPr/>
    </dgm:pt>
    <dgm:pt modelId="{E65023DC-B7EA-46D2-AD72-06F10CBE9FD2}" type="pres">
      <dgm:prSet presAssocID="{9C7CA19E-94A4-4068-950C-C77EBCD2747E}" presName="horz1" presStyleCnt="0"/>
      <dgm:spPr/>
    </dgm:pt>
    <dgm:pt modelId="{FAB1D026-E533-4C92-9BE0-02A635EBE2B4}" type="pres">
      <dgm:prSet presAssocID="{9C7CA19E-94A4-4068-950C-C77EBCD2747E}" presName="tx1" presStyleLbl="revTx" presStyleIdx="2" presStyleCnt="4"/>
      <dgm:spPr/>
    </dgm:pt>
    <dgm:pt modelId="{EA95A27C-4D20-4B33-9525-A7008DE71FCD}" type="pres">
      <dgm:prSet presAssocID="{9C7CA19E-94A4-4068-950C-C77EBCD2747E}" presName="vert1" presStyleCnt="0"/>
      <dgm:spPr/>
    </dgm:pt>
    <dgm:pt modelId="{8F318792-56F7-4A48-9831-75136922C03D}" type="pres">
      <dgm:prSet presAssocID="{79FC76D3-CA38-4597-ACA0-BB3D87A667A4}" presName="thickLine" presStyleLbl="alignNode1" presStyleIdx="3" presStyleCnt="4"/>
      <dgm:spPr/>
    </dgm:pt>
    <dgm:pt modelId="{69804A69-9DB3-4058-B374-1C07C7CFC794}" type="pres">
      <dgm:prSet presAssocID="{79FC76D3-CA38-4597-ACA0-BB3D87A667A4}" presName="horz1" presStyleCnt="0"/>
      <dgm:spPr/>
    </dgm:pt>
    <dgm:pt modelId="{839075FF-21A1-4040-8681-6FC0376940D0}" type="pres">
      <dgm:prSet presAssocID="{79FC76D3-CA38-4597-ACA0-BB3D87A667A4}" presName="tx1" presStyleLbl="revTx" presStyleIdx="3" presStyleCnt="4"/>
      <dgm:spPr/>
    </dgm:pt>
    <dgm:pt modelId="{C0E97D86-0A01-493F-BE20-F8AD95FFD378}" type="pres">
      <dgm:prSet presAssocID="{79FC76D3-CA38-4597-ACA0-BB3D87A667A4}" presName="vert1" presStyleCnt="0"/>
      <dgm:spPr/>
    </dgm:pt>
  </dgm:ptLst>
  <dgm:cxnLst>
    <dgm:cxn modelId="{47E9FE27-B0F4-4834-9233-7BB80313B258}" type="presOf" srcId="{79FC76D3-CA38-4597-ACA0-BB3D87A667A4}" destId="{839075FF-21A1-4040-8681-6FC0376940D0}" srcOrd="0" destOrd="0" presId="urn:microsoft.com/office/officeart/2008/layout/LinedList"/>
    <dgm:cxn modelId="{C78B3739-CBE7-4296-855E-E43D7C81BBB1}" type="presOf" srcId="{130C5D5F-B3A9-45C7-B49C-8A56667EB022}" destId="{A42ECEC7-5AE0-442C-8906-A2908EE02026}" srcOrd="0" destOrd="0" presId="urn:microsoft.com/office/officeart/2008/layout/LinedList"/>
    <dgm:cxn modelId="{E5C2C53B-D75B-4AC9-BE73-3F9343785C13}" type="presOf" srcId="{9C7CA19E-94A4-4068-950C-C77EBCD2747E}" destId="{FAB1D026-E533-4C92-9BE0-02A635EBE2B4}" srcOrd="0" destOrd="0" presId="urn:microsoft.com/office/officeart/2008/layout/LinedList"/>
    <dgm:cxn modelId="{C743E48D-FACF-4E88-A56C-7FDD2D228587}" srcId="{E4EB3DE0-B6A2-406B-AD84-CDD4F11AFED8}" destId="{130C5D5F-B3A9-45C7-B49C-8A56667EB022}" srcOrd="1" destOrd="0" parTransId="{9CD731D2-41EC-478E-90CF-90B925C92B71}" sibTransId="{417E0EC4-8F35-4B7A-B29B-C36420AD50FB}"/>
    <dgm:cxn modelId="{6637E594-47AD-49AE-9EC8-3CEBC77032E3}" type="presOf" srcId="{B102E580-81DD-4376-B141-4FE70B640C5B}" destId="{6A57E3DC-2AC1-44B2-91BE-6ECF4A220671}" srcOrd="0" destOrd="0" presId="urn:microsoft.com/office/officeart/2008/layout/LinedList"/>
    <dgm:cxn modelId="{133E9D95-8843-421F-83B0-32DE3E11C3F3}" srcId="{E4EB3DE0-B6A2-406B-AD84-CDD4F11AFED8}" destId="{9C7CA19E-94A4-4068-950C-C77EBCD2747E}" srcOrd="2" destOrd="0" parTransId="{C8FFBB83-C0E8-4504-9EF5-D92CAD76C8BA}" sibTransId="{BEC7E995-62CD-43D9-BDB9-3B583A76B1EA}"/>
    <dgm:cxn modelId="{EA0ED2D9-00B8-4363-8B71-E049F2DAC2DB}" srcId="{E4EB3DE0-B6A2-406B-AD84-CDD4F11AFED8}" destId="{79FC76D3-CA38-4597-ACA0-BB3D87A667A4}" srcOrd="3" destOrd="0" parTransId="{CFA61955-4900-4C30-86C8-857D95D11E7D}" sibTransId="{B3D63F55-01AE-46F5-9ED8-EA2FDB27CD2C}"/>
    <dgm:cxn modelId="{19A066F9-A717-4A44-A58E-F1E26B18720A}" type="presOf" srcId="{E4EB3DE0-B6A2-406B-AD84-CDD4F11AFED8}" destId="{AD0E6ADE-323E-42E7-8C40-1CCBB6CFF57F}" srcOrd="0" destOrd="0" presId="urn:microsoft.com/office/officeart/2008/layout/LinedList"/>
    <dgm:cxn modelId="{1CDDB1FB-36EE-428F-963D-8002B1089819}" srcId="{E4EB3DE0-B6A2-406B-AD84-CDD4F11AFED8}" destId="{B102E580-81DD-4376-B141-4FE70B640C5B}" srcOrd="0" destOrd="0" parTransId="{C5AA595B-7494-4D2A-A1BD-1E247D2CE57A}" sibTransId="{1DD7C28B-09B5-4A81-896E-B3F60BD1D44A}"/>
    <dgm:cxn modelId="{68F793F0-6F64-479D-A160-1EF85A79DE1E}" type="presParOf" srcId="{AD0E6ADE-323E-42E7-8C40-1CCBB6CFF57F}" destId="{003851A2-A5B1-4FE7-86B8-44378577E006}" srcOrd="0" destOrd="0" presId="urn:microsoft.com/office/officeart/2008/layout/LinedList"/>
    <dgm:cxn modelId="{BB0CB5B9-5678-4FF8-82AF-49E67212B53D}" type="presParOf" srcId="{AD0E6ADE-323E-42E7-8C40-1CCBB6CFF57F}" destId="{27DC3925-9E3C-4DCB-B074-C7738C293F72}" srcOrd="1" destOrd="0" presId="urn:microsoft.com/office/officeart/2008/layout/LinedList"/>
    <dgm:cxn modelId="{6158B101-B0CC-4A57-BB23-E243762A7873}" type="presParOf" srcId="{27DC3925-9E3C-4DCB-B074-C7738C293F72}" destId="{6A57E3DC-2AC1-44B2-91BE-6ECF4A220671}" srcOrd="0" destOrd="0" presId="urn:microsoft.com/office/officeart/2008/layout/LinedList"/>
    <dgm:cxn modelId="{D5D9BD85-73BA-412D-98F7-C9CEE3119DFF}" type="presParOf" srcId="{27DC3925-9E3C-4DCB-B074-C7738C293F72}" destId="{5749201A-6725-4174-9C4F-B2CEF62C2AF1}" srcOrd="1" destOrd="0" presId="urn:microsoft.com/office/officeart/2008/layout/LinedList"/>
    <dgm:cxn modelId="{D07133DC-9A84-4871-B0A8-54A6FB980573}" type="presParOf" srcId="{AD0E6ADE-323E-42E7-8C40-1CCBB6CFF57F}" destId="{D890B0A3-764A-4165-AC89-8636DD983128}" srcOrd="2" destOrd="0" presId="urn:microsoft.com/office/officeart/2008/layout/LinedList"/>
    <dgm:cxn modelId="{7F011FCE-B5C7-48F8-8255-B4B2044F6CA6}" type="presParOf" srcId="{AD0E6ADE-323E-42E7-8C40-1CCBB6CFF57F}" destId="{07F49ABC-E4B2-47C7-9F03-40F3FBF9CFD8}" srcOrd="3" destOrd="0" presId="urn:microsoft.com/office/officeart/2008/layout/LinedList"/>
    <dgm:cxn modelId="{F95CC076-8D87-402F-B06D-BD3FE46B77E9}" type="presParOf" srcId="{07F49ABC-E4B2-47C7-9F03-40F3FBF9CFD8}" destId="{A42ECEC7-5AE0-442C-8906-A2908EE02026}" srcOrd="0" destOrd="0" presId="urn:microsoft.com/office/officeart/2008/layout/LinedList"/>
    <dgm:cxn modelId="{6706BDD0-8C6A-4230-B260-78320AA1FF5C}" type="presParOf" srcId="{07F49ABC-E4B2-47C7-9F03-40F3FBF9CFD8}" destId="{0F5B7E41-A6AC-4641-BBA3-8FB22907E7E1}" srcOrd="1" destOrd="0" presId="urn:microsoft.com/office/officeart/2008/layout/LinedList"/>
    <dgm:cxn modelId="{FC9F584B-6571-4486-97B1-D49BA189CABD}" type="presParOf" srcId="{AD0E6ADE-323E-42E7-8C40-1CCBB6CFF57F}" destId="{129BEBCA-4F25-4BEE-A6BB-DDA7E1F383E4}" srcOrd="4" destOrd="0" presId="urn:microsoft.com/office/officeart/2008/layout/LinedList"/>
    <dgm:cxn modelId="{DC27084F-0EAA-4C6E-A49A-7D9166F48400}" type="presParOf" srcId="{AD0E6ADE-323E-42E7-8C40-1CCBB6CFF57F}" destId="{E65023DC-B7EA-46D2-AD72-06F10CBE9FD2}" srcOrd="5" destOrd="0" presId="urn:microsoft.com/office/officeart/2008/layout/LinedList"/>
    <dgm:cxn modelId="{DDB8E3B7-B552-4F98-97D4-BF4B6AC081C9}" type="presParOf" srcId="{E65023DC-B7EA-46D2-AD72-06F10CBE9FD2}" destId="{FAB1D026-E533-4C92-9BE0-02A635EBE2B4}" srcOrd="0" destOrd="0" presId="urn:microsoft.com/office/officeart/2008/layout/LinedList"/>
    <dgm:cxn modelId="{53242CC3-0B73-48AF-A66F-885695CFD7F4}" type="presParOf" srcId="{E65023DC-B7EA-46D2-AD72-06F10CBE9FD2}" destId="{EA95A27C-4D20-4B33-9525-A7008DE71FCD}" srcOrd="1" destOrd="0" presId="urn:microsoft.com/office/officeart/2008/layout/LinedList"/>
    <dgm:cxn modelId="{1D0635CB-9D6B-4473-9709-C491855838A0}" type="presParOf" srcId="{AD0E6ADE-323E-42E7-8C40-1CCBB6CFF57F}" destId="{8F318792-56F7-4A48-9831-75136922C03D}" srcOrd="6" destOrd="0" presId="urn:microsoft.com/office/officeart/2008/layout/LinedList"/>
    <dgm:cxn modelId="{17BCF342-8D27-49FB-9DB2-32E7AA22FDAB}" type="presParOf" srcId="{AD0E6ADE-323E-42E7-8C40-1CCBB6CFF57F}" destId="{69804A69-9DB3-4058-B374-1C07C7CFC794}" srcOrd="7" destOrd="0" presId="urn:microsoft.com/office/officeart/2008/layout/LinedList"/>
    <dgm:cxn modelId="{10BCE46A-DA03-44A4-AACB-C8AC89FA0F89}" type="presParOf" srcId="{69804A69-9DB3-4058-B374-1C07C7CFC794}" destId="{839075FF-21A1-4040-8681-6FC0376940D0}" srcOrd="0" destOrd="0" presId="urn:microsoft.com/office/officeart/2008/layout/LinedList"/>
    <dgm:cxn modelId="{3E37DB07-4C06-47F3-ACCF-B52A70DC070E}" type="presParOf" srcId="{69804A69-9DB3-4058-B374-1C07C7CFC794}" destId="{C0E97D86-0A01-493F-BE20-F8AD95FFD3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F40206-477A-4603-B785-DA028052C3BE}" type="doc">
      <dgm:prSet loTypeId="urn:microsoft.com/office/officeart/2008/layout/LinedList" loCatId="list" qsTypeId="urn:microsoft.com/office/officeart/2005/8/quickstyle/simple1" qsCatId="simple" csTypeId="urn:microsoft.com/office/officeart/2005/8/colors/accent5_2" csCatId="accent5" phldr="1"/>
      <dgm:spPr/>
      <dgm:t>
        <a:bodyPr/>
        <a:lstStyle/>
        <a:p>
          <a:endParaRPr lang="en-US"/>
        </a:p>
      </dgm:t>
    </dgm:pt>
    <dgm:pt modelId="{848A2667-0882-42F2-AB74-DA8B1F446DCF}">
      <dgm:prSet phldrT="[Text]"/>
      <dgm:spPr/>
      <dgm:t>
        <a:bodyPr/>
        <a:lstStyle/>
        <a:p>
          <a:r>
            <a:rPr lang="en-US" noProof="0">
              <a:ea typeface="Times New Roman" panose="02020603050405020304" pitchFamily="18" charset="0"/>
            </a:rPr>
            <a:t>S</a:t>
          </a:r>
          <a:endParaRPr lang="en-US"/>
        </a:p>
      </dgm:t>
    </dgm:pt>
    <dgm:pt modelId="{A8D91D99-9392-4873-B423-12E1E20B8E6D}" type="parTrans" cxnId="{2835AE17-4030-4183-91D9-0F07FF833361}">
      <dgm:prSet/>
      <dgm:spPr/>
      <dgm:t>
        <a:bodyPr/>
        <a:lstStyle/>
        <a:p>
          <a:endParaRPr lang="en-US"/>
        </a:p>
      </dgm:t>
    </dgm:pt>
    <dgm:pt modelId="{C70FA1A8-2594-4377-BB0C-908F014F9131}" type="sibTrans" cxnId="{2835AE17-4030-4183-91D9-0F07FF833361}">
      <dgm:prSet/>
      <dgm:spPr/>
      <dgm:t>
        <a:bodyPr/>
        <a:lstStyle/>
        <a:p>
          <a:endParaRPr lang="en-US"/>
        </a:p>
      </dgm:t>
    </dgm:pt>
    <dgm:pt modelId="{2A9541E0-76ED-46C4-ADAB-EF02EBE73E93}">
      <dgm:prSet/>
      <dgm:spPr/>
      <dgm:t>
        <a:bodyPr/>
        <a:lstStyle/>
        <a:p>
          <a:r>
            <a:rPr lang="en-US" noProof="0" dirty="0">
              <a:ea typeface="Times New Roman" panose="02020603050405020304" pitchFamily="18" charset="0"/>
            </a:rPr>
            <a:t>L</a:t>
          </a:r>
        </a:p>
      </dgm:t>
    </dgm:pt>
    <dgm:pt modelId="{1C833F91-90DD-4553-B661-128516A000B8}" type="parTrans" cxnId="{D0E6599B-850D-4C31-A581-7F1852DD50E1}">
      <dgm:prSet/>
      <dgm:spPr/>
      <dgm:t>
        <a:bodyPr/>
        <a:lstStyle/>
        <a:p>
          <a:endParaRPr lang="en-US"/>
        </a:p>
      </dgm:t>
    </dgm:pt>
    <dgm:pt modelId="{BC42CA13-51A1-4D61-AA30-AB13EC41669F}" type="sibTrans" cxnId="{D0E6599B-850D-4C31-A581-7F1852DD50E1}">
      <dgm:prSet/>
      <dgm:spPr/>
      <dgm:t>
        <a:bodyPr/>
        <a:lstStyle/>
        <a:p>
          <a:endParaRPr lang="en-US"/>
        </a:p>
      </dgm:t>
    </dgm:pt>
    <dgm:pt modelId="{7FC2A59F-7362-4A67-84D7-C08DD602812D}">
      <dgm:prSet/>
      <dgm:spPr/>
      <dgm:t>
        <a:bodyPr/>
        <a:lstStyle/>
        <a:p>
          <a:r>
            <a:rPr lang="en-US" noProof="0">
              <a:ea typeface="Times New Roman" panose="02020603050405020304" pitchFamily="18" charset="0"/>
            </a:rPr>
            <a:t>E</a:t>
          </a:r>
        </a:p>
      </dgm:t>
    </dgm:pt>
    <dgm:pt modelId="{64831775-9AE2-441D-BAA4-E798EB6D5CC7}" type="parTrans" cxnId="{74DC5930-0295-473D-9D67-25E20CF808C5}">
      <dgm:prSet/>
      <dgm:spPr/>
      <dgm:t>
        <a:bodyPr/>
        <a:lstStyle/>
        <a:p>
          <a:endParaRPr lang="en-US"/>
        </a:p>
      </dgm:t>
    </dgm:pt>
    <dgm:pt modelId="{DE2B7CBB-49E0-4352-9D0E-C8EEA8BA8F5A}" type="sibTrans" cxnId="{74DC5930-0295-473D-9D67-25E20CF808C5}">
      <dgm:prSet/>
      <dgm:spPr/>
      <dgm:t>
        <a:bodyPr/>
        <a:lstStyle/>
        <a:p>
          <a:endParaRPr lang="en-US"/>
        </a:p>
      </dgm:t>
    </dgm:pt>
    <dgm:pt modelId="{98BAD20F-D5C2-44A5-AEC2-13D800D25B8B}">
      <dgm:prSet/>
      <dgm:spPr/>
      <dgm:t>
        <a:bodyPr/>
        <a:lstStyle/>
        <a:p>
          <a:r>
            <a:rPr lang="en-US" noProof="0">
              <a:ea typeface="Times New Roman" panose="02020603050405020304" pitchFamily="18" charset="0"/>
            </a:rPr>
            <a:t>R</a:t>
          </a:r>
          <a:endParaRPr lang="en-US" b="1" noProof="0">
            <a:ea typeface="Times New Roman" panose="02020603050405020304" pitchFamily="18" charset="0"/>
          </a:endParaRPr>
        </a:p>
      </dgm:t>
    </dgm:pt>
    <dgm:pt modelId="{0226E027-2E65-4EBF-B6B6-0A1DCB7D5674}" type="parTrans" cxnId="{4FFD5BA3-3FDD-4CFD-9411-6365A88C48FC}">
      <dgm:prSet/>
      <dgm:spPr/>
      <dgm:t>
        <a:bodyPr/>
        <a:lstStyle/>
        <a:p>
          <a:endParaRPr lang="en-US"/>
        </a:p>
      </dgm:t>
    </dgm:pt>
    <dgm:pt modelId="{D3B53561-FEC5-4AF2-8088-23D951677AAD}" type="sibTrans" cxnId="{4FFD5BA3-3FDD-4CFD-9411-6365A88C48FC}">
      <dgm:prSet/>
      <dgm:spPr/>
      <dgm:t>
        <a:bodyPr/>
        <a:lstStyle/>
        <a:p>
          <a:endParaRPr lang="en-US"/>
        </a:p>
      </dgm:t>
    </dgm:pt>
    <dgm:pt modelId="{A713A306-E2C3-462B-990C-3AC26CC7FFBB}">
      <dgm:prSet phldrT="[Text]"/>
      <dgm:spPr/>
      <dgm:t>
        <a:bodyPr/>
        <a:lstStyle/>
        <a:p>
          <a:r>
            <a:rPr lang="en-US" b="1" noProof="0" dirty="0">
              <a:ea typeface="Times New Roman" panose="02020603050405020304" pitchFamily="18" charset="0"/>
            </a:rPr>
            <a:t>Squarely</a:t>
          </a:r>
          <a:r>
            <a:rPr lang="en-US" noProof="0" dirty="0">
              <a:ea typeface="Times New Roman" panose="02020603050405020304" pitchFamily="18" charset="0"/>
            </a:rPr>
            <a:t> face the client</a:t>
          </a:r>
          <a:endParaRPr lang="en-US" dirty="0"/>
        </a:p>
      </dgm:t>
    </dgm:pt>
    <dgm:pt modelId="{FEE390B0-A504-4999-8F19-33587BFCA587}" type="parTrans" cxnId="{567D730A-7C63-42B0-A843-94263C5BF2D9}">
      <dgm:prSet/>
      <dgm:spPr/>
      <dgm:t>
        <a:bodyPr/>
        <a:lstStyle/>
        <a:p>
          <a:endParaRPr lang="en-US"/>
        </a:p>
      </dgm:t>
    </dgm:pt>
    <dgm:pt modelId="{5B3768FD-617B-4034-9639-FDFE47002364}" type="sibTrans" cxnId="{567D730A-7C63-42B0-A843-94263C5BF2D9}">
      <dgm:prSet/>
      <dgm:spPr/>
      <dgm:t>
        <a:bodyPr/>
        <a:lstStyle/>
        <a:p>
          <a:endParaRPr lang="en-US"/>
        </a:p>
      </dgm:t>
    </dgm:pt>
    <dgm:pt modelId="{69747514-1ABB-446B-8828-0420588C9FE1}">
      <dgm:prSet/>
      <dgm:spPr/>
      <dgm:t>
        <a:bodyPr/>
        <a:lstStyle/>
        <a:p>
          <a:r>
            <a:rPr lang="en-US" noProof="0" dirty="0">
              <a:ea typeface="Times New Roman" panose="02020603050405020304" pitchFamily="18" charset="0"/>
            </a:rPr>
            <a:t>Adopt an </a:t>
          </a:r>
          <a:r>
            <a:rPr lang="en-US" b="1" noProof="0" dirty="0">
              <a:ea typeface="Times New Roman" panose="02020603050405020304" pitchFamily="18" charset="0"/>
            </a:rPr>
            <a:t>open</a:t>
          </a:r>
          <a:r>
            <a:rPr lang="en-US" noProof="0" dirty="0">
              <a:ea typeface="Times New Roman" panose="02020603050405020304" pitchFamily="18" charset="0"/>
            </a:rPr>
            <a:t> posture</a:t>
          </a:r>
        </a:p>
      </dgm:t>
    </dgm:pt>
    <dgm:pt modelId="{47AF5EEE-CA58-4AA5-84AA-1CCA37451F43}" type="parTrans" cxnId="{82AF198C-0C17-44EF-B162-B6252220C0D8}">
      <dgm:prSet/>
      <dgm:spPr/>
      <dgm:t>
        <a:bodyPr/>
        <a:lstStyle/>
        <a:p>
          <a:endParaRPr lang="en-US"/>
        </a:p>
      </dgm:t>
    </dgm:pt>
    <dgm:pt modelId="{CB2734A1-F4CA-416D-A6EF-9A6A735C2341}" type="sibTrans" cxnId="{82AF198C-0C17-44EF-B162-B6252220C0D8}">
      <dgm:prSet/>
      <dgm:spPr/>
      <dgm:t>
        <a:bodyPr/>
        <a:lstStyle/>
        <a:p>
          <a:endParaRPr lang="en-US"/>
        </a:p>
      </dgm:t>
    </dgm:pt>
    <dgm:pt modelId="{B42CCBBE-04E7-4F42-9690-843DDDA07D17}">
      <dgm:prSet/>
      <dgm:spPr/>
      <dgm:t>
        <a:bodyPr/>
        <a:lstStyle/>
        <a:p>
          <a:r>
            <a:rPr lang="en-US" b="1" noProof="0" dirty="0">
              <a:ea typeface="Times New Roman" panose="02020603050405020304" pitchFamily="18" charset="0"/>
            </a:rPr>
            <a:t>Lean</a:t>
          </a:r>
          <a:r>
            <a:rPr lang="en-US" noProof="0" dirty="0">
              <a:ea typeface="Times New Roman" panose="02020603050405020304" pitchFamily="18" charset="0"/>
            </a:rPr>
            <a:t> (slightly) toward your client</a:t>
          </a:r>
        </a:p>
      </dgm:t>
    </dgm:pt>
    <dgm:pt modelId="{8A345343-06AE-4CF8-A83E-4CDE5EECE5F2}" type="parTrans" cxnId="{CDCC76F4-DF22-475E-BA69-95D533056F1A}">
      <dgm:prSet/>
      <dgm:spPr/>
      <dgm:t>
        <a:bodyPr/>
        <a:lstStyle/>
        <a:p>
          <a:endParaRPr lang="en-US"/>
        </a:p>
      </dgm:t>
    </dgm:pt>
    <dgm:pt modelId="{12278566-7DE5-472A-AD99-FAC59BA49F64}" type="sibTrans" cxnId="{CDCC76F4-DF22-475E-BA69-95D533056F1A}">
      <dgm:prSet/>
      <dgm:spPr/>
      <dgm:t>
        <a:bodyPr/>
        <a:lstStyle/>
        <a:p>
          <a:endParaRPr lang="en-US"/>
        </a:p>
      </dgm:t>
    </dgm:pt>
    <dgm:pt modelId="{93C9C280-EADB-4847-BF35-1C48B44686FF}">
      <dgm:prSet/>
      <dgm:spPr/>
      <dgm:t>
        <a:bodyPr/>
        <a:lstStyle/>
        <a:p>
          <a:r>
            <a:rPr lang="en-US" noProof="0">
              <a:ea typeface="Times New Roman" panose="02020603050405020304" pitchFamily="18" charset="0"/>
            </a:rPr>
            <a:t>Make </a:t>
          </a:r>
          <a:r>
            <a:rPr lang="en-US" b="1" noProof="0">
              <a:ea typeface="Times New Roman" panose="02020603050405020304" pitchFamily="18" charset="0"/>
            </a:rPr>
            <a:t>eye</a:t>
          </a:r>
          <a:r>
            <a:rPr lang="en-US" i="1" noProof="0">
              <a:ea typeface="Times New Roman" panose="02020603050405020304" pitchFamily="18" charset="0"/>
            </a:rPr>
            <a:t> </a:t>
          </a:r>
          <a:r>
            <a:rPr lang="en-US" noProof="0">
              <a:ea typeface="Times New Roman" panose="02020603050405020304" pitchFamily="18" charset="0"/>
            </a:rPr>
            <a:t>contact</a:t>
          </a:r>
        </a:p>
      </dgm:t>
    </dgm:pt>
    <dgm:pt modelId="{115FA16A-1713-4B85-BC51-4EBB11D48B5B}" type="parTrans" cxnId="{979401D0-E2BC-4B6A-91D3-C7952EE82F52}">
      <dgm:prSet/>
      <dgm:spPr/>
      <dgm:t>
        <a:bodyPr/>
        <a:lstStyle/>
        <a:p>
          <a:endParaRPr lang="en-US"/>
        </a:p>
      </dgm:t>
    </dgm:pt>
    <dgm:pt modelId="{6E568BDA-2906-42C5-A106-A3EB07FB17F9}" type="sibTrans" cxnId="{979401D0-E2BC-4B6A-91D3-C7952EE82F52}">
      <dgm:prSet/>
      <dgm:spPr/>
      <dgm:t>
        <a:bodyPr/>
        <a:lstStyle/>
        <a:p>
          <a:endParaRPr lang="en-US"/>
        </a:p>
      </dgm:t>
    </dgm:pt>
    <dgm:pt modelId="{51BF6279-4820-4EE4-90EE-AE3C7419C067}">
      <dgm:prSet/>
      <dgm:spPr/>
      <dgm:t>
        <a:bodyPr/>
        <a:lstStyle/>
        <a:p>
          <a:r>
            <a:rPr lang="en-US" noProof="0">
              <a:ea typeface="Times New Roman" panose="02020603050405020304" pitchFamily="18" charset="0"/>
            </a:rPr>
            <a:t>Stay </a:t>
          </a:r>
          <a:r>
            <a:rPr lang="en-US" b="1" noProof="0">
              <a:ea typeface="Times New Roman" panose="02020603050405020304" pitchFamily="18" charset="0"/>
            </a:rPr>
            <a:t>relaxed</a:t>
          </a:r>
        </a:p>
      </dgm:t>
    </dgm:pt>
    <dgm:pt modelId="{08680684-A5E5-46C8-AFD2-33D1ABA78D3F}" type="parTrans" cxnId="{9C208547-08D1-45DB-BA9E-56D10936E8A0}">
      <dgm:prSet/>
      <dgm:spPr/>
      <dgm:t>
        <a:bodyPr/>
        <a:lstStyle/>
        <a:p>
          <a:endParaRPr lang="en-US"/>
        </a:p>
      </dgm:t>
    </dgm:pt>
    <dgm:pt modelId="{EC4EE22C-AC92-43C4-A08A-F6426D79F1EA}" type="sibTrans" cxnId="{9C208547-08D1-45DB-BA9E-56D10936E8A0}">
      <dgm:prSet/>
      <dgm:spPr/>
      <dgm:t>
        <a:bodyPr/>
        <a:lstStyle/>
        <a:p>
          <a:endParaRPr lang="en-US"/>
        </a:p>
      </dgm:t>
    </dgm:pt>
    <dgm:pt modelId="{A5D1C6C5-C8CC-4304-9CC2-A631025607E1}">
      <dgm:prSet phldrT="[Text]"/>
      <dgm:spPr/>
      <dgm:t>
        <a:bodyPr/>
        <a:lstStyle/>
        <a:p>
          <a:r>
            <a:rPr lang="en-US" noProof="0">
              <a:ea typeface="Times New Roman" panose="02020603050405020304" pitchFamily="18" charset="0"/>
            </a:rPr>
            <a:t>O</a:t>
          </a:r>
          <a:endParaRPr lang="en-US"/>
        </a:p>
      </dgm:t>
    </dgm:pt>
    <dgm:pt modelId="{A26C179D-6AFE-4D21-89A5-CBAAA2D46ECC}" type="parTrans" cxnId="{9C928E79-DB4F-4961-91FD-55FB1E13156F}">
      <dgm:prSet/>
      <dgm:spPr/>
      <dgm:t>
        <a:bodyPr/>
        <a:lstStyle/>
        <a:p>
          <a:endParaRPr lang="en-US"/>
        </a:p>
      </dgm:t>
    </dgm:pt>
    <dgm:pt modelId="{39177909-19C6-4F66-B857-FB94DEA4F5AB}" type="sibTrans" cxnId="{9C928E79-DB4F-4961-91FD-55FB1E13156F}">
      <dgm:prSet/>
      <dgm:spPr/>
      <dgm:t>
        <a:bodyPr/>
        <a:lstStyle/>
        <a:p>
          <a:endParaRPr lang="en-US"/>
        </a:p>
      </dgm:t>
    </dgm:pt>
    <dgm:pt modelId="{6F3AF3B3-BE61-4178-896E-C297EE0C5DFC}" type="pres">
      <dgm:prSet presAssocID="{C7F40206-477A-4603-B785-DA028052C3BE}" presName="vert0" presStyleCnt="0">
        <dgm:presLayoutVars>
          <dgm:dir/>
          <dgm:animOne val="branch"/>
          <dgm:animLvl val="lvl"/>
        </dgm:presLayoutVars>
      </dgm:prSet>
      <dgm:spPr/>
    </dgm:pt>
    <dgm:pt modelId="{DB266189-B58E-49BD-8CEE-82999111AB44}" type="pres">
      <dgm:prSet presAssocID="{848A2667-0882-42F2-AB74-DA8B1F446DCF}" presName="thickLine" presStyleLbl="alignNode1" presStyleIdx="0" presStyleCnt="5"/>
      <dgm:spPr/>
    </dgm:pt>
    <dgm:pt modelId="{E133B7E6-908B-42B8-B199-669C35059D0B}" type="pres">
      <dgm:prSet presAssocID="{848A2667-0882-42F2-AB74-DA8B1F446DCF}" presName="horz1" presStyleCnt="0"/>
      <dgm:spPr/>
    </dgm:pt>
    <dgm:pt modelId="{0F1D7F08-0795-42F4-AF94-3988543FC483}" type="pres">
      <dgm:prSet presAssocID="{848A2667-0882-42F2-AB74-DA8B1F446DCF}" presName="tx1" presStyleLbl="revTx" presStyleIdx="0" presStyleCnt="10"/>
      <dgm:spPr/>
    </dgm:pt>
    <dgm:pt modelId="{B3B5821D-FE7D-47A9-B490-A4B1054BAD63}" type="pres">
      <dgm:prSet presAssocID="{848A2667-0882-42F2-AB74-DA8B1F446DCF}" presName="vert1" presStyleCnt="0"/>
      <dgm:spPr/>
    </dgm:pt>
    <dgm:pt modelId="{89B64088-67E7-4C34-B95F-2F74473BCB75}" type="pres">
      <dgm:prSet presAssocID="{A713A306-E2C3-462B-990C-3AC26CC7FFBB}" presName="vertSpace2a" presStyleCnt="0"/>
      <dgm:spPr/>
    </dgm:pt>
    <dgm:pt modelId="{D8C56C59-9F36-4C49-90ED-59F55D4C3D2A}" type="pres">
      <dgm:prSet presAssocID="{A713A306-E2C3-462B-990C-3AC26CC7FFBB}" presName="horz2" presStyleCnt="0"/>
      <dgm:spPr/>
    </dgm:pt>
    <dgm:pt modelId="{83F702E3-6C99-4E9C-893B-7582DDA85EC9}" type="pres">
      <dgm:prSet presAssocID="{A713A306-E2C3-462B-990C-3AC26CC7FFBB}" presName="horzSpace2" presStyleCnt="0"/>
      <dgm:spPr/>
    </dgm:pt>
    <dgm:pt modelId="{12B05FDE-54C9-47FC-BF8C-241761B34545}" type="pres">
      <dgm:prSet presAssocID="{A713A306-E2C3-462B-990C-3AC26CC7FFBB}" presName="tx2" presStyleLbl="revTx" presStyleIdx="1" presStyleCnt="10"/>
      <dgm:spPr/>
    </dgm:pt>
    <dgm:pt modelId="{89CEE985-8F85-4A0B-8E02-82B0195ABFEF}" type="pres">
      <dgm:prSet presAssocID="{A713A306-E2C3-462B-990C-3AC26CC7FFBB}" presName="vert2" presStyleCnt="0"/>
      <dgm:spPr/>
    </dgm:pt>
    <dgm:pt modelId="{1491EA75-D543-44A1-A3AE-B28672EC9257}" type="pres">
      <dgm:prSet presAssocID="{A713A306-E2C3-462B-990C-3AC26CC7FFBB}" presName="thinLine2b" presStyleLbl="callout" presStyleIdx="0" presStyleCnt="5"/>
      <dgm:spPr/>
    </dgm:pt>
    <dgm:pt modelId="{3897980E-BE30-4EDA-B135-3EC0D82F3DDC}" type="pres">
      <dgm:prSet presAssocID="{A713A306-E2C3-462B-990C-3AC26CC7FFBB}" presName="vertSpace2b" presStyleCnt="0"/>
      <dgm:spPr/>
    </dgm:pt>
    <dgm:pt modelId="{FEBD7BC7-4B63-41A8-9BA6-42FC311745D8}" type="pres">
      <dgm:prSet presAssocID="{A5D1C6C5-C8CC-4304-9CC2-A631025607E1}" presName="thickLine" presStyleLbl="alignNode1" presStyleIdx="1" presStyleCnt="5"/>
      <dgm:spPr/>
    </dgm:pt>
    <dgm:pt modelId="{0CD6643B-523C-4AC3-8A54-08B6BABD4A30}" type="pres">
      <dgm:prSet presAssocID="{A5D1C6C5-C8CC-4304-9CC2-A631025607E1}" presName="horz1" presStyleCnt="0"/>
      <dgm:spPr/>
    </dgm:pt>
    <dgm:pt modelId="{6658613D-5AD8-4B7A-803C-79F9BFE5C9CD}" type="pres">
      <dgm:prSet presAssocID="{A5D1C6C5-C8CC-4304-9CC2-A631025607E1}" presName="tx1" presStyleLbl="revTx" presStyleIdx="2" presStyleCnt="10"/>
      <dgm:spPr/>
    </dgm:pt>
    <dgm:pt modelId="{49934B64-9E33-490D-B405-17D028AC5F4A}" type="pres">
      <dgm:prSet presAssocID="{A5D1C6C5-C8CC-4304-9CC2-A631025607E1}" presName="vert1" presStyleCnt="0"/>
      <dgm:spPr/>
    </dgm:pt>
    <dgm:pt modelId="{A08FFBBF-C464-4E93-86F2-EB304E1C3194}" type="pres">
      <dgm:prSet presAssocID="{69747514-1ABB-446B-8828-0420588C9FE1}" presName="vertSpace2a" presStyleCnt="0"/>
      <dgm:spPr/>
    </dgm:pt>
    <dgm:pt modelId="{01ACAA7A-9949-4ACA-8152-1A6D74FB4960}" type="pres">
      <dgm:prSet presAssocID="{69747514-1ABB-446B-8828-0420588C9FE1}" presName="horz2" presStyleCnt="0"/>
      <dgm:spPr/>
    </dgm:pt>
    <dgm:pt modelId="{BDE201C8-FED1-4413-8DD7-881198DB2AAE}" type="pres">
      <dgm:prSet presAssocID="{69747514-1ABB-446B-8828-0420588C9FE1}" presName="horzSpace2" presStyleCnt="0"/>
      <dgm:spPr/>
    </dgm:pt>
    <dgm:pt modelId="{573EE933-B4D5-4CFF-870E-19EF8BACB55A}" type="pres">
      <dgm:prSet presAssocID="{69747514-1ABB-446B-8828-0420588C9FE1}" presName="tx2" presStyleLbl="revTx" presStyleIdx="3" presStyleCnt="10"/>
      <dgm:spPr/>
    </dgm:pt>
    <dgm:pt modelId="{735BD49B-2A69-4EAB-9249-A1AA97BFD80B}" type="pres">
      <dgm:prSet presAssocID="{69747514-1ABB-446B-8828-0420588C9FE1}" presName="vert2" presStyleCnt="0"/>
      <dgm:spPr/>
    </dgm:pt>
    <dgm:pt modelId="{74164744-8667-4C4A-8D0F-52FF8201D120}" type="pres">
      <dgm:prSet presAssocID="{69747514-1ABB-446B-8828-0420588C9FE1}" presName="thinLine2b" presStyleLbl="callout" presStyleIdx="1" presStyleCnt="5"/>
      <dgm:spPr/>
    </dgm:pt>
    <dgm:pt modelId="{D0FC1371-8035-41E9-A21A-CEC44C6BCC83}" type="pres">
      <dgm:prSet presAssocID="{69747514-1ABB-446B-8828-0420588C9FE1}" presName="vertSpace2b" presStyleCnt="0"/>
      <dgm:spPr/>
    </dgm:pt>
    <dgm:pt modelId="{20FEB7E9-996F-4580-A10D-467AC4196DBE}" type="pres">
      <dgm:prSet presAssocID="{2A9541E0-76ED-46C4-ADAB-EF02EBE73E93}" presName="thickLine" presStyleLbl="alignNode1" presStyleIdx="2" presStyleCnt="5"/>
      <dgm:spPr/>
    </dgm:pt>
    <dgm:pt modelId="{84AF875E-A776-4EDB-B16F-1C3711339F34}" type="pres">
      <dgm:prSet presAssocID="{2A9541E0-76ED-46C4-ADAB-EF02EBE73E93}" presName="horz1" presStyleCnt="0"/>
      <dgm:spPr/>
    </dgm:pt>
    <dgm:pt modelId="{B886923E-6BA3-4A5F-B509-7F4F27905E64}" type="pres">
      <dgm:prSet presAssocID="{2A9541E0-76ED-46C4-ADAB-EF02EBE73E93}" presName="tx1" presStyleLbl="revTx" presStyleIdx="4" presStyleCnt="10"/>
      <dgm:spPr/>
    </dgm:pt>
    <dgm:pt modelId="{7F3CAAC6-B6C0-4E00-B5DE-2DF177C94D34}" type="pres">
      <dgm:prSet presAssocID="{2A9541E0-76ED-46C4-ADAB-EF02EBE73E93}" presName="vert1" presStyleCnt="0"/>
      <dgm:spPr/>
    </dgm:pt>
    <dgm:pt modelId="{04E57BA1-9FD8-4F67-B02B-43AB143923AB}" type="pres">
      <dgm:prSet presAssocID="{B42CCBBE-04E7-4F42-9690-843DDDA07D17}" presName="vertSpace2a" presStyleCnt="0"/>
      <dgm:spPr/>
    </dgm:pt>
    <dgm:pt modelId="{3BF59B2E-9A08-4853-95F9-7179D460A5FE}" type="pres">
      <dgm:prSet presAssocID="{B42CCBBE-04E7-4F42-9690-843DDDA07D17}" presName="horz2" presStyleCnt="0"/>
      <dgm:spPr/>
    </dgm:pt>
    <dgm:pt modelId="{7CD8A761-81F5-46EB-9552-F5782D5CEBF6}" type="pres">
      <dgm:prSet presAssocID="{B42CCBBE-04E7-4F42-9690-843DDDA07D17}" presName="horzSpace2" presStyleCnt="0"/>
      <dgm:spPr/>
    </dgm:pt>
    <dgm:pt modelId="{84290AB5-694C-46FB-BBA0-739D6114BF8D}" type="pres">
      <dgm:prSet presAssocID="{B42CCBBE-04E7-4F42-9690-843DDDA07D17}" presName="tx2" presStyleLbl="revTx" presStyleIdx="5" presStyleCnt="10"/>
      <dgm:spPr/>
    </dgm:pt>
    <dgm:pt modelId="{632C8F09-EFCF-4624-851D-F2F1F08E27BD}" type="pres">
      <dgm:prSet presAssocID="{B42CCBBE-04E7-4F42-9690-843DDDA07D17}" presName="vert2" presStyleCnt="0"/>
      <dgm:spPr/>
    </dgm:pt>
    <dgm:pt modelId="{01D025C1-0382-49CE-A7C2-CFCC77D3C2DC}" type="pres">
      <dgm:prSet presAssocID="{B42CCBBE-04E7-4F42-9690-843DDDA07D17}" presName="thinLine2b" presStyleLbl="callout" presStyleIdx="2" presStyleCnt="5"/>
      <dgm:spPr/>
    </dgm:pt>
    <dgm:pt modelId="{FC96E1C5-B813-4A5C-BE2A-C6FC16CDF868}" type="pres">
      <dgm:prSet presAssocID="{B42CCBBE-04E7-4F42-9690-843DDDA07D17}" presName="vertSpace2b" presStyleCnt="0"/>
      <dgm:spPr/>
    </dgm:pt>
    <dgm:pt modelId="{036782B5-C86D-4F20-B1E2-E3C495E7EE44}" type="pres">
      <dgm:prSet presAssocID="{7FC2A59F-7362-4A67-84D7-C08DD602812D}" presName="thickLine" presStyleLbl="alignNode1" presStyleIdx="3" presStyleCnt="5"/>
      <dgm:spPr/>
    </dgm:pt>
    <dgm:pt modelId="{156A59C2-F45F-4F82-973B-1C46692C356C}" type="pres">
      <dgm:prSet presAssocID="{7FC2A59F-7362-4A67-84D7-C08DD602812D}" presName="horz1" presStyleCnt="0"/>
      <dgm:spPr/>
    </dgm:pt>
    <dgm:pt modelId="{7A0C8C60-C8C3-45EE-851B-A35B547E7B9D}" type="pres">
      <dgm:prSet presAssocID="{7FC2A59F-7362-4A67-84D7-C08DD602812D}" presName="tx1" presStyleLbl="revTx" presStyleIdx="6" presStyleCnt="10"/>
      <dgm:spPr/>
    </dgm:pt>
    <dgm:pt modelId="{0F181034-2EA4-4537-859F-82637CA545DE}" type="pres">
      <dgm:prSet presAssocID="{7FC2A59F-7362-4A67-84D7-C08DD602812D}" presName="vert1" presStyleCnt="0"/>
      <dgm:spPr/>
    </dgm:pt>
    <dgm:pt modelId="{4298872C-C278-4702-9DFF-1BF063E39177}" type="pres">
      <dgm:prSet presAssocID="{93C9C280-EADB-4847-BF35-1C48B44686FF}" presName="vertSpace2a" presStyleCnt="0"/>
      <dgm:spPr/>
    </dgm:pt>
    <dgm:pt modelId="{9B1AE20A-E09C-4F4C-8F5F-11FB7B3B6E68}" type="pres">
      <dgm:prSet presAssocID="{93C9C280-EADB-4847-BF35-1C48B44686FF}" presName="horz2" presStyleCnt="0"/>
      <dgm:spPr/>
    </dgm:pt>
    <dgm:pt modelId="{D3FA6813-CF5D-41BB-B971-D8D121BF4682}" type="pres">
      <dgm:prSet presAssocID="{93C9C280-EADB-4847-BF35-1C48B44686FF}" presName="horzSpace2" presStyleCnt="0"/>
      <dgm:spPr/>
    </dgm:pt>
    <dgm:pt modelId="{4D00A053-7E20-4EDF-B325-00CD0936CA14}" type="pres">
      <dgm:prSet presAssocID="{93C9C280-EADB-4847-BF35-1C48B44686FF}" presName="tx2" presStyleLbl="revTx" presStyleIdx="7" presStyleCnt="10"/>
      <dgm:spPr/>
    </dgm:pt>
    <dgm:pt modelId="{DE7B95DA-C72B-4572-B6F6-182CB811C287}" type="pres">
      <dgm:prSet presAssocID="{93C9C280-EADB-4847-BF35-1C48B44686FF}" presName="vert2" presStyleCnt="0"/>
      <dgm:spPr/>
    </dgm:pt>
    <dgm:pt modelId="{1F673073-EE96-4FF9-ABDF-17D18E46CE2A}" type="pres">
      <dgm:prSet presAssocID="{93C9C280-EADB-4847-BF35-1C48B44686FF}" presName="thinLine2b" presStyleLbl="callout" presStyleIdx="3" presStyleCnt="5"/>
      <dgm:spPr/>
    </dgm:pt>
    <dgm:pt modelId="{DD1ED180-FB0F-44FE-8C75-CF58C91A5817}" type="pres">
      <dgm:prSet presAssocID="{93C9C280-EADB-4847-BF35-1C48B44686FF}" presName="vertSpace2b" presStyleCnt="0"/>
      <dgm:spPr/>
    </dgm:pt>
    <dgm:pt modelId="{53907336-AD2C-4897-8295-C012FF82A6B6}" type="pres">
      <dgm:prSet presAssocID="{98BAD20F-D5C2-44A5-AEC2-13D800D25B8B}" presName="thickLine" presStyleLbl="alignNode1" presStyleIdx="4" presStyleCnt="5"/>
      <dgm:spPr/>
    </dgm:pt>
    <dgm:pt modelId="{B8666D7F-6849-494C-B069-24F144712ACF}" type="pres">
      <dgm:prSet presAssocID="{98BAD20F-D5C2-44A5-AEC2-13D800D25B8B}" presName="horz1" presStyleCnt="0"/>
      <dgm:spPr/>
    </dgm:pt>
    <dgm:pt modelId="{6291DB94-5F23-46FB-A86B-9AC4692D563F}" type="pres">
      <dgm:prSet presAssocID="{98BAD20F-D5C2-44A5-AEC2-13D800D25B8B}" presName="tx1" presStyleLbl="revTx" presStyleIdx="8" presStyleCnt="10"/>
      <dgm:spPr/>
    </dgm:pt>
    <dgm:pt modelId="{AA2D432A-6F87-435B-9570-F2A0AFFC0A9B}" type="pres">
      <dgm:prSet presAssocID="{98BAD20F-D5C2-44A5-AEC2-13D800D25B8B}" presName="vert1" presStyleCnt="0"/>
      <dgm:spPr/>
    </dgm:pt>
    <dgm:pt modelId="{4E0853E5-D23C-429A-9A01-AE91F2AA9BAE}" type="pres">
      <dgm:prSet presAssocID="{51BF6279-4820-4EE4-90EE-AE3C7419C067}" presName="vertSpace2a" presStyleCnt="0"/>
      <dgm:spPr/>
    </dgm:pt>
    <dgm:pt modelId="{A727B10E-6A93-4924-8E7E-D04F37D55498}" type="pres">
      <dgm:prSet presAssocID="{51BF6279-4820-4EE4-90EE-AE3C7419C067}" presName="horz2" presStyleCnt="0"/>
      <dgm:spPr/>
    </dgm:pt>
    <dgm:pt modelId="{0F43DC24-F9F9-49DA-AA5D-F1744DE41F17}" type="pres">
      <dgm:prSet presAssocID="{51BF6279-4820-4EE4-90EE-AE3C7419C067}" presName="horzSpace2" presStyleCnt="0"/>
      <dgm:spPr/>
    </dgm:pt>
    <dgm:pt modelId="{2750AF46-020E-498A-8A26-18FE2CB4882B}" type="pres">
      <dgm:prSet presAssocID="{51BF6279-4820-4EE4-90EE-AE3C7419C067}" presName="tx2" presStyleLbl="revTx" presStyleIdx="9" presStyleCnt="10"/>
      <dgm:spPr/>
    </dgm:pt>
    <dgm:pt modelId="{FD73811F-661E-455F-AA01-52FB587509E2}" type="pres">
      <dgm:prSet presAssocID="{51BF6279-4820-4EE4-90EE-AE3C7419C067}" presName="vert2" presStyleCnt="0"/>
      <dgm:spPr/>
    </dgm:pt>
    <dgm:pt modelId="{EADC4FBA-C830-4C27-9AE4-E4D4F5263C9F}" type="pres">
      <dgm:prSet presAssocID="{51BF6279-4820-4EE4-90EE-AE3C7419C067}" presName="thinLine2b" presStyleLbl="callout" presStyleIdx="4" presStyleCnt="5"/>
      <dgm:spPr/>
    </dgm:pt>
    <dgm:pt modelId="{7FE456D2-0334-4CDC-AD90-22E367F51558}" type="pres">
      <dgm:prSet presAssocID="{51BF6279-4820-4EE4-90EE-AE3C7419C067}" presName="vertSpace2b" presStyleCnt="0"/>
      <dgm:spPr/>
    </dgm:pt>
  </dgm:ptLst>
  <dgm:cxnLst>
    <dgm:cxn modelId="{567D730A-7C63-42B0-A843-94263C5BF2D9}" srcId="{848A2667-0882-42F2-AB74-DA8B1F446DCF}" destId="{A713A306-E2C3-462B-990C-3AC26CC7FFBB}" srcOrd="0" destOrd="0" parTransId="{FEE390B0-A504-4999-8F19-33587BFCA587}" sibTransId="{5B3768FD-617B-4034-9639-FDFE47002364}"/>
    <dgm:cxn modelId="{7A09FF0E-74BB-4C39-9F30-144F18973EF6}" type="presOf" srcId="{2A9541E0-76ED-46C4-ADAB-EF02EBE73E93}" destId="{B886923E-6BA3-4A5F-B509-7F4F27905E64}" srcOrd="0" destOrd="0" presId="urn:microsoft.com/office/officeart/2008/layout/LinedList"/>
    <dgm:cxn modelId="{2835AE17-4030-4183-91D9-0F07FF833361}" srcId="{C7F40206-477A-4603-B785-DA028052C3BE}" destId="{848A2667-0882-42F2-AB74-DA8B1F446DCF}" srcOrd="0" destOrd="0" parTransId="{A8D91D99-9392-4873-B423-12E1E20B8E6D}" sibTransId="{C70FA1A8-2594-4377-BB0C-908F014F9131}"/>
    <dgm:cxn modelId="{74DC5930-0295-473D-9D67-25E20CF808C5}" srcId="{C7F40206-477A-4603-B785-DA028052C3BE}" destId="{7FC2A59F-7362-4A67-84D7-C08DD602812D}" srcOrd="3" destOrd="0" parTransId="{64831775-9AE2-441D-BAA4-E798EB6D5CC7}" sibTransId="{DE2B7CBB-49E0-4352-9D0E-C8EEA8BA8F5A}"/>
    <dgm:cxn modelId="{4194D935-01D8-41FB-9A30-B5FF7F64CBF4}" type="presOf" srcId="{69747514-1ABB-446B-8828-0420588C9FE1}" destId="{573EE933-B4D5-4CFF-870E-19EF8BACB55A}" srcOrd="0" destOrd="0" presId="urn:microsoft.com/office/officeart/2008/layout/LinedList"/>
    <dgm:cxn modelId="{69564A38-F9D1-4D73-BDB3-B7BFCCE1D60D}" type="presOf" srcId="{B42CCBBE-04E7-4F42-9690-843DDDA07D17}" destId="{84290AB5-694C-46FB-BBA0-739D6114BF8D}" srcOrd="0" destOrd="0" presId="urn:microsoft.com/office/officeart/2008/layout/LinedList"/>
    <dgm:cxn modelId="{DB3B3E5F-9C90-4A69-A4CD-0F0DDAF3E3CA}" type="presOf" srcId="{7FC2A59F-7362-4A67-84D7-C08DD602812D}" destId="{7A0C8C60-C8C3-45EE-851B-A35B547E7B9D}" srcOrd="0" destOrd="0" presId="urn:microsoft.com/office/officeart/2008/layout/LinedList"/>
    <dgm:cxn modelId="{9B14E260-E130-48E4-87B4-A4F75D58A08A}" type="presOf" srcId="{C7F40206-477A-4603-B785-DA028052C3BE}" destId="{6F3AF3B3-BE61-4178-896E-C297EE0C5DFC}" srcOrd="0" destOrd="0" presId="urn:microsoft.com/office/officeart/2008/layout/LinedList"/>
    <dgm:cxn modelId="{9C208547-08D1-45DB-BA9E-56D10936E8A0}" srcId="{98BAD20F-D5C2-44A5-AEC2-13D800D25B8B}" destId="{51BF6279-4820-4EE4-90EE-AE3C7419C067}" srcOrd="0" destOrd="0" parTransId="{08680684-A5E5-46C8-AFD2-33D1ABA78D3F}" sibTransId="{EC4EE22C-AC92-43C4-A08A-F6426D79F1EA}"/>
    <dgm:cxn modelId="{A7110978-A2F0-4A02-B704-F1990FA23F37}" type="presOf" srcId="{A713A306-E2C3-462B-990C-3AC26CC7FFBB}" destId="{12B05FDE-54C9-47FC-BF8C-241761B34545}" srcOrd="0" destOrd="0" presId="urn:microsoft.com/office/officeart/2008/layout/LinedList"/>
    <dgm:cxn modelId="{5D775358-ACA4-4C8C-A969-4EB68DFE7864}" type="presOf" srcId="{848A2667-0882-42F2-AB74-DA8B1F446DCF}" destId="{0F1D7F08-0795-42F4-AF94-3988543FC483}" srcOrd="0" destOrd="0" presId="urn:microsoft.com/office/officeart/2008/layout/LinedList"/>
    <dgm:cxn modelId="{9C928E79-DB4F-4961-91FD-55FB1E13156F}" srcId="{C7F40206-477A-4603-B785-DA028052C3BE}" destId="{A5D1C6C5-C8CC-4304-9CC2-A631025607E1}" srcOrd="1" destOrd="0" parTransId="{A26C179D-6AFE-4D21-89A5-CBAAA2D46ECC}" sibTransId="{39177909-19C6-4F66-B857-FB94DEA4F5AB}"/>
    <dgm:cxn modelId="{82AF198C-0C17-44EF-B162-B6252220C0D8}" srcId="{A5D1C6C5-C8CC-4304-9CC2-A631025607E1}" destId="{69747514-1ABB-446B-8828-0420588C9FE1}" srcOrd="0" destOrd="0" parTransId="{47AF5EEE-CA58-4AA5-84AA-1CCA37451F43}" sibTransId="{CB2734A1-F4CA-416D-A6EF-9A6A735C2341}"/>
    <dgm:cxn modelId="{69336B91-98D3-43B5-9FEC-2FAD9A21E37D}" type="presOf" srcId="{98BAD20F-D5C2-44A5-AEC2-13D800D25B8B}" destId="{6291DB94-5F23-46FB-A86B-9AC4692D563F}" srcOrd="0" destOrd="0" presId="urn:microsoft.com/office/officeart/2008/layout/LinedList"/>
    <dgm:cxn modelId="{D0E6599B-850D-4C31-A581-7F1852DD50E1}" srcId="{C7F40206-477A-4603-B785-DA028052C3BE}" destId="{2A9541E0-76ED-46C4-ADAB-EF02EBE73E93}" srcOrd="2" destOrd="0" parTransId="{1C833F91-90DD-4553-B661-128516A000B8}" sibTransId="{BC42CA13-51A1-4D61-AA30-AB13EC41669F}"/>
    <dgm:cxn modelId="{4FFD5BA3-3FDD-4CFD-9411-6365A88C48FC}" srcId="{C7F40206-477A-4603-B785-DA028052C3BE}" destId="{98BAD20F-D5C2-44A5-AEC2-13D800D25B8B}" srcOrd="4" destOrd="0" parTransId="{0226E027-2E65-4EBF-B6B6-0A1DCB7D5674}" sibTransId="{D3B53561-FEC5-4AF2-8088-23D951677AAD}"/>
    <dgm:cxn modelId="{979401D0-E2BC-4B6A-91D3-C7952EE82F52}" srcId="{7FC2A59F-7362-4A67-84D7-C08DD602812D}" destId="{93C9C280-EADB-4847-BF35-1C48B44686FF}" srcOrd="0" destOrd="0" parTransId="{115FA16A-1713-4B85-BC51-4EBB11D48B5B}" sibTransId="{6E568BDA-2906-42C5-A106-A3EB07FB17F9}"/>
    <dgm:cxn modelId="{B9F1EDD9-A6CE-41AA-A173-FC9581DDF3BD}" type="presOf" srcId="{93C9C280-EADB-4847-BF35-1C48B44686FF}" destId="{4D00A053-7E20-4EDF-B325-00CD0936CA14}" srcOrd="0" destOrd="0" presId="urn:microsoft.com/office/officeart/2008/layout/LinedList"/>
    <dgm:cxn modelId="{DF2CB2DA-FD5A-40DB-9B84-6A1DA9A96CE1}" type="presOf" srcId="{A5D1C6C5-C8CC-4304-9CC2-A631025607E1}" destId="{6658613D-5AD8-4B7A-803C-79F9BFE5C9CD}" srcOrd="0" destOrd="0" presId="urn:microsoft.com/office/officeart/2008/layout/LinedList"/>
    <dgm:cxn modelId="{CDCC76F4-DF22-475E-BA69-95D533056F1A}" srcId="{2A9541E0-76ED-46C4-ADAB-EF02EBE73E93}" destId="{B42CCBBE-04E7-4F42-9690-843DDDA07D17}" srcOrd="0" destOrd="0" parTransId="{8A345343-06AE-4CF8-A83E-4CDE5EECE5F2}" sibTransId="{12278566-7DE5-472A-AD99-FAC59BA49F64}"/>
    <dgm:cxn modelId="{CDBDE7FA-74FA-42E9-8D26-28AE68EE8C86}" type="presOf" srcId="{51BF6279-4820-4EE4-90EE-AE3C7419C067}" destId="{2750AF46-020E-498A-8A26-18FE2CB4882B}" srcOrd="0" destOrd="0" presId="urn:microsoft.com/office/officeart/2008/layout/LinedList"/>
    <dgm:cxn modelId="{734863DB-B49A-4612-B4F7-9FD82CDC3DE2}" type="presParOf" srcId="{6F3AF3B3-BE61-4178-896E-C297EE0C5DFC}" destId="{DB266189-B58E-49BD-8CEE-82999111AB44}" srcOrd="0" destOrd="0" presId="urn:microsoft.com/office/officeart/2008/layout/LinedList"/>
    <dgm:cxn modelId="{6FE8A666-12F2-47D7-850F-E312B2BA701F}" type="presParOf" srcId="{6F3AF3B3-BE61-4178-896E-C297EE0C5DFC}" destId="{E133B7E6-908B-42B8-B199-669C35059D0B}" srcOrd="1" destOrd="0" presId="urn:microsoft.com/office/officeart/2008/layout/LinedList"/>
    <dgm:cxn modelId="{CB051E34-220B-4950-B510-D7670B0CECD3}" type="presParOf" srcId="{E133B7E6-908B-42B8-B199-669C35059D0B}" destId="{0F1D7F08-0795-42F4-AF94-3988543FC483}" srcOrd="0" destOrd="0" presId="urn:microsoft.com/office/officeart/2008/layout/LinedList"/>
    <dgm:cxn modelId="{F516AF9E-73C0-4E48-B4BE-699E2CABE9BA}" type="presParOf" srcId="{E133B7E6-908B-42B8-B199-669C35059D0B}" destId="{B3B5821D-FE7D-47A9-B490-A4B1054BAD63}" srcOrd="1" destOrd="0" presId="urn:microsoft.com/office/officeart/2008/layout/LinedList"/>
    <dgm:cxn modelId="{159077E0-4557-4E46-B15A-12C58F3F5F8E}" type="presParOf" srcId="{B3B5821D-FE7D-47A9-B490-A4B1054BAD63}" destId="{89B64088-67E7-4C34-B95F-2F74473BCB75}" srcOrd="0" destOrd="0" presId="urn:microsoft.com/office/officeart/2008/layout/LinedList"/>
    <dgm:cxn modelId="{3CCE08B3-2FD8-412C-822B-9CDF09089E07}" type="presParOf" srcId="{B3B5821D-FE7D-47A9-B490-A4B1054BAD63}" destId="{D8C56C59-9F36-4C49-90ED-59F55D4C3D2A}" srcOrd="1" destOrd="0" presId="urn:microsoft.com/office/officeart/2008/layout/LinedList"/>
    <dgm:cxn modelId="{11437951-BD02-4697-AF2F-1C97B52588A2}" type="presParOf" srcId="{D8C56C59-9F36-4C49-90ED-59F55D4C3D2A}" destId="{83F702E3-6C99-4E9C-893B-7582DDA85EC9}" srcOrd="0" destOrd="0" presId="urn:microsoft.com/office/officeart/2008/layout/LinedList"/>
    <dgm:cxn modelId="{77BEFB26-6B2B-4F73-80B7-0D4D4BBEB0D8}" type="presParOf" srcId="{D8C56C59-9F36-4C49-90ED-59F55D4C3D2A}" destId="{12B05FDE-54C9-47FC-BF8C-241761B34545}" srcOrd="1" destOrd="0" presId="urn:microsoft.com/office/officeart/2008/layout/LinedList"/>
    <dgm:cxn modelId="{160CE305-598D-497C-BE9F-DDE43846E351}" type="presParOf" srcId="{D8C56C59-9F36-4C49-90ED-59F55D4C3D2A}" destId="{89CEE985-8F85-4A0B-8E02-82B0195ABFEF}" srcOrd="2" destOrd="0" presId="urn:microsoft.com/office/officeart/2008/layout/LinedList"/>
    <dgm:cxn modelId="{4ABADB27-E403-415D-9E43-0C1D29F48E35}" type="presParOf" srcId="{B3B5821D-FE7D-47A9-B490-A4B1054BAD63}" destId="{1491EA75-D543-44A1-A3AE-B28672EC9257}" srcOrd="2" destOrd="0" presId="urn:microsoft.com/office/officeart/2008/layout/LinedList"/>
    <dgm:cxn modelId="{37ADBA48-46C8-4683-BBC7-15A170EF36BB}" type="presParOf" srcId="{B3B5821D-FE7D-47A9-B490-A4B1054BAD63}" destId="{3897980E-BE30-4EDA-B135-3EC0D82F3DDC}" srcOrd="3" destOrd="0" presId="urn:microsoft.com/office/officeart/2008/layout/LinedList"/>
    <dgm:cxn modelId="{40059B7B-9ED7-4B91-9D67-84980A2E1F60}" type="presParOf" srcId="{6F3AF3B3-BE61-4178-896E-C297EE0C5DFC}" destId="{FEBD7BC7-4B63-41A8-9BA6-42FC311745D8}" srcOrd="2" destOrd="0" presId="urn:microsoft.com/office/officeart/2008/layout/LinedList"/>
    <dgm:cxn modelId="{673945D0-48EE-40DE-BC28-CAEBDC5C2025}" type="presParOf" srcId="{6F3AF3B3-BE61-4178-896E-C297EE0C5DFC}" destId="{0CD6643B-523C-4AC3-8A54-08B6BABD4A30}" srcOrd="3" destOrd="0" presId="urn:microsoft.com/office/officeart/2008/layout/LinedList"/>
    <dgm:cxn modelId="{043FF94B-3A49-4FD9-8A88-B589E004E46A}" type="presParOf" srcId="{0CD6643B-523C-4AC3-8A54-08B6BABD4A30}" destId="{6658613D-5AD8-4B7A-803C-79F9BFE5C9CD}" srcOrd="0" destOrd="0" presId="urn:microsoft.com/office/officeart/2008/layout/LinedList"/>
    <dgm:cxn modelId="{538E3DC9-0A5E-4611-92E7-7CBA849F99E1}" type="presParOf" srcId="{0CD6643B-523C-4AC3-8A54-08B6BABD4A30}" destId="{49934B64-9E33-490D-B405-17D028AC5F4A}" srcOrd="1" destOrd="0" presId="urn:microsoft.com/office/officeart/2008/layout/LinedList"/>
    <dgm:cxn modelId="{3272E50E-C91E-4876-8F01-7BE7CD5C9A28}" type="presParOf" srcId="{49934B64-9E33-490D-B405-17D028AC5F4A}" destId="{A08FFBBF-C464-4E93-86F2-EB304E1C3194}" srcOrd="0" destOrd="0" presId="urn:microsoft.com/office/officeart/2008/layout/LinedList"/>
    <dgm:cxn modelId="{3448D733-947E-4424-A9E6-7EF224687CD7}" type="presParOf" srcId="{49934B64-9E33-490D-B405-17D028AC5F4A}" destId="{01ACAA7A-9949-4ACA-8152-1A6D74FB4960}" srcOrd="1" destOrd="0" presId="urn:microsoft.com/office/officeart/2008/layout/LinedList"/>
    <dgm:cxn modelId="{F2E0A936-9C0D-4F98-BBA9-8B303250441B}" type="presParOf" srcId="{01ACAA7A-9949-4ACA-8152-1A6D74FB4960}" destId="{BDE201C8-FED1-4413-8DD7-881198DB2AAE}" srcOrd="0" destOrd="0" presId="urn:microsoft.com/office/officeart/2008/layout/LinedList"/>
    <dgm:cxn modelId="{B71AB176-A422-472F-917B-4DACEC3C6829}" type="presParOf" srcId="{01ACAA7A-9949-4ACA-8152-1A6D74FB4960}" destId="{573EE933-B4D5-4CFF-870E-19EF8BACB55A}" srcOrd="1" destOrd="0" presId="urn:microsoft.com/office/officeart/2008/layout/LinedList"/>
    <dgm:cxn modelId="{151B9332-C0FD-45AB-A982-02A841478EF4}" type="presParOf" srcId="{01ACAA7A-9949-4ACA-8152-1A6D74FB4960}" destId="{735BD49B-2A69-4EAB-9249-A1AA97BFD80B}" srcOrd="2" destOrd="0" presId="urn:microsoft.com/office/officeart/2008/layout/LinedList"/>
    <dgm:cxn modelId="{69B8291F-3BBB-4C9C-8CA2-F01C12DED71F}" type="presParOf" srcId="{49934B64-9E33-490D-B405-17D028AC5F4A}" destId="{74164744-8667-4C4A-8D0F-52FF8201D120}" srcOrd="2" destOrd="0" presId="urn:microsoft.com/office/officeart/2008/layout/LinedList"/>
    <dgm:cxn modelId="{5D8EE633-EA4E-42DB-A7AB-BEFEB847BEFA}" type="presParOf" srcId="{49934B64-9E33-490D-B405-17D028AC5F4A}" destId="{D0FC1371-8035-41E9-A21A-CEC44C6BCC83}" srcOrd="3" destOrd="0" presId="urn:microsoft.com/office/officeart/2008/layout/LinedList"/>
    <dgm:cxn modelId="{4090B187-5A46-444C-A25E-60A564E75F8C}" type="presParOf" srcId="{6F3AF3B3-BE61-4178-896E-C297EE0C5DFC}" destId="{20FEB7E9-996F-4580-A10D-467AC4196DBE}" srcOrd="4" destOrd="0" presId="urn:microsoft.com/office/officeart/2008/layout/LinedList"/>
    <dgm:cxn modelId="{57A6B8B7-8E7C-4A27-93A5-018C017278C0}" type="presParOf" srcId="{6F3AF3B3-BE61-4178-896E-C297EE0C5DFC}" destId="{84AF875E-A776-4EDB-B16F-1C3711339F34}" srcOrd="5" destOrd="0" presId="urn:microsoft.com/office/officeart/2008/layout/LinedList"/>
    <dgm:cxn modelId="{F4598D2E-381E-4A87-B087-4BC62C4BFB6D}" type="presParOf" srcId="{84AF875E-A776-4EDB-B16F-1C3711339F34}" destId="{B886923E-6BA3-4A5F-B509-7F4F27905E64}" srcOrd="0" destOrd="0" presId="urn:microsoft.com/office/officeart/2008/layout/LinedList"/>
    <dgm:cxn modelId="{519B7011-DB83-4B50-8429-8885A27813DF}" type="presParOf" srcId="{84AF875E-A776-4EDB-B16F-1C3711339F34}" destId="{7F3CAAC6-B6C0-4E00-B5DE-2DF177C94D34}" srcOrd="1" destOrd="0" presId="urn:microsoft.com/office/officeart/2008/layout/LinedList"/>
    <dgm:cxn modelId="{2424E91B-2355-40E5-956C-14366C233B73}" type="presParOf" srcId="{7F3CAAC6-B6C0-4E00-B5DE-2DF177C94D34}" destId="{04E57BA1-9FD8-4F67-B02B-43AB143923AB}" srcOrd="0" destOrd="0" presId="urn:microsoft.com/office/officeart/2008/layout/LinedList"/>
    <dgm:cxn modelId="{C8DEB536-C75D-47DE-9911-EF59F21457A2}" type="presParOf" srcId="{7F3CAAC6-B6C0-4E00-B5DE-2DF177C94D34}" destId="{3BF59B2E-9A08-4853-95F9-7179D460A5FE}" srcOrd="1" destOrd="0" presId="urn:microsoft.com/office/officeart/2008/layout/LinedList"/>
    <dgm:cxn modelId="{8CC3A281-E639-4EE9-9B17-05CCB6DEA989}" type="presParOf" srcId="{3BF59B2E-9A08-4853-95F9-7179D460A5FE}" destId="{7CD8A761-81F5-46EB-9552-F5782D5CEBF6}" srcOrd="0" destOrd="0" presId="urn:microsoft.com/office/officeart/2008/layout/LinedList"/>
    <dgm:cxn modelId="{EA748BF9-2F19-4229-94DB-40424C2F6F4C}" type="presParOf" srcId="{3BF59B2E-9A08-4853-95F9-7179D460A5FE}" destId="{84290AB5-694C-46FB-BBA0-739D6114BF8D}" srcOrd="1" destOrd="0" presId="urn:microsoft.com/office/officeart/2008/layout/LinedList"/>
    <dgm:cxn modelId="{7D9D8E89-6486-443E-8527-4BDED61A8707}" type="presParOf" srcId="{3BF59B2E-9A08-4853-95F9-7179D460A5FE}" destId="{632C8F09-EFCF-4624-851D-F2F1F08E27BD}" srcOrd="2" destOrd="0" presId="urn:microsoft.com/office/officeart/2008/layout/LinedList"/>
    <dgm:cxn modelId="{2AADA513-E708-45B7-9423-D1B938643E83}" type="presParOf" srcId="{7F3CAAC6-B6C0-4E00-B5DE-2DF177C94D34}" destId="{01D025C1-0382-49CE-A7C2-CFCC77D3C2DC}" srcOrd="2" destOrd="0" presId="urn:microsoft.com/office/officeart/2008/layout/LinedList"/>
    <dgm:cxn modelId="{1C78BFCE-1724-4737-AA5E-F78835CBDDEB}" type="presParOf" srcId="{7F3CAAC6-B6C0-4E00-B5DE-2DF177C94D34}" destId="{FC96E1C5-B813-4A5C-BE2A-C6FC16CDF868}" srcOrd="3" destOrd="0" presId="urn:microsoft.com/office/officeart/2008/layout/LinedList"/>
    <dgm:cxn modelId="{9A9E5DFE-2B84-4AD9-A214-4F4A05F33DA6}" type="presParOf" srcId="{6F3AF3B3-BE61-4178-896E-C297EE0C5DFC}" destId="{036782B5-C86D-4F20-B1E2-E3C495E7EE44}" srcOrd="6" destOrd="0" presId="urn:microsoft.com/office/officeart/2008/layout/LinedList"/>
    <dgm:cxn modelId="{127BF3EB-2211-4BEA-93C7-59CC9149EA48}" type="presParOf" srcId="{6F3AF3B3-BE61-4178-896E-C297EE0C5DFC}" destId="{156A59C2-F45F-4F82-973B-1C46692C356C}" srcOrd="7" destOrd="0" presId="urn:microsoft.com/office/officeart/2008/layout/LinedList"/>
    <dgm:cxn modelId="{BDBBEE64-886C-4556-B430-D006AE2CAF86}" type="presParOf" srcId="{156A59C2-F45F-4F82-973B-1C46692C356C}" destId="{7A0C8C60-C8C3-45EE-851B-A35B547E7B9D}" srcOrd="0" destOrd="0" presId="urn:microsoft.com/office/officeart/2008/layout/LinedList"/>
    <dgm:cxn modelId="{E2EB208B-457D-4EA7-B68A-30058DA778E6}" type="presParOf" srcId="{156A59C2-F45F-4F82-973B-1C46692C356C}" destId="{0F181034-2EA4-4537-859F-82637CA545DE}" srcOrd="1" destOrd="0" presId="urn:microsoft.com/office/officeart/2008/layout/LinedList"/>
    <dgm:cxn modelId="{B2362051-979D-48B6-856D-E8C8A770E56E}" type="presParOf" srcId="{0F181034-2EA4-4537-859F-82637CA545DE}" destId="{4298872C-C278-4702-9DFF-1BF063E39177}" srcOrd="0" destOrd="0" presId="urn:microsoft.com/office/officeart/2008/layout/LinedList"/>
    <dgm:cxn modelId="{8A97A4F2-9C1E-4A35-AFD5-953A88F4E73B}" type="presParOf" srcId="{0F181034-2EA4-4537-859F-82637CA545DE}" destId="{9B1AE20A-E09C-4F4C-8F5F-11FB7B3B6E68}" srcOrd="1" destOrd="0" presId="urn:microsoft.com/office/officeart/2008/layout/LinedList"/>
    <dgm:cxn modelId="{C9CCC355-5313-4F55-89FB-62039ACB42B2}" type="presParOf" srcId="{9B1AE20A-E09C-4F4C-8F5F-11FB7B3B6E68}" destId="{D3FA6813-CF5D-41BB-B971-D8D121BF4682}" srcOrd="0" destOrd="0" presId="urn:microsoft.com/office/officeart/2008/layout/LinedList"/>
    <dgm:cxn modelId="{85E38AAB-F04D-4786-B768-4CC950A8947E}" type="presParOf" srcId="{9B1AE20A-E09C-4F4C-8F5F-11FB7B3B6E68}" destId="{4D00A053-7E20-4EDF-B325-00CD0936CA14}" srcOrd="1" destOrd="0" presId="urn:microsoft.com/office/officeart/2008/layout/LinedList"/>
    <dgm:cxn modelId="{49C09F71-A649-44EF-9A21-0B732B46B395}" type="presParOf" srcId="{9B1AE20A-E09C-4F4C-8F5F-11FB7B3B6E68}" destId="{DE7B95DA-C72B-4572-B6F6-182CB811C287}" srcOrd="2" destOrd="0" presId="urn:microsoft.com/office/officeart/2008/layout/LinedList"/>
    <dgm:cxn modelId="{6C7C92B8-E4D0-492B-944F-268BF256B225}" type="presParOf" srcId="{0F181034-2EA4-4537-859F-82637CA545DE}" destId="{1F673073-EE96-4FF9-ABDF-17D18E46CE2A}" srcOrd="2" destOrd="0" presId="urn:microsoft.com/office/officeart/2008/layout/LinedList"/>
    <dgm:cxn modelId="{4ECCEF85-A4D7-45F6-AB4B-F02B29FF8A3E}" type="presParOf" srcId="{0F181034-2EA4-4537-859F-82637CA545DE}" destId="{DD1ED180-FB0F-44FE-8C75-CF58C91A5817}" srcOrd="3" destOrd="0" presId="urn:microsoft.com/office/officeart/2008/layout/LinedList"/>
    <dgm:cxn modelId="{7B9417FA-B447-489B-839B-3D7B5B1217A8}" type="presParOf" srcId="{6F3AF3B3-BE61-4178-896E-C297EE0C5DFC}" destId="{53907336-AD2C-4897-8295-C012FF82A6B6}" srcOrd="8" destOrd="0" presId="urn:microsoft.com/office/officeart/2008/layout/LinedList"/>
    <dgm:cxn modelId="{87F8D618-1ADF-4E70-AE09-B81EAADA1A84}" type="presParOf" srcId="{6F3AF3B3-BE61-4178-896E-C297EE0C5DFC}" destId="{B8666D7F-6849-494C-B069-24F144712ACF}" srcOrd="9" destOrd="0" presId="urn:microsoft.com/office/officeart/2008/layout/LinedList"/>
    <dgm:cxn modelId="{AC14B41F-49B9-4897-9C70-3C5301A2448F}" type="presParOf" srcId="{B8666D7F-6849-494C-B069-24F144712ACF}" destId="{6291DB94-5F23-46FB-A86B-9AC4692D563F}" srcOrd="0" destOrd="0" presId="urn:microsoft.com/office/officeart/2008/layout/LinedList"/>
    <dgm:cxn modelId="{F0B012EA-C3E4-4D34-A0E9-BCC6D0AD6035}" type="presParOf" srcId="{B8666D7F-6849-494C-B069-24F144712ACF}" destId="{AA2D432A-6F87-435B-9570-F2A0AFFC0A9B}" srcOrd="1" destOrd="0" presId="urn:microsoft.com/office/officeart/2008/layout/LinedList"/>
    <dgm:cxn modelId="{85F96C90-3C67-44E0-AF0B-3D2C24952C51}" type="presParOf" srcId="{AA2D432A-6F87-435B-9570-F2A0AFFC0A9B}" destId="{4E0853E5-D23C-429A-9A01-AE91F2AA9BAE}" srcOrd="0" destOrd="0" presId="urn:microsoft.com/office/officeart/2008/layout/LinedList"/>
    <dgm:cxn modelId="{F275C3DE-EEF8-4650-9A89-C7AC6909A6C0}" type="presParOf" srcId="{AA2D432A-6F87-435B-9570-F2A0AFFC0A9B}" destId="{A727B10E-6A93-4924-8E7E-D04F37D55498}" srcOrd="1" destOrd="0" presId="urn:microsoft.com/office/officeart/2008/layout/LinedList"/>
    <dgm:cxn modelId="{BBC411AB-0455-46CB-A2F8-9D8188B8D3B1}" type="presParOf" srcId="{A727B10E-6A93-4924-8E7E-D04F37D55498}" destId="{0F43DC24-F9F9-49DA-AA5D-F1744DE41F17}" srcOrd="0" destOrd="0" presId="urn:microsoft.com/office/officeart/2008/layout/LinedList"/>
    <dgm:cxn modelId="{2C6E59FA-2837-4A27-94D7-21D34B4A7655}" type="presParOf" srcId="{A727B10E-6A93-4924-8E7E-D04F37D55498}" destId="{2750AF46-020E-498A-8A26-18FE2CB4882B}" srcOrd="1" destOrd="0" presId="urn:microsoft.com/office/officeart/2008/layout/LinedList"/>
    <dgm:cxn modelId="{AB884B5E-6368-406C-B6D9-DDBE2648A95A}" type="presParOf" srcId="{A727B10E-6A93-4924-8E7E-D04F37D55498}" destId="{FD73811F-661E-455F-AA01-52FB587509E2}" srcOrd="2" destOrd="0" presId="urn:microsoft.com/office/officeart/2008/layout/LinedList"/>
    <dgm:cxn modelId="{CEA1B272-6A80-432A-BC59-A2143C43AFD6}" type="presParOf" srcId="{AA2D432A-6F87-435B-9570-F2A0AFFC0A9B}" destId="{EADC4FBA-C830-4C27-9AE4-E4D4F5263C9F}" srcOrd="2" destOrd="0" presId="urn:microsoft.com/office/officeart/2008/layout/LinedList"/>
    <dgm:cxn modelId="{B79EF501-7F11-4EAC-AF49-D957AB2A911E}" type="presParOf" srcId="{AA2D432A-6F87-435B-9570-F2A0AFFC0A9B}" destId="{7FE456D2-0334-4CDC-AD90-22E367F51558}"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22AF97-9377-4073-901F-3692F9993A84}"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801050B-B26F-490E-AA4E-8728E1D73B85}">
      <dgm:prSet/>
      <dgm:spPr/>
      <dgm:t>
        <a:bodyPr/>
        <a:lstStyle/>
        <a:p>
          <a:r>
            <a:rPr lang="en-US"/>
            <a:t>open and closed </a:t>
          </a:r>
          <a:r>
            <a:rPr lang="en-US" b="1"/>
            <a:t>questions</a:t>
          </a:r>
          <a:endParaRPr lang="en-US"/>
        </a:p>
      </dgm:t>
    </dgm:pt>
    <dgm:pt modelId="{409943EA-A619-4250-AA05-E3F928400C5E}" type="parTrans" cxnId="{4AE55D81-4509-44F6-A701-D7EFE1701BC3}">
      <dgm:prSet/>
      <dgm:spPr/>
      <dgm:t>
        <a:bodyPr/>
        <a:lstStyle/>
        <a:p>
          <a:endParaRPr lang="en-US"/>
        </a:p>
      </dgm:t>
    </dgm:pt>
    <dgm:pt modelId="{28541D9F-67F3-4E9B-927C-1A761F476F8F}" type="sibTrans" cxnId="{4AE55D81-4509-44F6-A701-D7EFE1701BC3}">
      <dgm:prSet/>
      <dgm:spPr/>
      <dgm:t>
        <a:bodyPr/>
        <a:lstStyle/>
        <a:p>
          <a:endParaRPr lang="en-US"/>
        </a:p>
      </dgm:t>
    </dgm:pt>
    <dgm:pt modelId="{A603CF3A-F666-4606-B14B-F3E766B2BC22}">
      <dgm:prSet/>
      <dgm:spPr/>
      <dgm:t>
        <a:bodyPr/>
        <a:lstStyle/>
        <a:p>
          <a:r>
            <a:rPr lang="en-US" b="1" dirty="0"/>
            <a:t>paraphrasing, </a:t>
          </a:r>
          <a:endParaRPr lang="en-US" dirty="0"/>
        </a:p>
      </dgm:t>
    </dgm:pt>
    <dgm:pt modelId="{5C2B66FE-D0B1-4DAB-BDBD-45ACCC6E3515}" type="parTrans" cxnId="{3AFD453B-E197-4680-85D4-0EAD6AC0FEC7}">
      <dgm:prSet/>
      <dgm:spPr/>
      <dgm:t>
        <a:bodyPr/>
        <a:lstStyle/>
        <a:p>
          <a:endParaRPr lang="en-US"/>
        </a:p>
      </dgm:t>
    </dgm:pt>
    <dgm:pt modelId="{AC5C8C9D-1DAE-4074-8CC5-1C0EA1C076D8}" type="sibTrans" cxnId="{3AFD453B-E197-4680-85D4-0EAD6AC0FEC7}">
      <dgm:prSet/>
      <dgm:spPr/>
      <dgm:t>
        <a:bodyPr/>
        <a:lstStyle/>
        <a:p>
          <a:endParaRPr lang="en-US"/>
        </a:p>
      </dgm:t>
    </dgm:pt>
    <dgm:pt modelId="{553CEA09-C41F-4BB7-9396-0C6F9321C0A9}">
      <dgm:prSet/>
      <dgm:spPr/>
      <dgm:t>
        <a:bodyPr/>
        <a:lstStyle/>
        <a:p>
          <a:r>
            <a:rPr lang="en-US" b="1"/>
            <a:t>reflecting feelings, </a:t>
          </a:r>
          <a:endParaRPr lang="en-US"/>
        </a:p>
      </dgm:t>
    </dgm:pt>
    <dgm:pt modelId="{014A3CD2-F652-4262-BDCE-668B5C59206A}" type="parTrans" cxnId="{72662256-E961-403E-A686-46D32ED4D546}">
      <dgm:prSet/>
      <dgm:spPr/>
      <dgm:t>
        <a:bodyPr/>
        <a:lstStyle/>
        <a:p>
          <a:endParaRPr lang="en-US"/>
        </a:p>
      </dgm:t>
    </dgm:pt>
    <dgm:pt modelId="{A2418D1A-3BA3-498C-9F2F-6FAC839F0F8B}" type="sibTrans" cxnId="{72662256-E961-403E-A686-46D32ED4D546}">
      <dgm:prSet/>
      <dgm:spPr/>
      <dgm:t>
        <a:bodyPr/>
        <a:lstStyle/>
        <a:p>
          <a:endParaRPr lang="en-US"/>
        </a:p>
      </dgm:t>
    </dgm:pt>
    <dgm:pt modelId="{89AAF5F7-F4AC-43C7-86CE-AAFB600DE1B3}">
      <dgm:prSet/>
      <dgm:spPr/>
      <dgm:t>
        <a:bodyPr/>
        <a:lstStyle/>
        <a:p>
          <a:r>
            <a:rPr lang="en-US" b="1"/>
            <a:t>and summarizing</a:t>
          </a:r>
          <a:r>
            <a:rPr lang="en-US"/>
            <a:t>.</a:t>
          </a:r>
        </a:p>
      </dgm:t>
    </dgm:pt>
    <dgm:pt modelId="{50968EAF-8C1A-4952-B4E6-EB574CCC395E}" type="parTrans" cxnId="{DAE6EEEE-981E-4FD7-9794-4C88EE46F4B3}">
      <dgm:prSet/>
      <dgm:spPr/>
      <dgm:t>
        <a:bodyPr/>
        <a:lstStyle/>
        <a:p>
          <a:endParaRPr lang="en-US"/>
        </a:p>
      </dgm:t>
    </dgm:pt>
    <dgm:pt modelId="{7A4EE842-DCDD-4FC1-88EB-DE5EE5111910}" type="sibTrans" cxnId="{DAE6EEEE-981E-4FD7-9794-4C88EE46F4B3}">
      <dgm:prSet/>
      <dgm:spPr/>
      <dgm:t>
        <a:bodyPr/>
        <a:lstStyle/>
        <a:p>
          <a:endParaRPr lang="en-US"/>
        </a:p>
      </dgm:t>
    </dgm:pt>
    <dgm:pt modelId="{85425785-EAA0-448A-8809-7539E738D50A}" type="pres">
      <dgm:prSet presAssocID="{7022AF97-9377-4073-901F-3692F9993A84}" presName="linear" presStyleCnt="0">
        <dgm:presLayoutVars>
          <dgm:animLvl val="lvl"/>
          <dgm:resizeHandles val="exact"/>
        </dgm:presLayoutVars>
      </dgm:prSet>
      <dgm:spPr/>
    </dgm:pt>
    <dgm:pt modelId="{2E2DA558-8BB4-4F7C-B9BC-176D9AD7A11C}" type="pres">
      <dgm:prSet presAssocID="{7801050B-B26F-490E-AA4E-8728E1D73B85}" presName="parentText" presStyleLbl="node1" presStyleIdx="0" presStyleCnt="4">
        <dgm:presLayoutVars>
          <dgm:chMax val="0"/>
          <dgm:bulletEnabled val="1"/>
        </dgm:presLayoutVars>
      </dgm:prSet>
      <dgm:spPr/>
    </dgm:pt>
    <dgm:pt modelId="{9141FA2A-074A-4B18-A439-FA76E64DE615}" type="pres">
      <dgm:prSet presAssocID="{28541D9F-67F3-4E9B-927C-1A761F476F8F}" presName="spacer" presStyleCnt="0"/>
      <dgm:spPr/>
    </dgm:pt>
    <dgm:pt modelId="{EFCC4B90-4A3D-4DCF-A733-1EF2E65E9D29}" type="pres">
      <dgm:prSet presAssocID="{A603CF3A-F666-4606-B14B-F3E766B2BC22}" presName="parentText" presStyleLbl="node1" presStyleIdx="1" presStyleCnt="4">
        <dgm:presLayoutVars>
          <dgm:chMax val="0"/>
          <dgm:bulletEnabled val="1"/>
        </dgm:presLayoutVars>
      </dgm:prSet>
      <dgm:spPr/>
    </dgm:pt>
    <dgm:pt modelId="{FE57A167-1021-4334-B87B-1E39E04B698D}" type="pres">
      <dgm:prSet presAssocID="{AC5C8C9D-1DAE-4074-8CC5-1C0EA1C076D8}" presName="spacer" presStyleCnt="0"/>
      <dgm:spPr/>
    </dgm:pt>
    <dgm:pt modelId="{DD890DFB-AA47-4E37-9CF3-BF5E2D747FE3}" type="pres">
      <dgm:prSet presAssocID="{553CEA09-C41F-4BB7-9396-0C6F9321C0A9}" presName="parentText" presStyleLbl="node1" presStyleIdx="2" presStyleCnt="4">
        <dgm:presLayoutVars>
          <dgm:chMax val="0"/>
          <dgm:bulletEnabled val="1"/>
        </dgm:presLayoutVars>
      </dgm:prSet>
      <dgm:spPr/>
    </dgm:pt>
    <dgm:pt modelId="{3C3B4DD3-F6DD-4472-AFB4-18A4039CEFB8}" type="pres">
      <dgm:prSet presAssocID="{A2418D1A-3BA3-498C-9F2F-6FAC839F0F8B}" presName="spacer" presStyleCnt="0"/>
      <dgm:spPr/>
    </dgm:pt>
    <dgm:pt modelId="{7C097A0D-A81E-4770-95A5-7EA79B637802}" type="pres">
      <dgm:prSet presAssocID="{89AAF5F7-F4AC-43C7-86CE-AAFB600DE1B3}" presName="parentText" presStyleLbl="node1" presStyleIdx="3" presStyleCnt="4">
        <dgm:presLayoutVars>
          <dgm:chMax val="0"/>
          <dgm:bulletEnabled val="1"/>
        </dgm:presLayoutVars>
      </dgm:prSet>
      <dgm:spPr/>
    </dgm:pt>
  </dgm:ptLst>
  <dgm:cxnLst>
    <dgm:cxn modelId="{4B2A8F10-7F82-48BA-B9C4-85F85D8F0250}" type="presOf" srcId="{7801050B-B26F-490E-AA4E-8728E1D73B85}" destId="{2E2DA558-8BB4-4F7C-B9BC-176D9AD7A11C}" srcOrd="0" destOrd="0" presId="urn:microsoft.com/office/officeart/2005/8/layout/vList2"/>
    <dgm:cxn modelId="{E931042C-CD4E-4FC8-A723-9027659C24AB}" type="presOf" srcId="{A603CF3A-F666-4606-B14B-F3E766B2BC22}" destId="{EFCC4B90-4A3D-4DCF-A733-1EF2E65E9D29}" srcOrd="0" destOrd="0" presId="urn:microsoft.com/office/officeart/2005/8/layout/vList2"/>
    <dgm:cxn modelId="{3AFD453B-E197-4680-85D4-0EAD6AC0FEC7}" srcId="{7022AF97-9377-4073-901F-3692F9993A84}" destId="{A603CF3A-F666-4606-B14B-F3E766B2BC22}" srcOrd="1" destOrd="0" parTransId="{5C2B66FE-D0B1-4DAB-BDBD-45ACCC6E3515}" sibTransId="{AC5C8C9D-1DAE-4074-8CC5-1C0EA1C076D8}"/>
    <dgm:cxn modelId="{6435873B-22E9-46C7-BA86-EC1865643C9C}" type="presOf" srcId="{89AAF5F7-F4AC-43C7-86CE-AAFB600DE1B3}" destId="{7C097A0D-A81E-4770-95A5-7EA79B637802}" srcOrd="0" destOrd="0" presId="urn:microsoft.com/office/officeart/2005/8/layout/vList2"/>
    <dgm:cxn modelId="{72662256-E961-403E-A686-46D32ED4D546}" srcId="{7022AF97-9377-4073-901F-3692F9993A84}" destId="{553CEA09-C41F-4BB7-9396-0C6F9321C0A9}" srcOrd="2" destOrd="0" parTransId="{014A3CD2-F652-4262-BDCE-668B5C59206A}" sibTransId="{A2418D1A-3BA3-498C-9F2F-6FAC839F0F8B}"/>
    <dgm:cxn modelId="{4AE55D81-4509-44F6-A701-D7EFE1701BC3}" srcId="{7022AF97-9377-4073-901F-3692F9993A84}" destId="{7801050B-B26F-490E-AA4E-8728E1D73B85}" srcOrd="0" destOrd="0" parTransId="{409943EA-A619-4250-AA05-E3F928400C5E}" sibTransId="{28541D9F-67F3-4E9B-927C-1A761F476F8F}"/>
    <dgm:cxn modelId="{4699B1C0-DC86-40BB-8FA7-DE6CA9BD634C}" type="presOf" srcId="{7022AF97-9377-4073-901F-3692F9993A84}" destId="{85425785-EAA0-448A-8809-7539E738D50A}" srcOrd="0" destOrd="0" presId="urn:microsoft.com/office/officeart/2005/8/layout/vList2"/>
    <dgm:cxn modelId="{97144DEC-7924-4385-908D-036C8EB22B02}" type="presOf" srcId="{553CEA09-C41F-4BB7-9396-0C6F9321C0A9}" destId="{DD890DFB-AA47-4E37-9CF3-BF5E2D747FE3}" srcOrd="0" destOrd="0" presId="urn:microsoft.com/office/officeart/2005/8/layout/vList2"/>
    <dgm:cxn modelId="{DAE6EEEE-981E-4FD7-9794-4C88EE46F4B3}" srcId="{7022AF97-9377-4073-901F-3692F9993A84}" destId="{89AAF5F7-F4AC-43C7-86CE-AAFB600DE1B3}" srcOrd="3" destOrd="0" parTransId="{50968EAF-8C1A-4952-B4E6-EB574CCC395E}" sibTransId="{7A4EE842-DCDD-4FC1-88EB-DE5EE5111910}"/>
    <dgm:cxn modelId="{6706715A-C3DD-42E3-AECA-E292149FCC95}" type="presParOf" srcId="{85425785-EAA0-448A-8809-7539E738D50A}" destId="{2E2DA558-8BB4-4F7C-B9BC-176D9AD7A11C}" srcOrd="0" destOrd="0" presId="urn:microsoft.com/office/officeart/2005/8/layout/vList2"/>
    <dgm:cxn modelId="{51B1DCF0-B0A1-408A-9398-20E0AFC6B806}" type="presParOf" srcId="{85425785-EAA0-448A-8809-7539E738D50A}" destId="{9141FA2A-074A-4B18-A439-FA76E64DE615}" srcOrd="1" destOrd="0" presId="urn:microsoft.com/office/officeart/2005/8/layout/vList2"/>
    <dgm:cxn modelId="{6644ED7C-6754-46C2-A237-B420DA79399A}" type="presParOf" srcId="{85425785-EAA0-448A-8809-7539E738D50A}" destId="{EFCC4B90-4A3D-4DCF-A733-1EF2E65E9D29}" srcOrd="2" destOrd="0" presId="urn:microsoft.com/office/officeart/2005/8/layout/vList2"/>
    <dgm:cxn modelId="{C6741F37-B76B-44DD-95CA-B57F5643407B}" type="presParOf" srcId="{85425785-EAA0-448A-8809-7539E738D50A}" destId="{FE57A167-1021-4334-B87B-1E39E04B698D}" srcOrd="3" destOrd="0" presId="urn:microsoft.com/office/officeart/2005/8/layout/vList2"/>
    <dgm:cxn modelId="{F3F4B6A4-CC75-4653-9749-C005E171BA17}" type="presParOf" srcId="{85425785-EAA0-448A-8809-7539E738D50A}" destId="{DD890DFB-AA47-4E37-9CF3-BF5E2D747FE3}" srcOrd="4" destOrd="0" presId="urn:microsoft.com/office/officeart/2005/8/layout/vList2"/>
    <dgm:cxn modelId="{74C2407F-6C7C-4CC5-8B6A-C4D2243C8EEA}" type="presParOf" srcId="{85425785-EAA0-448A-8809-7539E738D50A}" destId="{3C3B4DD3-F6DD-4472-AFB4-18A4039CEFB8}" srcOrd="5" destOrd="0" presId="urn:microsoft.com/office/officeart/2005/8/layout/vList2"/>
    <dgm:cxn modelId="{B7386885-0E6E-4336-B873-9933DB00A22E}" type="presParOf" srcId="{85425785-EAA0-448A-8809-7539E738D50A}" destId="{7C097A0D-A81E-4770-95A5-7EA79B63780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3851A2-A5B1-4FE7-86B8-44378577E006}">
      <dsp:nvSpPr>
        <dsp:cNvPr id="0" name=""/>
        <dsp:cNvSpPr/>
      </dsp:nvSpPr>
      <dsp:spPr>
        <a:xfrm>
          <a:off x="0" y="0"/>
          <a:ext cx="5259278" cy="0"/>
        </a:xfrm>
        <a:prstGeom prst="line">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6A57E3DC-2AC1-44B2-91BE-6ECF4A220671}">
      <dsp:nvSpPr>
        <dsp:cNvPr id="0" name=""/>
        <dsp:cNvSpPr/>
      </dsp:nvSpPr>
      <dsp:spPr>
        <a:xfrm>
          <a:off x="0" y="0"/>
          <a:ext cx="5259278" cy="11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r>
            <a:rPr lang="en-US" sz="5600" b="0" i="0" kern="1200"/>
            <a:t>Eye Contact</a:t>
          </a:r>
          <a:endParaRPr lang="en-US" sz="5600" kern="1200"/>
        </a:p>
      </dsp:txBody>
      <dsp:txXfrm>
        <a:off x="0" y="0"/>
        <a:ext cx="5259278" cy="1177282"/>
      </dsp:txXfrm>
    </dsp:sp>
    <dsp:sp modelId="{D890B0A3-764A-4165-AC89-8636DD983128}">
      <dsp:nvSpPr>
        <dsp:cNvPr id="0" name=""/>
        <dsp:cNvSpPr/>
      </dsp:nvSpPr>
      <dsp:spPr>
        <a:xfrm>
          <a:off x="0" y="1177282"/>
          <a:ext cx="5259278" cy="0"/>
        </a:xfrm>
        <a:prstGeom prst="line">
          <a:avLst/>
        </a:prstGeom>
        <a:gradFill rotWithShape="0">
          <a:gsLst>
            <a:gs pos="0">
              <a:schemeClr val="accent2">
                <a:hueOff val="302398"/>
                <a:satOff val="-4596"/>
                <a:lumOff val="4052"/>
                <a:alphaOff val="0"/>
                <a:tint val="98000"/>
                <a:lumMod val="110000"/>
              </a:schemeClr>
            </a:gs>
            <a:gs pos="84000">
              <a:schemeClr val="accent2">
                <a:hueOff val="302398"/>
                <a:satOff val="-4596"/>
                <a:lumOff val="4052"/>
                <a:alphaOff val="0"/>
                <a:shade val="90000"/>
                <a:lumMod val="88000"/>
              </a:schemeClr>
            </a:gs>
          </a:gsLst>
          <a:lin ang="5400000" scaled="0"/>
        </a:gradFill>
        <a:ln w="12700" cap="rnd" cmpd="sng" algn="ctr">
          <a:solidFill>
            <a:schemeClr val="accent2">
              <a:hueOff val="302398"/>
              <a:satOff val="-4596"/>
              <a:lumOff val="4052"/>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A42ECEC7-5AE0-442C-8906-A2908EE02026}">
      <dsp:nvSpPr>
        <dsp:cNvPr id="0" name=""/>
        <dsp:cNvSpPr/>
      </dsp:nvSpPr>
      <dsp:spPr>
        <a:xfrm>
          <a:off x="0" y="1177282"/>
          <a:ext cx="5259278" cy="11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r>
            <a:rPr lang="en-US" sz="5600" b="0" i="0" kern="1200"/>
            <a:t>Body Position</a:t>
          </a:r>
          <a:endParaRPr lang="en-US" sz="5600" kern="1200"/>
        </a:p>
      </dsp:txBody>
      <dsp:txXfrm>
        <a:off x="0" y="1177282"/>
        <a:ext cx="5259278" cy="1177282"/>
      </dsp:txXfrm>
    </dsp:sp>
    <dsp:sp modelId="{129BEBCA-4F25-4BEE-A6BB-DDA7E1F383E4}">
      <dsp:nvSpPr>
        <dsp:cNvPr id="0" name=""/>
        <dsp:cNvSpPr/>
      </dsp:nvSpPr>
      <dsp:spPr>
        <a:xfrm>
          <a:off x="0" y="2354565"/>
          <a:ext cx="5259278" cy="0"/>
        </a:xfrm>
        <a:prstGeom prst="line">
          <a:avLst/>
        </a:prstGeom>
        <a:gradFill rotWithShape="0">
          <a:gsLst>
            <a:gs pos="0">
              <a:schemeClr val="accent2">
                <a:hueOff val="604797"/>
                <a:satOff val="-9193"/>
                <a:lumOff val="8105"/>
                <a:alphaOff val="0"/>
                <a:tint val="98000"/>
                <a:lumMod val="110000"/>
              </a:schemeClr>
            </a:gs>
            <a:gs pos="84000">
              <a:schemeClr val="accent2">
                <a:hueOff val="604797"/>
                <a:satOff val="-9193"/>
                <a:lumOff val="8105"/>
                <a:alphaOff val="0"/>
                <a:shade val="90000"/>
                <a:lumMod val="88000"/>
              </a:schemeClr>
            </a:gs>
          </a:gsLst>
          <a:lin ang="5400000" scaled="0"/>
        </a:gradFill>
        <a:ln w="12700" cap="rnd" cmpd="sng" algn="ctr">
          <a:solidFill>
            <a:schemeClr val="accent2">
              <a:hueOff val="604797"/>
              <a:satOff val="-9193"/>
              <a:lumOff val="8105"/>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FAB1D026-E533-4C92-9BE0-02A635EBE2B4}">
      <dsp:nvSpPr>
        <dsp:cNvPr id="0" name=""/>
        <dsp:cNvSpPr/>
      </dsp:nvSpPr>
      <dsp:spPr>
        <a:xfrm>
          <a:off x="0" y="2354565"/>
          <a:ext cx="5259278" cy="11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r>
            <a:rPr lang="en-US" sz="5600" b="0" i="0" kern="1200"/>
            <a:t>Vocal Tone</a:t>
          </a:r>
          <a:endParaRPr lang="en-US" sz="5600" kern="1200"/>
        </a:p>
      </dsp:txBody>
      <dsp:txXfrm>
        <a:off x="0" y="2354565"/>
        <a:ext cx="5259278" cy="1177282"/>
      </dsp:txXfrm>
    </dsp:sp>
    <dsp:sp modelId="{8F318792-56F7-4A48-9831-75136922C03D}">
      <dsp:nvSpPr>
        <dsp:cNvPr id="0" name=""/>
        <dsp:cNvSpPr/>
      </dsp:nvSpPr>
      <dsp:spPr>
        <a:xfrm>
          <a:off x="0" y="3531848"/>
          <a:ext cx="5259278" cy="0"/>
        </a:xfrm>
        <a:prstGeom prst="line">
          <a:avLst/>
        </a:prstGeom>
        <a:gradFill rotWithShape="0">
          <a:gsLst>
            <a:gs pos="0">
              <a:schemeClr val="accent2">
                <a:hueOff val="907195"/>
                <a:satOff val="-13789"/>
                <a:lumOff val="12157"/>
                <a:alphaOff val="0"/>
                <a:tint val="98000"/>
                <a:lumMod val="110000"/>
              </a:schemeClr>
            </a:gs>
            <a:gs pos="84000">
              <a:schemeClr val="accent2">
                <a:hueOff val="907195"/>
                <a:satOff val="-13789"/>
                <a:lumOff val="12157"/>
                <a:alphaOff val="0"/>
                <a:shade val="90000"/>
                <a:lumMod val="88000"/>
              </a:schemeClr>
            </a:gs>
          </a:gsLst>
          <a:lin ang="5400000" scaled="0"/>
        </a:gradFill>
        <a:ln w="12700" cap="rnd" cmpd="sng" algn="ctr">
          <a:solidFill>
            <a:schemeClr val="accent2">
              <a:hueOff val="907195"/>
              <a:satOff val="-13789"/>
              <a:lumOff val="12157"/>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839075FF-21A1-4040-8681-6FC0376940D0}">
      <dsp:nvSpPr>
        <dsp:cNvPr id="0" name=""/>
        <dsp:cNvSpPr/>
      </dsp:nvSpPr>
      <dsp:spPr>
        <a:xfrm>
          <a:off x="0" y="3531848"/>
          <a:ext cx="5259278" cy="11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r>
            <a:rPr lang="en-US" sz="5600" b="0" i="0" kern="1200"/>
            <a:t>Silence</a:t>
          </a:r>
          <a:endParaRPr lang="en-US" sz="5600" kern="1200"/>
        </a:p>
      </dsp:txBody>
      <dsp:txXfrm>
        <a:off x="0" y="3531848"/>
        <a:ext cx="5259278" cy="11772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66189-B58E-49BD-8CEE-82999111AB44}">
      <dsp:nvSpPr>
        <dsp:cNvPr id="0" name=""/>
        <dsp:cNvSpPr/>
      </dsp:nvSpPr>
      <dsp:spPr>
        <a:xfrm>
          <a:off x="0" y="449"/>
          <a:ext cx="8272463" cy="0"/>
        </a:xfrm>
        <a:prstGeom prst="line">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1D7F08-0795-42F4-AF94-3988543FC483}">
      <dsp:nvSpPr>
        <dsp:cNvPr id="0" name=""/>
        <dsp:cNvSpPr/>
      </dsp:nvSpPr>
      <dsp:spPr>
        <a:xfrm>
          <a:off x="0" y="449"/>
          <a:ext cx="1654492" cy="735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noProof="0">
              <a:ea typeface="Times New Roman" panose="02020603050405020304" pitchFamily="18" charset="0"/>
            </a:rPr>
            <a:t>S</a:t>
          </a:r>
          <a:endParaRPr lang="en-US" sz="3500" kern="1200"/>
        </a:p>
      </dsp:txBody>
      <dsp:txXfrm>
        <a:off x="0" y="449"/>
        <a:ext cx="1654492" cy="735467"/>
      </dsp:txXfrm>
    </dsp:sp>
    <dsp:sp modelId="{12B05FDE-54C9-47FC-BF8C-241761B34545}">
      <dsp:nvSpPr>
        <dsp:cNvPr id="0" name=""/>
        <dsp:cNvSpPr/>
      </dsp:nvSpPr>
      <dsp:spPr>
        <a:xfrm>
          <a:off x="1778579" y="33846"/>
          <a:ext cx="6493883" cy="667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noProof="0" dirty="0">
              <a:ea typeface="Times New Roman" panose="02020603050405020304" pitchFamily="18" charset="0"/>
            </a:rPr>
            <a:t>Squarely</a:t>
          </a:r>
          <a:r>
            <a:rPr lang="en-US" sz="3100" kern="1200" noProof="0" dirty="0">
              <a:ea typeface="Times New Roman" panose="02020603050405020304" pitchFamily="18" charset="0"/>
            </a:rPr>
            <a:t> face the client</a:t>
          </a:r>
          <a:endParaRPr lang="en-US" sz="3100" kern="1200" dirty="0"/>
        </a:p>
      </dsp:txBody>
      <dsp:txXfrm>
        <a:off x="1778579" y="33846"/>
        <a:ext cx="6493883" cy="667954"/>
      </dsp:txXfrm>
    </dsp:sp>
    <dsp:sp modelId="{1491EA75-D543-44A1-A3AE-B28672EC9257}">
      <dsp:nvSpPr>
        <dsp:cNvPr id="0" name=""/>
        <dsp:cNvSpPr/>
      </dsp:nvSpPr>
      <dsp:spPr>
        <a:xfrm>
          <a:off x="1654492" y="701801"/>
          <a:ext cx="6617970" cy="0"/>
        </a:xfrm>
        <a:prstGeom prst="line">
          <a:avLst/>
        </a:prstGeom>
        <a:solidFill>
          <a:schemeClr val="accent5">
            <a:hueOff val="0"/>
            <a:satOff val="0"/>
            <a:lumOff val="0"/>
            <a:alphaOff val="0"/>
          </a:schemeClr>
        </a:solidFill>
        <a:ln w="22225" cap="rnd"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BD7BC7-4B63-41A8-9BA6-42FC311745D8}">
      <dsp:nvSpPr>
        <dsp:cNvPr id="0" name=""/>
        <dsp:cNvSpPr/>
      </dsp:nvSpPr>
      <dsp:spPr>
        <a:xfrm>
          <a:off x="0" y="735917"/>
          <a:ext cx="8272463" cy="0"/>
        </a:xfrm>
        <a:prstGeom prst="line">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58613D-5AD8-4B7A-803C-79F9BFE5C9CD}">
      <dsp:nvSpPr>
        <dsp:cNvPr id="0" name=""/>
        <dsp:cNvSpPr/>
      </dsp:nvSpPr>
      <dsp:spPr>
        <a:xfrm>
          <a:off x="0" y="735917"/>
          <a:ext cx="1654492" cy="735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noProof="0">
              <a:ea typeface="Times New Roman" panose="02020603050405020304" pitchFamily="18" charset="0"/>
            </a:rPr>
            <a:t>O</a:t>
          </a:r>
          <a:endParaRPr lang="en-US" sz="3500" kern="1200"/>
        </a:p>
      </dsp:txBody>
      <dsp:txXfrm>
        <a:off x="0" y="735917"/>
        <a:ext cx="1654492" cy="735467"/>
      </dsp:txXfrm>
    </dsp:sp>
    <dsp:sp modelId="{573EE933-B4D5-4CFF-870E-19EF8BACB55A}">
      <dsp:nvSpPr>
        <dsp:cNvPr id="0" name=""/>
        <dsp:cNvSpPr/>
      </dsp:nvSpPr>
      <dsp:spPr>
        <a:xfrm>
          <a:off x="1778579" y="769314"/>
          <a:ext cx="6493883" cy="667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noProof="0" dirty="0">
              <a:ea typeface="Times New Roman" panose="02020603050405020304" pitchFamily="18" charset="0"/>
            </a:rPr>
            <a:t>Adopt an </a:t>
          </a:r>
          <a:r>
            <a:rPr lang="en-US" sz="3100" b="1" kern="1200" noProof="0" dirty="0">
              <a:ea typeface="Times New Roman" panose="02020603050405020304" pitchFamily="18" charset="0"/>
            </a:rPr>
            <a:t>open</a:t>
          </a:r>
          <a:r>
            <a:rPr lang="en-US" sz="3100" kern="1200" noProof="0" dirty="0">
              <a:ea typeface="Times New Roman" panose="02020603050405020304" pitchFamily="18" charset="0"/>
            </a:rPr>
            <a:t> posture</a:t>
          </a:r>
        </a:p>
      </dsp:txBody>
      <dsp:txXfrm>
        <a:off x="1778579" y="769314"/>
        <a:ext cx="6493883" cy="667954"/>
      </dsp:txXfrm>
    </dsp:sp>
    <dsp:sp modelId="{74164744-8667-4C4A-8D0F-52FF8201D120}">
      <dsp:nvSpPr>
        <dsp:cNvPr id="0" name=""/>
        <dsp:cNvSpPr/>
      </dsp:nvSpPr>
      <dsp:spPr>
        <a:xfrm>
          <a:off x="1654492" y="1437269"/>
          <a:ext cx="6617970" cy="0"/>
        </a:xfrm>
        <a:prstGeom prst="line">
          <a:avLst/>
        </a:prstGeom>
        <a:solidFill>
          <a:schemeClr val="accent5">
            <a:hueOff val="0"/>
            <a:satOff val="0"/>
            <a:lumOff val="0"/>
            <a:alphaOff val="0"/>
          </a:schemeClr>
        </a:solidFill>
        <a:ln w="22225" cap="rnd"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FEB7E9-996F-4580-A10D-467AC4196DBE}">
      <dsp:nvSpPr>
        <dsp:cNvPr id="0" name=""/>
        <dsp:cNvSpPr/>
      </dsp:nvSpPr>
      <dsp:spPr>
        <a:xfrm>
          <a:off x="0" y="1471385"/>
          <a:ext cx="8272463" cy="0"/>
        </a:xfrm>
        <a:prstGeom prst="line">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86923E-6BA3-4A5F-B509-7F4F27905E64}">
      <dsp:nvSpPr>
        <dsp:cNvPr id="0" name=""/>
        <dsp:cNvSpPr/>
      </dsp:nvSpPr>
      <dsp:spPr>
        <a:xfrm>
          <a:off x="0" y="1471385"/>
          <a:ext cx="1654492" cy="735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noProof="0" dirty="0">
              <a:ea typeface="Times New Roman" panose="02020603050405020304" pitchFamily="18" charset="0"/>
            </a:rPr>
            <a:t>L</a:t>
          </a:r>
        </a:p>
      </dsp:txBody>
      <dsp:txXfrm>
        <a:off x="0" y="1471385"/>
        <a:ext cx="1654492" cy="735467"/>
      </dsp:txXfrm>
    </dsp:sp>
    <dsp:sp modelId="{84290AB5-694C-46FB-BBA0-739D6114BF8D}">
      <dsp:nvSpPr>
        <dsp:cNvPr id="0" name=""/>
        <dsp:cNvSpPr/>
      </dsp:nvSpPr>
      <dsp:spPr>
        <a:xfrm>
          <a:off x="1778579" y="1504782"/>
          <a:ext cx="6493883" cy="667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noProof="0" dirty="0">
              <a:ea typeface="Times New Roman" panose="02020603050405020304" pitchFamily="18" charset="0"/>
            </a:rPr>
            <a:t>Lean</a:t>
          </a:r>
          <a:r>
            <a:rPr lang="en-US" sz="3100" kern="1200" noProof="0" dirty="0">
              <a:ea typeface="Times New Roman" panose="02020603050405020304" pitchFamily="18" charset="0"/>
            </a:rPr>
            <a:t> (slightly) toward your client</a:t>
          </a:r>
        </a:p>
      </dsp:txBody>
      <dsp:txXfrm>
        <a:off x="1778579" y="1504782"/>
        <a:ext cx="6493883" cy="667954"/>
      </dsp:txXfrm>
    </dsp:sp>
    <dsp:sp modelId="{01D025C1-0382-49CE-A7C2-CFCC77D3C2DC}">
      <dsp:nvSpPr>
        <dsp:cNvPr id="0" name=""/>
        <dsp:cNvSpPr/>
      </dsp:nvSpPr>
      <dsp:spPr>
        <a:xfrm>
          <a:off x="1654492" y="2172737"/>
          <a:ext cx="6617970" cy="0"/>
        </a:xfrm>
        <a:prstGeom prst="line">
          <a:avLst/>
        </a:prstGeom>
        <a:solidFill>
          <a:schemeClr val="accent5">
            <a:hueOff val="0"/>
            <a:satOff val="0"/>
            <a:lumOff val="0"/>
            <a:alphaOff val="0"/>
          </a:schemeClr>
        </a:solidFill>
        <a:ln w="22225" cap="rnd"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6782B5-C86D-4F20-B1E2-E3C495E7EE44}">
      <dsp:nvSpPr>
        <dsp:cNvPr id="0" name=""/>
        <dsp:cNvSpPr/>
      </dsp:nvSpPr>
      <dsp:spPr>
        <a:xfrm>
          <a:off x="0" y="2206852"/>
          <a:ext cx="8272463" cy="0"/>
        </a:xfrm>
        <a:prstGeom prst="line">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0C8C60-C8C3-45EE-851B-A35B547E7B9D}">
      <dsp:nvSpPr>
        <dsp:cNvPr id="0" name=""/>
        <dsp:cNvSpPr/>
      </dsp:nvSpPr>
      <dsp:spPr>
        <a:xfrm>
          <a:off x="0" y="2206852"/>
          <a:ext cx="1654492" cy="735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noProof="0">
              <a:ea typeface="Times New Roman" panose="02020603050405020304" pitchFamily="18" charset="0"/>
            </a:rPr>
            <a:t>E</a:t>
          </a:r>
        </a:p>
      </dsp:txBody>
      <dsp:txXfrm>
        <a:off x="0" y="2206852"/>
        <a:ext cx="1654492" cy="735467"/>
      </dsp:txXfrm>
    </dsp:sp>
    <dsp:sp modelId="{4D00A053-7E20-4EDF-B325-00CD0936CA14}">
      <dsp:nvSpPr>
        <dsp:cNvPr id="0" name=""/>
        <dsp:cNvSpPr/>
      </dsp:nvSpPr>
      <dsp:spPr>
        <a:xfrm>
          <a:off x="1778579" y="2240250"/>
          <a:ext cx="6493883" cy="667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noProof="0">
              <a:ea typeface="Times New Roman" panose="02020603050405020304" pitchFamily="18" charset="0"/>
            </a:rPr>
            <a:t>Make </a:t>
          </a:r>
          <a:r>
            <a:rPr lang="en-US" sz="3100" b="1" kern="1200" noProof="0">
              <a:ea typeface="Times New Roman" panose="02020603050405020304" pitchFamily="18" charset="0"/>
            </a:rPr>
            <a:t>eye</a:t>
          </a:r>
          <a:r>
            <a:rPr lang="en-US" sz="3100" i="1" kern="1200" noProof="0">
              <a:ea typeface="Times New Roman" panose="02020603050405020304" pitchFamily="18" charset="0"/>
            </a:rPr>
            <a:t> </a:t>
          </a:r>
          <a:r>
            <a:rPr lang="en-US" sz="3100" kern="1200" noProof="0">
              <a:ea typeface="Times New Roman" panose="02020603050405020304" pitchFamily="18" charset="0"/>
            </a:rPr>
            <a:t>contact</a:t>
          </a:r>
        </a:p>
      </dsp:txBody>
      <dsp:txXfrm>
        <a:off x="1778579" y="2240250"/>
        <a:ext cx="6493883" cy="667954"/>
      </dsp:txXfrm>
    </dsp:sp>
    <dsp:sp modelId="{1F673073-EE96-4FF9-ABDF-17D18E46CE2A}">
      <dsp:nvSpPr>
        <dsp:cNvPr id="0" name=""/>
        <dsp:cNvSpPr/>
      </dsp:nvSpPr>
      <dsp:spPr>
        <a:xfrm>
          <a:off x="1654492" y="2908205"/>
          <a:ext cx="6617970" cy="0"/>
        </a:xfrm>
        <a:prstGeom prst="line">
          <a:avLst/>
        </a:prstGeom>
        <a:solidFill>
          <a:schemeClr val="accent5">
            <a:hueOff val="0"/>
            <a:satOff val="0"/>
            <a:lumOff val="0"/>
            <a:alphaOff val="0"/>
          </a:schemeClr>
        </a:solidFill>
        <a:ln w="22225" cap="rnd"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3907336-AD2C-4897-8295-C012FF82A6B6}">
      <dsp:nvSpPr>
        <dsp:cNvPr id="0" name=""/>
        <dsp:cNvSpPr/>
      </dsp:nvSpPr>
      <dsp:spPr>
        <a:xfrm>
          <a:off x="0" y="2942320"/>
          <a:ext cx="8272463" cy="0"/>
        </a:xfrm>
        <a:prstGeom prst="line">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91DB94-5F23-46FB-A86B-9AC4692D563F}">
      <dsp:nvSpPr>
        <dsp:cNvPr id="0" name=""/>
        <dsp:cNvSpPr/>
      </dsp:nvSpPr>
      <dsp:spPr>
        <a:xfrm>
          <a:off x="0" y="2942320"/>
          <a:ext cx="1654492" cy="735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noProof="0">
              <a:ea typeface="Times New Roman" panose="02020603050405020304" pitchFamily="18" charset="0"/>
            </a:rPr>
            <a:t>R</a:t>
          </a:r>
          <a:endParaRPr lang="en-US" sz="3500" b="1" kern="1200" noProof="0">
            <a:ea typeface="Times New Roman" panose="02020603050405020304" pitchFamily="18" charset="0"/>
          </a:endParaRPr>
        </a:p>
      </dsp:txBody>
      <dsp:txXfrm>
        <a:off x="0" y="2942320"/>
        <a:ext cx="1654492" cy="735467"/>
      </dsp:txXfrm>
    </dsp:sp>
    <dsp:sp modelId="{2750AF46-020E-498A-8A26-18FE2CB4882B}">
      <dsp:nvSpPr>
        <dsp:cNvPr id="0" name=""/>
        <dsp:cNvSpPr/>
      </dsp:nvSpPr>
      <dsp:spPr>
        <a:xfrm>
          <a:off x="1778579" y="2975718"/>
          <a:ext cx="6493883" cy="667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noProof="0">
              <a:ea typeface="Times New Roman" panose="02020603050405020304" pitchFamily="18" charset="0"/>
            </a:rPr>
            <a:t>Stay </a:t>
          </a:r>
          <a:r>
            <a:rPr lang="en-US" sz="3100" b="1" kern="1200" noProof="0">
              <a:ea typeface="Times New Roman" panose="02020603050405020304" pitchFamily="18" charset="0"/>
            </a:rPr>
            <a:t>relaxed</a:t>
          </a:r>
        </a:p>
      </dsp:txBody>
      <dsp:txXfrm>
        <a:off x="1778579" y="2975718"/>
        <a:ext cx="6493883" cy="667954"/>
      </dsp:txXfrm>
    </dsp:sp>
    <dsp:sp modelId="{EADC4FBA-C830-4C27-9AE4-E4D4F5263C9F}">
      <dsp:nvSpPr>
        <dsp:cNvPr id="0" name=""/>
        <dsp:cNvSpPr/>
      </dsp:nvSpPr>
      <dsp:spPr>
        <a:xfrm>
          <a:off x="1654492" y="3643673"/>
          <a:ext cx="6617970" cy="0"/>
        </a:xfrm>
        <a:prstGeom prst="line">
          <a:avLst/>
        </a:prstGeom>
        <a:solidFill>
          <a:schemeClr val="accent5">
            <a:hueOff val="0"/>
            <a:satOff val="0"/>
            <a:lumOff val="0"/>
            <a:alphaOff val="0"/>
          </a:schemeClr>
        </a:solidFill>
        <a:ln w="22225" cap="rnd" cmpd="sng" algn="ctr">
          <a:solidFill>
            <a:schemeClr val="accent5">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DA558-8BB4-4F7C-B9BC-176D9AD7A11C}">
      <dsp:nvSpPr>
        <dsp:cNvPr id="0" name=""/>
        <dsp:cNvSpPr/>
      </dsp:nvSpPr>
      <dsp:spPr>
        <a:xfrm>
          <a:off x="0" y="667605"/>
          <a:ext cx="5259278" cy="77220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open and closed </a:t>
          </a:r>
          <a:r>
            <a:rPr lang="en-US" sz="3300" b="1" kern="1200"/>
            <a:t>questions</a:t>
          </a:r>
          <a:endParaRPr lang="en-US" sz="3300" kern="1200"/>
        </a:p>
      </dsp:txBody>
      <dsp:txXfrm>
        <a:off x="37696" y="705301"/>
        <a:ext cx="5183886" cy="696808"/>
      </dsp:txXfrm>
    </dsp:sp>
    <dsp:sp modelId="{EFCC4B90-4A3D-4DCF-A733-1EF2E65E9D29}">
      <dsp:nvSpPr>
        <dsp:cNvPr id="0" name=""/>
        <dsp:cNvSpPr/>
      </dsp:nvSpPr>
      <dsp:spPr>
        <a:xfrm>
          <a:off x="0" y="1534845"/>
          <a:ext cx="5259278" cy="772200"/>
        </a:xfrm>
        <a:prstGeom prst="roundRect">
          <a:avLst/>
        </a:prstGeom>
        <a:gradFill rotWithShape="0">
          <a:gsLst>
            <a:gs pos="0">
              <a:schemeClr val="accent2">
                <a:hueOff val="302398"/>
                <a:satOff val="-4596"/>
                <a:lumOff val="4052"/>
                <a:alphaOff val="0"/>
                <a:tint val="98000"/>
                <a:lumMod val="110000"/>
              </a:schemeClr>
            </a:gs>
            <a:gs pos="84000">
              <a:schemeClr val="accent2">
                <a:hueOff val="302398"/>
                <a:satOff val="-4596"/>
                <a:lumOff val="4052"/>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1" kern="1200" dirty="0"/>
            <a:t>paraphrasing, </a:t>
          </a:r>
          <a:endParaRPr lang="en-US" sz="3300" kern="1200" dirty="0"/>
        </a:p>
      </dsp:txBody>
      <dsp:txXfrm>
        <a:off x="37696" y="1572541"/>
        <a:ext cx="5183886" cy="696808"/>
      </dsp:txXfrm>
    </dsp:sp>
    <dsp:sp modelId="{DD890DFB-AA47-4E37-9CF3-BF5E2D747FE3}">
      <dsp:nvSpPr>
        <dsp:cNvPr id="0" name=""/>
        <dsp:cNvSpPr/>
      </dsp:nvSpPr>
      <dsp:spPr>
        <a:xfrm>
          <a:off x="0" y="2402085"/>
          <a:ext cx="5259278" cy="772200"/>
        </a:xfrm>
        <a:prstGeom prst="roundRect">
          <a:avLst/>
        </a:prstGeom>
        <a:gradFill rotWithShape="0">
          <a:gsLst>
            <a:gs pos="0">
              <a:schemeClr val="accent2">
                <a:hueOff val="604797"/>
                <a:satOff val="-9193"/>
                <a:lumOff val="8105"/>
                <a:alphaOff val="0"/>
                <a:tint val="98000"/>
                <a:lumMod val="110000"/>
              </a:schemeClr>
            </a:gs>
            <a:gs pos="84000">
              <a:schemeClr val="accent2">
                <a:hueOff val="604797"/>
                <a:satOff val="-9193"/>
                <a:lumOff val="8105"/>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1" kern="1200"/>
            <a:t>reflecting feelings, </a:t>
          </a:r>
          <a:endParaRPr lang="en-US" sz="3300" kern="1200"/>
        </a:p>
      </dsp:txBody>
      <dsp:txXfrm>
        <a:off x="37696" y="2439781"/>
        <a:ext cx="5183886" cy="696808"/>
      </dsp:txXfrm>
    </dsp:sp>
    <dsp:sp modelId="{7C097A0D-A81E-4770-95A5-7EA79B637802}">
      <dsp:nvSpPr>
        <dsp:cNvPr id="0" name=""/>
        <dsp:cNvSpPr/>
      </dsp:nvSpPr>
      <dsp:spPr>
        <a:xfrm>
          <a:off x="0" y="3269325"/>
          <a:ext cx="5259278" cy="772200"/>
        </a:xfrm>
        <a:prstGeom prst="roundRect">
          <a:avLst/>
        </a:prstGeom>
        <a:gradFill rotWithShape="0">
          <a:gsLst>
            <a:gs pos="0">
              <a:schemeClr val="accent2">
                <a:hueOff val="907195"/>
                <a:satOff val="-13789"/>
                <a:lumOff val="12157"/>
                <a:alphaOff val="0"/>
                <a:tint val="98000"/>
                <a:lumMod val="110000"/>
              </a:schemeClr>
            </a:gs>
            <a:gs pos="84000">
              <a:schemeClr val="accent2">
                <a:hueOff val="907195"/>
                <a:satOff val="-13789"/>
                <a:lumOff val="12157"/>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1" kern="1200"/>
            <a:t>and summarizing</a:t>
          </a:r>
          <a:r>
            <a:rPr lang="en-US" sz="3300" kern="1200"/>
            <a:t>.</a:t>
          </a:r>
        </a:p>
      </dsp:txBody>
      <dsp:txXfrm>
        <a:off x="37696" y="3307021"/>
        <a:ext cx="5183886" cy="69680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2/5/2026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432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4748042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545102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968421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6280379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schemeClr val="tx1"/>
              </a:solidFill>
            </a:endParaRP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1640400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schemeClr val="tx1"/>
              </a:solidFill>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487688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dirty="0">
              <a:solidFill>
                <a:schemeClr val="tx1"/>
              </a:solidFill>
            </a:endParaRP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7586294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0036083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dirty="0">
              <a:solidFill>
                <a:schemeClr val="tx1"/>
              </a:solidFill>
            </a:endParaRP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0034007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schemeClr val="tx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0330233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endParaRPr lang="en-US" dirty="0">
              <a:solidFill>
                <a:schemeClr val="tx1"/>
              </a:solidFill>
            </a:endParaRPr>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3636802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970207946"/>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55694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2556955"/>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8" name="Content Placeholder 6">
            <a:extLst>
              <a:ext uri="{FF2B5EF4-FFF2-40B4-BE49-F238E27FC236}">
                <a16:creationId xmlns:a16="http://schemas.microsoft.com/office/drawing/2014/main" id="{820D01C0-4FD2-4065-9EC3-96A308398288}"/>
              </a:ext>
            </a:extLst>
          </p:cNvPr>
          <p:cNvSpPr>
            <a:spLocks noGrp="1"/>
          </p:cNvSpPr>
          <p:nvPr>
            <p:ph sz="quarter" idx="15"/>
          </p:nvPr>
        </p:nvSpPr>
        <p:spPr>
          <a:xfrm>
            <a:off x="609600" y="41243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5310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theme" Target="../theme/theme2.xml"/><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endParaRPr lang="en-US" dirty="0">
              <a:solidFill>
                <a:schemeClr val="tx1"/>
              </a:solidFill>
            </a:endParaRPr>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4809879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664" r:id="rId15"/>
    <p:sldLayoutId id="2147483683" r:id="rId16"/>
    <p:sldLayoutId id="2147483676" r:id="rId17"/>
    <p:sldLayoutId id="2147483677" r:id="rId18"/>
    <p:sldLayoutId id="2147483678" r:id="rId19"/>
    <p:sldLayoutId id="2147483679" r:id="rId20"/>
    <p:sldLayoutId id="2147483681" r:id="rId21"/>
    <p:sldLayoutId id="2147483671" r:id="rId22"/>
    <p:sldLayoutId id="2147483673" r:id="rId23"/>
    <p:sldLayoutId id="2147483670" r:id="rId24"/>
    <p:sldLayoutId id="2147483669" r:id="rId25"/>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5893" y="457201"/>
            <a:ext cx="829623" cy="58597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314" y="457200"/>
            <a:ext cx="7470785" cy="367807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ctrTitle"/>
          </p:nvPr>
        </p:nvSpPr>
        <p:spPr>
          <a:xfrm>
            <a:off x="1473958" y="668740"/>
            <a:ext cx="5680880" cy="3330055"/>
          </a:xfrm>
        </p:spPr>
        <p:txBody>
          <a:bodyPr anchor="ctr">
            <a:normAutofit/>
          </a:bodyPr>
          <a:lstStyle/>
          <a:p>
            <a:r>
              <a:rPr lang="en-US" sz="4800" noProof="0">
                <a:solidFill>
                  <a:srgbClr val="FFFFFF"/>
                </a:solidFill>
                <a:ea typeface="+mn-ea"/>
              </a:rPr>
              <a:t>Crisis Assessment, Intervention, and Prevention</a:t>
            </a:r>
          </a:p>
        </p:txBody>
      </p:sp>
      <p:sp>
        <p:nvSpPr>
          <p:cNvPr id="16" name="Rectangle 15">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264" y="4244454"/>
            <a:ext cx="7470836" cy="207248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type="subTitle" idx="1"/>
          </p:nvPr>
        </p:nvSpPr>
        <p:spPr>
          <a:xfrm>
            <a:off x="1473958" y="4462818"/>
            <a:ext cx="5680880" cy="1640983"/>
          </a:xfrm>
        </p:spPr>
        <p:txBody>
          <a:bodyPr anchor="t">
            <a:normAutofit/>
          </a:bodyPr>
          <a:lstStyle/>
          <a:p>
            <a:pPr marL="0"/>
            <a:r>
              <a:rPr lang="en-US" sz="2800" b="1" noProof="0">
                <a:solidFill>
                  <a:srgbClr val="FFFFFF"/>
                </a:solidFill>
                <a:latin typeface="+mn-lt"/>
              </a:rPr>
              <a:t>Chapter 4: </a:t>
            </a:r>
            <a:r>
              <a:rPr lang="en-US" sz="2800">
                <a:solidFill>
                  <a:srgbClr val="FFFFFF"/>
                </a:solidFill>
              </a:rPr>
              <a:t>Essential Crisis Intervention Skills</a:t>
            </a:r>
          </a:p>
          <a:p>
            <a:pPr marL="0"/>
            <a:endParaRPr lang="en-US" sz="2800" b="1" noProof="0">
              <a:solidFill>
                <a:srgbClr val="FFFFFF"/>
              </a:solidFill>
              <a:latin typeface="+mn-lt"/>
            </a:endParaRPr>
          </a:p>
        </p:txBody>
      </p:sp>
    </p:spTree>
    <p:extLst>
      <p:ext uri="{BB962C8B-B14F-4D97-AF65-F5344CB8AC3E}">
        <p14:creationId xmlns:p14="http://schemas.microsoft.com/office/powerpoint/2010/main" val="1522204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4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584201"/>
            <a:ext cx="6561117" cy="1097279"/>
          </a:xfrm>
        </p:spPr>
        <p:txBody>
          <a:bodyPr>
            <a:normAutofit fontScale="90000"/>
          </a:bodyPr>
          <a:lstStyle/>
          <a:p>
            <a:r>
              <a:rPr lang="en-US" sz="3200" noProof="0" dirty="0"/>
              <a:t>Essential Crisis Intervention Microskills </a:t>
            </a:r>
            <a:r>
              <a:rPr lang="en-US" sz="2000" b="0" noProof="0" dirty="0"/>
              <a:t>(1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6"/>
            <a:ext cx="8229600" cy="4717473"/>
          </a:xfrm>
        </p:spPr>
        <p:txBody>
          <a:bodyPr/>
          <a:lstStyle/>
          <a:p>
            <a:pPr>
              <a:spcBef>
                <a:spcPts val="600"/>
              </a:spcBef>
            </a:pPr>
            <a:r>
              <a:rPr lang="en-US" sz="1700" noProof="0" dirty="0">
                <a:solidFill>
                  <a:schemeClr val="tx1"/>
                </a:solidFill>
                <a:ea typeface="Times New Roman" panose="02020603050405020304" pitchFamily="18" charset="0"/>
              </a:rPr>
              <a:t>The difference between basic counseling skills and crisis counseling skills is less about what the counselor does or the techniques and strategies employed and more about contextual application, or where and in what situation skills are applied.</a:t>
            </a:r>
          </a:p>
          <a:p>
            <a:pPr lvl="1"/>
            <a:r>
              <a:rPr lang="en-US" sz="1700" dirty="0">
                <a:solidFill>
                  <a:schemeClr val="tx1"/>
                </a:solidFill>
                <a:ea typeface="Times New Roman" panose="02020603050405020304" pitchFamily="18" charset="0"/>
              </a:rPr>
              <a:t>C</a:t>
            </a:r>
            <a:r>
              <a:rPr lang="en-US" sz="1700" noProof="0" dirty="0" err="1">
                <a:solidFill>
                  <a:schemeClr val="tx1"/>
                </a:solidFill>
                <a:ea typeface="Times New Roman" panose="02020603050405020304" pitchFamily="18" charset="0"/>
              </a:rPr>
              <a:t>risis</a:t>
            </a:r>
            <a:r>
              <a:rPr lang="en-US" sz="1700" noProof="0" dirty="0">
                <a:solidFill>
                  <a:schemeClr val="tx1"/>
                </a:solidFill>
                <a:ea typeface="Times New Roman" panose="02020603050405020304" pitchFamily="18" charset="0"/>
              </a:rPr>
              <a:t> counseling tends to be more directive and can involve information giving, probing questions, and even direct or indirect confrontations.</a:t>
            </a:r>
          </a:p>
          <a:p>
            <a:pPr lvl="1"/>
            <a:r>
              <a:rPr lang="en-US" sz="1700" noProof="0" dirty="0">
                <a:solidFill>
                  <a:schemeClr val="tx1"/>
                </a:solidFill>
                <a:ea typeface="Times New Roman" panose="02020603050405020304" pitchFamily="18" charset="0"/>
              </a:rPr>
              <a:t>The focus is on the immediate issue that is causing the instability for the client so the counselor must differentiate immediate issues (risk) that are the priority from longer-term issues that may be documented for postcrisis therapy.</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526211" y="714777"/>
            <a:ext cx="6561117" cy="1097279"/>
          </a:xfrm>
        </p:spPr>
        <p:txBody>
          <a:bodyPr>
            <a:normAutofit fontScale="90000"/>
          </a:bodyPr>
          <a:lstStyle/>
          <a:p>
            <a:r>
              <a:rPr lang="en-US" sz="3200" noProof="0" dirty="0"/>
              <a:t>Essential Crisis Intervention Microskills </a:t>
            </a:r>
            <a:r>
              <a:rPr lang="en-US" sz="2000" b="0" noProof="0" dirty="0"/>
              <a:t>(2 of 2)</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p:txBody>
          <a:bodyPr/>
          <a:lstStyle/>
          <a:p>
            <a:pPr>
              <a:spcBef>
                <a:spcPts val="0"/>
              </a:spcBef>
              <a:spcAft>
                <a:spcPts val="600"/>
              </a:spcAft>
            </a:pPr>
            <a:r>
              <a:rPr lang="en-US" sz="2000" noProof="0" dirty="0">
                <a:solidFill>
                  <a:srgbClr val="000000"/>
                </a:solidFill>
                <a:ea typeface="Times New Roman" panose="02020603050405020304" pitchFamily="18" charset="0"/>
              </a:rPr>
              <a:t>It is important to continuously be aware of and apply effective skills, since doing so is the hallmark of effective crisis counseling.</a:t>
            </a:r>
          </a:p>
          <a:p>
            <a:pPr>
              <a:spcBef>
                <a:spcPts val="0"/>
              </a:spcBef>
              <a:spcAft>
                <a:spcPts val="600"/>
              </a:spcAft>
            </a:pPr>
            <a:r>
              <a:rPr lang="en-US" sz="2000" noProof="0" dirty="0">
                <a:solidFill>
                  <a:srgbClr val="000000"/>
                </a:solidFill>
                <a:ea typeface="Times New Roman" panose="02020603050405020304" pitchFamily="18" charset="0"/>
              </a:rPr>
              <a:t>Ivey et al.’s microskills hierarchy—a set of verbal and behavioral responses that facilitate the process of counseling and alliance formation, regardless of the crisis counselor’s theoretical orientation.</a:t>
            </a:r>
          </a:p>
          <a:p>
            <a:pPr>
              <a:spcBef>
                <a:spcPts val="0"/>
              </a:spcBef>
              <a:spcAft>
                <a:spcPts val="600"/>
              </a:spcAft>
            </a:pPr>
            <a:r>
              <a:rPr lang="en-US" sz="2000" noProof="0" dirty="0">
                <a:solidFill>
                  <a:srgbClr val="000000"/>
                </a:solidFill>
                <a:ea typeface="Times New Roman" panose="02020603050405020304" pitchFamily="18" charset="0"/>
              </a:rPr>
              <a:t>The skills are presented as a hierarchy that is organized in a systematic framework.</a:t>
            </a:r>
          </a:p>
          <a:p>
            <a:pPr lvl="1">
              <a:spcBef>
                <a:spcPts val="0"/>
              </a:spcBef>
              <a:spcAft>
                <a:spcPts val="600"/>
              </a:spcAft>
            </a:pPr>
            <a:r>
              <a:rPr lang="en-US" sz="2000" noProof="0" dirty="0">
                <a:solidFill>
                  <a:srgbClr val="000000"/>
                </a:solidFill>
                <a:ea typeface="Times New Roman" panose="02020603050405020304" pitchFamily="18" charset="0"/>
              </a:rPr>
              <a:t>At the bottom of the hierarchy are the basic attending skills, such as patterns of eye contact, body position, vocal tone, and silence.</a:t>
            </a:r>
          </a:p>
          <a:p>
            <a:pPr lvl="1">
              <a:spcBef>
                <a:spcPts val="0"/>
              </a:spcBef>
              <a:spcAft>
                <a:spcPts val="600"/>
              </a:spcAft>
            </a:pPr>
            <a:r>
              <a:rPr lang="en-US" sz="2000" noProof="0" dirty="0">
                <a:solidFill>
                  <a:srgbClr val="000000"/>
                </a:solidFill>
                <a:ea typeface="Times New Roman" panose="02020603050405020304" pitchFamily="18" charset="0"/>
              </a:rPr>
              <a:t>A bit farther up the skills hierarchy is the basic listening sequence, which includes asking open and closed questions, using reflecting skills, and summarizing.</a:t>
            </a:r>
          </a:p>
        </p:txBody>
      </p:sp>
    </p:spTree>
    <p:extLst>
      <p:ext uri="{BB962C8B-B14F-4D97-AF65-F5344CB8AC3E}">
        <p14:creationId xmlns:p14="http://schemas.microsoft.com/office/powerpoint/2010/main" val="2895697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018A306-443B-4844-9884-D3E2C3B37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3F430D2A-93AA-410C-B1BB-98FEA2990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9A0EF52A-1A39-47D8-AA03-47A1C47BE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896DE2E2-8696-47C1-8B42-A04B409BCF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085765"/>
            <a:ext cx="8447150"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5893" y="457201"/>
            <a:ext cx="829623" cy="58597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314" y="457200"/>
            <a:ext cx="7470785" cy="367807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1974907-C3DF-A66F-5C77-769C38CC72D6}"/>
              </a:ext>
            </a:extLst>
          </p:cNvPr>
          <p:cNvSpPr>
            <a:spLocks noGrp="1"/>
          </p:cNvSpPr>
          <p:nvPr>
            <p:ph type="title"/>
          </p:nvPr>
        </p:nvSpPr>
        <p:spPr>
          <a:xfrm>
            <a:off x="1473958" y="668740"/>
            <a:ext cx="5680880" cy="3330055"/>
          </a:xfrm>
        </p:spPr>
        <p:txBody>
          <a:bodyPr vert="horz" lIns="91440" tIns="45720" rIns="91440" bIns="45720" rtlCol="0" anchor="ctr">
            <a:normAutofit/>
          </a:bodyPr>
          <a:lstStyle/>
          <a:p>
            <a:pPr>
              <a:spcBef>
                <a:spcPct val="0"/>
              </a:spcBef>
            </a:pPr>
            <a:r>
              <a:rPr lang="en-US" sz="5200" b="0" cap="all" dirty="0">
                <a:solidFill>
                  <a:srgbClr val="FFFFFF"/>
                </a:solidFill>
                <a:ea typeface="+mj-ea"/>
                <a:cs typeface="+mj-cs"/>
              </a:rPr>
              <a:t>Attending Skills and the Solar Framework</a:t>
            </a:r>
          </a:p>
        </p:txBody>
      </p:sp>
      <p:sp>
        <p:nvSpPr>
          <p:cNvPr id="22" name="Rectangle 21">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264" y="4244454"/>
            <a:ext cx="7470836" cy="207248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9FA4D3CB-2008-4DA5-37C2-0FC9CA457AD6}"/>
              </a:ext>
            </a:extLst>
          </p:cNvPr>
          <p:cNvSpPr txBox="1"/>
          <p:nvPr/>
        </p:nvSpPr>
        <p:spPr>
          <a:xfrm>
            <a:off x="1400015" y="4495764"/>
            <a:ext cx="7308092" cy="1631216"/>
          </a:xfrm>
          <a:prstGeom prst="rect">
            <a:avLst/>
          </a:prstGeom>
          <a:noFill/>
        </p:spPr>
        <p:txBody>
          <a:bodyPr wrap="square" rtlCol="0">
            <a:spAutoFit/>
          </a:bodyPr>
          <a:lstStyle/>
          <a:p>
            <a:r>
              <a:rPr lang="en-US" sz="2000" dirty="0">
                <a:solidFill>
                  <a:schemeClr val="tx2"/>
                </a:solidFill>
              </a:rPr>
              <a:t>Most meaningful communication takes place nonverbally; nonverbal attending behaviors communicate a counselor’s interest, warmth, and understanding to the client. Basic attending skills include:</a:t>
            </a:r>
          </a:p>
          <a:p>
            <a:r>
              <a:rPr lang="en-US" sz="2000" dirty="0">
                <a:solidFill>
                  <a:schemeClr val="bg1"/>
                </a:solidFill>
              </a:rPr>
              <a:t>Eye Contact, Body Position, Vocal Tone, and Silence</a:t>
            </a:r>
          </a:p>
        </p:txBody>
      </p:sp>
    </p:spTree>
    <p:extLst>
      <p:ext uri="{BB962C8B-B14F-4D97-AF65-F5344CB8AC3E}">
        <p14:creationId xmlns:p14="http://schemas.microsoft.com/office/powerpoint/2010/main" val="2239371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4E9B77-A24A-4879-AC16-8DC930AD2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6CA37055-08E9-4FC6-909B-D66887E60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849C8B35-87B0-40F5-9664-9C29A0D36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0C88BA7A-8734-4875-A572-8D0AA2A27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85267-70FB-E397-DBED-1D3515BD767C}"/>
              </a:ext>
            </a:extLst>
          </p:cNvPr>
          <p:cNvSpPr>
            <a:spLocks noGrp="1"/>
          </p:cNvSpPr>
          <p:nvPr>
            <p:ph type="title"/>
          </p:nvPr>
        </p:nvSpPr>
        <p:spPr>
          <a:xfrm>
            <a:off x="559671" y="1037967"/>
            <a:ext cx="2290568" cy="4709131"/>
          </a:xfrm>
        </p:spPr>
        <p:txBody>
          <a:bodyPr vert="horz" lIns="91440" tIns="45720" rIns="91440" bIns="45720" rtlCol="0" anchor="ctr">
            <a:normAutofit/>
          </a:bodyPr>
          <a:lstStyle/>
          <a:p>
            <a:pPr>
              <a:spcBef>
                <a:spcPct val="0"/>
              </a:spcBef>
            </a:pPr>
            <a:r>
              <a:rPr lang="en-US" sz="2800" b="0" cap="all" dirty="0">
                <a:solidFill>
                  <a:schemeClr val="accent1"/>
                </a:solidFill>
                <a:ea typeface="+mj-ea"/>
                <a:cs typeface="+mj-cs"/>
              </a:rPr>
              <a:t>How would you use these skills?</a:t>
            </a:r>
          </a:p>
        </p:txBody>
      </p:sp>
      <p:sp>
        <p:nvSpPr>
          <p:cNvPr id="19" name="Rectangle 18">
            <a:extLst>
              <a:ext uri="{FF2B5EF4-FFF2-40B4-BE49-F238E27FC236}">
                <a16:creationId xmlns:a16="http://schemas.microsoft.com/office/drawing/2014/main" id="{DFEE959E-BF10-4204-9556-D170708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DDD17B6A-CB37-4005-9681-A20AFCDC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3B7BBDE9-DAED-40B0-A640-503C918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5138" y="723898"/>
            <a:ext cx="5623962"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C8DCA4E-F6AB-B510-43D0-67B247315171}"/>
              </a:ext>
            </a:extLst>
          </p:cNvPr>
          <p:cNvGraphicFramePr>
            <a:graphicFrameLocks noGrp="1"/>
          </p:cNvGraphicFramePr>
          <p:nvPr>
            <p:ph sz="quarter" idx="13"/>
            <p:extLst>
              <p:ext uri="{D42A27DB-BD31-4B8C-83A1-F6EECF244321}">
                <p14:modId xmlns:p14="http://schemas.microsoft.com/office/powerpoint/2010/main" val="1280654890"/>
              </p:ext>
            </p:extLst>
          </p:nvPr>
        </p:nvGraphicFramePr>
        <p:xfrm>
          <a:off x="3448828" y="1037967"/>
          <a:ext cx="5259278"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765415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E830057-F4EE-412A-8526-36BE1CE18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BAAEBA82-E2D4-4653-AEE3-E95B330DD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2386509E-DAF8-4DA0-B09B-FA3FB341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A104403F-BB31-4282-8635-1B39793F3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spcAft>
                <a:spcPts val="600"/>
              </a:spcAft>
              <a:buClr>
                <a:schemeClr val="accent2"/>
              </a:buClr>
              <a:buSzPct val="92000"/>
            </a:pPr>
            <a:r>
              <a:rPr lang="en-US" sz="2800" b="0" cap="all">
                <a:solidFill>
                  <a:schemeClr val="bg1"/>
                </a:solidFill>
                <a:ea typeface="+mj-ea"/>
                <a:cs typeface="+mj-cs"/>
              </a:rPr>
              <a:t>Eye Contact</a:t>
            </a:r>
          </a:p>
        </p:txBody>
      </p:sp>
      <p:sp>
        <p:nvSpPr>
          <p:cNvPr id="36" name="Rectangle 35">
            <a:extLst>
              <a:ext uri="{FF2B5EF4-FFF2-40B4-BE49-F238E27FC236}">
                <a16:creationId xmlns:a16="http://schemas.microsoft.com/office/drawing/2014/main" id="{054F317B-4EA9-4C94-9EF8-020431E39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Rectangle 37">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2180496"/>
            <a:ext cx="277749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Board Room">
            <a:extLst>
              <a:ext uri="{FF2B5EF4-FFF2-40B4-BE49-F238E27FC236}">
                <a16:creationId xmlns:a16="http://schemas.microsoft.com/office/drawing/2014/main" id="{101D6F90-9633-4AB1-5258-9BFBAE4F74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2918" y="2946224"/>
            <a:ext cx="2478882" cy="2478882"/>
          </a:xfrm>
          <a:prstGeom prst="rect">
            <a:avLst/>
          </a:prstGeom>
        </p:spPr>
      </p:pic>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78993" y="2180496"/>
            <a:ext cx="5329111" cy="4045683"/>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900" noProof="0" dirty="0">
                <a:solidFill>
                  <a:schemeClr val="tx2"/>
                </a:solidFill>
                <a:ea typeface="+mn-ea"/>
                <a:cs typeface="+mn-cs"/>
              </a:rPr>
              <a:t>Maintaining good eye contact is how a crisis counselor conveys interest, confidence, and involvement in the client’s story.</a:t>
            </a:r>
          </a:p>
          <a:p>
            <a:pPr lvl="1">
              <a:lnSpc>
                <a:spcPct val="90000"/>
              </a:lnSpc>
              <a:spcAft>
                <a:spcPts val="600"/>
              </a:spcAft>
              <a:buClr>
                <a:schemeClr val="accent2"/>
              </a:buClr>
              <a:buSzPct val="92000"/>
              <a:buFont typeface="Wingdings 2" panose="05020102010507070707" pitchFamily="18" charset="2"/>
              <a:buChar char=""/>
            </a:pPr>
            <a:r>
              <a:rPr lang="en-US" sz="1900" noProof="0" dirty="0">
                <a:solidFill>
                  <a:schemeClr val="tx2"/>
                </a:solidFill>
                <a:ea typeface="+mn-ea"/>
                <a:cs typeface="+mn-cs"/>
              </a:rPr>
              <a:t>Through eye contact, clients know a counselor is focusing on them and fully committed to the helping process.</a:t>
            </a:r>
          </a:p>
          <a:p>
            <a:pPr>
              <a:lnSpc>
                <a:spcPct val="90000"/>
              </a:lnSpc>
              <a:spcAft>
                <a:spcPts val="600"/>
              </a:spcAft>
              <a:buClr>
                <a:schemeClr val="accent2"/>
              </a:buClr>
              <a:buSzPct val="92000"/>
              <a:buFont typeface="Wingdings 2" panose="05020102010507070707" pitchFamily="18" charset="2"/>
              <a:buChar char=""/>
            </a:pPr>
            <a:r>
              <a:rPr lang="en-US" sz="1900" noProof="0" dirty="0">
                <a:solidFill>
                  <a:schemeClr val="tx2"/>
                </a:solidFill>
                <a:ea typeface="+mn-ea"/>
                <a:cs typeface="+mn-cs"/>
              </a:rPr>
              <a:t>Eye contact varies among cultures and is influenced by the intensity of emotions involved in the crisis situation.</a:t>
            </a:r>
          </a:p>
          <a:p>
            <a:pPr lvl="1">
              <a:lnSpc>
                <a:spcPct val="90000"/>
              </a:lnSpc>
              <a:spcAft>
                <a:spcPts val="600"/>
              </a:spcAft>
              <a:buClr>
                <a:schemeClr val="accent2"/>
              </a:buClr>
              <a:buSzPct val="92000"/>
              <a:buFont typeface="Wingdings 2" panose="05020102010507070707" pitchFamily="18" charset="2"/>
              <a:buChar char=""/>
            </a:pPr>
            <a:r>
              <a:rPr lang="en-US" sz="1900" noProof="0" dirty="0">
                <a:solidFill>
                  <a:schemeClr val="tx2"/>
                </a:solidFill>
                <a:ea typeface="+mn-ea"/>
                <a:cs typeface="+mn-cs"/>
              </a:rPr>
              <a:t>A good guideline to follow is to maintain a moderate amount of eye contact while monitoring your client’s level of comfort and to adjust your eye contact accordingly.</a:t>
            </a:r>
            <a:endParaRPr lang="en-US" sz="1900" b="1" noProof="0" dirty="0">
              <a:solidFill>
                <a:schemeClr val="tx2"/>
              </a:solidFill>
              <a:ea typeface="+mn-ea"/>
              <a:cs typeface="+mn-cs"/>
            </a:endParaRPr>
          </a:p>
        </p:txBody>
      </p:sp>
    </p:spTree>
    <p:extLst>
      <p:ext uri="{BB962C8B-B14F-4D97-AF65-F5344CB8AC3E}">
        <p14:creationId xmlns:p14="http://schemas.microsoft.com/office/powerpoint/2010/main" val="2937309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E830057-F4EE-412A-8526-36BE1CE18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AAEBA82-E2D4-4653-AEE3-E95B330DD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386509E-DAF8-4DA0-B09B-FA3FB341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A104403F-BB31-4282-8635-1B39793F3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a:solidFill>
                  <a:schemeClr val="bg1"/>
                </a:solidFill>
                <a:ea typeface="+mj-ea"/>
                <a:cs typeface="+mj-cs"/>
              </a:rPr>
              <a:t>Body Position</a:t>
            </a:r>
          </a:p>
        </p:txBody>
      </p:sp>
      <p:sp>
        <p:nvSpPr>
          <p:cNvPr id="21" name="Rectangle 20">
            <a:extLst>
              <a:ext uri="{FF2B5EF4-FFF2-40B4-BE49-F238E27FC236}">
                <a16:creationId xmlns:a16="http://schemas.microsoft.com/office/drawing/2014/main" id="{054F317B-4EA9-4C94-9EF8-020431E39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2180496"/>
            <a:ext cx="277749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Woman Shrugging outline">
            <a:extLst>
              <a:ext uri="{FF2B5EF4-FFF2-40B4-BE49-F238E27FC236}">
                <a16:creationId xmlns:a16="http://schemas.microsoft.com/office/drawing/2014/main" id="{C290FD45-F845-19F0-A50D-8FF65165CA0F}"/>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92918" y="2946224"/>
            <a:ext cx="2478882" cy="2478882"/>
          </a:xfrm>
          <a:prstGeom prst="rect">
            <a:avLst/>
          </a:prstGeom>
        </p:spPr>
      </p:pic>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78993" y="2180496"/>
            <a:ext cx="5329111" cy="4045683"/>
          </a:xfrm>
        </p:spPr>
        <p:txBody>
          <a:bodyPr vert="horz" lIns="91440" tIns="45720" rIns="91440" bIns="45720" rtlCol="0" anchor="ctr">
            <a:normAutofit/>
          </a:bodyPr>
          <a:lstStyle/>
          <a:p>
            <a:pPr lvl="1">
              <a:lnSpc>
                <a:spcPct val="90000"/>
              </a:lnSpc>
              <a:spcAft>
                <a:spcPts val="600"/>
              </a:spcAft>
              <a:buClr>
                <a:schemeClr val="accent2"/>
              </a:buClr>
              <a:buSzPct val="92000"/>
              <a:buFont typeface="Wingdings 2" panose="05020102010507070707" pitchFamily="18" charset="2"/>
              <a:buChar char=""/>
            </a:pPr>
            <a:r>
              <a:rPr lang="en-US" sz="1700" noProof="0" dirty="0">
                <a:solidFill>
                  <a:schemeClr val="tx2"/>
                </a:solidFill>
                <a:ea typeface="+mn-ea"/>
                <a:cs typeface="+mn-cs"/>
              </a:rPr>
              <a:t>Your body position should convey to the client your interest and involvement.</a:t>
            </a:r>
          </a:p>
          <a:p>
            <a:pPr lvl="2">
              <a:lnSpc>
                <a:spcPct val="90000"/>
              </a:lnSpc>
              <a:spcAft>
                <a:spcPts val="600"/>
              </a:spcAft>
              <a:buClr>
                <a:schemeClr val="accent2"/>
              </a:buClr>
              <a:buSzPct val="92000"/>
              <a:buFont typeface="Wingdings 2" panose="05020102010507070707" pitchFamily="18" charset="2"/>
              <a:buChar char=""/>
            </a:pPr>
            <a:r>
              <a:rPr lang="en-US" sz="1700" noProof="0" dirty="0">
                <a:solidFill>
                  <a:schemeClr val="tx2"/>
                </a:solidFill>
                <a:ea typeface="+mn-ea"/>
                <a:cs typeface="+mn-cs"/>
              </a:rPr>
              <a:t>Face the client and adopt an open, relaxed, and attentive body posture.</a:t>
            </a:r>
          </a:p>
          <a:p>
            <a:pPr lvl="1">
              <a:lnSpc>
                <a:spcPct val="90000"/>
              </a:lnSpc>
              <a:spcAft>
                <a:spcPts val="600"/>
              </a:spcAft>
              <a:buClr>
                <a:schemeClr val="accent2"/>
              </a:buClr>
              <a:buSzPct val="92000"/>
              <a:buFont typeface="Wingdings 2" panose="05020102010507070707" pitchFamily="18" charset="2"/>
              <a:buChar char=""/>
            </a:pPr>
            <a:r>
              <a:rPr lang="en-US" sz="1700" noProof="0" dirty="0">
                <a:solidFill>
                  <a:schemeClr val="tx2"/>
                </a:solidFill>
                <a:ea typeface="+mn-ea"/>
                <a:cs typeface="+mn-cs"/>
              </a:rPr>
              <a:t>The physical distance between counselor and client should also be taken into consideration; getting too close can be overwhelming and uncomfortable, whereas being too distant can make the counselor appear aloof and may be awkward for the client.</a:t>
            </a:r>
          </a:p>
          <a:p>
            <a:pPr lvl="1">
              <a:lnSpc>
                <a:spcPct val="90000"/>
              </a:lnSpc>
              <a:spcAft>
                <a:spcPts val="600"/>
              </a:spcAft>
              <a:buClr>
                <a:schemeClr val="accent2"/>
              </a:buClr>
              <a:buSzPct val="92000"/>
              <a:buFont typeface="Wingdings 2" panose="05020102010507070707" pitchFamily="18" charset="2"/>
              <a:buChar char=""/>
            </a:pPr>
            <a:r>
              <a:rPr lang="en-US" sz="1700" noProof="0" dirty="0">
                <a:solidFill>
                  <a:schemeClr val="tx2"/>
                </a:solidFill>
                <a:ea typeface="+mn-ea"/>
                <a:cs typeface="+mn-cs"/>
              </a:rPr>
              <a:t>By considering body position, you can create a safe environment for both you and your client.</a:t>
            </a:r>
          </a:p>
          <a:p>
            <a:pPr lvl="1">
              <a:lnSpc>
                <a:spcPct val="90000"/>
              </a:lnSpc>
              <a:spcAft>
                <a:spcPts val="600"/>
              </a:spcAft>
              <a:buClr>
                <a:schemeClr val="accent2"/>
              </a:buClr>
              <a:buSzPct val="92000"/>
              <a:buFont typeface="Wingdings 2" panose="05020102010507070707" pitchFamily="18" charset="2"/>
              <a:buChar char=""/>
            </a:pPr>
            <a:r>
              <a:rPr lang="en-US" sz="1700" noProof="0" dirty="0">
                <a:solidFill>
                  <a:schemeClr val="tx2"/>
                </a:solidFill>
                <a:ea typeface="+mn-ea"/>
                <a:cs typeface="+mn-cs"/>
              </a:rPr>
              <a:t>Use your body posture and physical space to comfort clients and de-escalate the anxiety, anger, or agitation a client in crisis might feel.</a:t>
            </a:r>
          </a:p>
        </p:txBody>
      </p:sp>
    </p:spTree>
    <p:extLst>
      <p:ext uri="{BB962C8B-B14F-4D97-AF65-F5344CB8AC3E}">
        <p14:creationId xmlns:p14="http://schemas.microsoft.com/office/powerpoint/2010/main" val="949809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E830057-F4EE-412A-8526-36BE1CE18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AAEBA82-E2D4-4653-AEE3-E95B330DD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386509E-DAF8-4DA0-B09B-FA3FB341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A104403F-BB31-4282-8635-1B39793F3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dirty="0">
                <a:solidFill>
                  <a:schemeClr val="bg1"/>
                </a:solidFill>
                <a:ea typeface="+mj-ea"/>
                <a:cs typeface="+mj-cs"/>
              </a:rPr>
              <a:t>Vocal Tone</a:t>
            </a:r>
          </a:p>
        </p:txBody>
      </p:sp>
      <p:sp>
        <p:nvSpPr>
          <p:cNvPr id="21" name="Rectangle 20">
            <a:extLst>
              <a:ext uri="{FF2B5EF4-FFF2-40B4-BE49-F238E27FC236}">
                <a16:creationId xmlns:a16="http://schemas.microsoft.com/office/drawing/2014/main" id="{054F317B-4EA9-4C94-9EF8-020431E39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2180496"/>
            <a:ext cx="277749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Communications">
            <a:extLst>
              <a:ext uri="{FF2B5EF4-FFF2-40B4-BE49-F238E27FC236}">
                <a16:creationId xmlns:a16="http://schemas.microsoft.com/office/drawing/2014/main" id="{F8890649-2D0D-1054-9721-6BA27B238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2918" y="2946224"/>
            <a:ext cx="2478882" cy="2478882"/>
          </a:xfrm>
          <a:prstGeom prst="rect">
            <a:avLst/>
          </a:prstGeom>
        </p:spPr>
      </p:pic>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78993" y="2180496"/>
            <a:ext cx="5329111" cy="4045683"/>
          </a:xfrm>
        </p:spPr>
        <p:txBody>
          <a:bodyPr vert="horz" lIns="91440" tIns="45720" rIns="91440" bIns="45720" rtlCol="0" anchor="ctr">
            <a:normAutofit/>
          </a:bodyPr>
          <a:lstStyle/>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Emotions are frequently conveyed via tone of voice.</a:t>
            </a:r>
          </a:p>
          <a:p>
            <a:pPr lvl="2">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The pitch, pacing, and volume can all influence how a client responds emotionally to a crisis counselor.</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Your control and calmness may be among the greatest benefits to your client in crisis.</a:t>
            </a:r>
          </a:p>
          <a:p>
            <a:pPr lvl="2">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If your client is overly agitated, it is often helpful to speak more slowly and in a soothing tone, as this will help your client to slow things down and begin to focus.</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To convey a sense of empathic understanding, it can be helpful to emphasize specific words used by your client. This technique of giving increased vocal emphasis to certain words or short phrases is called </a:t>
            </a:r>
            <a:r>
              <a:rPr lang="en-US" sz="1500" b="1" noProof="0">
                <a:solidFill>
                  <a:schemeClr val="tx2"/>
                </a:solidFill>
                <a:ea typeface="+mn-ea"/>
                <a:cs typeface="+mn-cs"/>
              </a:rPr>
              <a:t>verbal underlining</a:t>
            </a:r>
            <a:r>
              <a:rPr lang="en-US" sz="1500" i="1" noProof="0">
                <a:solidFill>
                  <a:schemeClr val="tx2"/>
                </a:solidFill>
                <a:ea typeface="+mn-ea"/>
                <a:cs typeface="+mn-cs"/>
              </a:rPr>
              <a:t>.</a:t>
            </a:r>
            <a:endParaRPr lang="en-US" sz="1500" b="1" noProof="0">
              <a:solidFill>
                <a:schemeClr val="tx2"/>
              </a:solidFill>
              <a:ea typeface="+mn-ea"/>
              <a:cs typeface="+mn-cs"/>
            </a:endParaRPr>
          </a:p>
        </p:txBody>
      </p:sp>
    </p:spTree>
    <p:extLst>
      <p:ext uri="{BB962C8B-B14F-4D97-AF65-F5344CB8AC3E}">
        <p14:creationId xmlns:p14="http://schemas.microsoft.com/office/powerpoint/2010/main" val="3567280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E830057-F4EE-412A-8526-36BE1CE18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AAEBA82-E2D4-4653-AEE3-E95B330DDA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386509E-DAF8-4DA0-B09B-FA3FB341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A104403F-BB31-4282-8635-1B39793F3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a:solidFill>
                  <a:schemeClr val="bg1"/>
                </a:solidFill>
                <a:ea typeface="+mj-ea"/>
                <a:cs typeface="+mj-cs"/>
              </a:rPr>
              <a:t>Silence</a:t>
            </a:r>
          </a:p>
        </p:txBody>
      </p:sp>
      <p:sp>
        <p:nvSpPr>
          <p:cNvPr id="21" name="Rectangle 20">
            <a:extLst>
              <a:ext uri="{FF2B5EF4-FFF2-40B4-BE49-F238E27FC236}">
                <a16:creationId xmlns:a16="http://schemas.microsoft.com/office/drawing/2014/main" id="{054F317B-4EA9-4C94-9EF8-020431E39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E7F0B04F-9887-478F-B1F0-5B28D467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2180496"/>
            <a:ext cx="277749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Mute Speaker">
            <a:extLst>
              <a:ext uri="{FF2B5EF4-FFF2-40B4-BE49-F238E27FC236}">
                <a16:creationId xmlns:a16="http://schemas.microsoft.com/office/drawing/2014/main" id="{95E7BCDF-B2F8-1F25-2035-7949738747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2918" y="2946224"/>
            <a:ext cx="2478882" cy="2478882"/>
          </a:xfrm>
          <a:prstGeom prst="rect">
            <a:avLst/>
          </a:prstGeom>
        </p:spPr>
      </p:pic>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78993" y="2180496"/>
            <a:ext cx="5329111" cy="4045683"/>
          </a:xfrm>
        </p:spPr>
        <p:txBody>
          <a:bodyPr vert="horz" lIns="91440" tIns="45720" rIns="91440" bIns="45720" rtlCol="0" anchor="ctr">
            <a:normAutofit/>
          </a:bodyPr>
          <a:lstStyle/>
          <a:p>
            <a:pPr lvl="1">
              <a:lnSpc>
                <a:spcPct val="90000"/>
              </a:lnSpc>
              <a:spcAft>
                <a:spcPts val="600"/>
              </a:spcAft>
              <a:buClr>
                <a:schemeClr val="accent2"/>
              </a:buClr>
              <a:buSzPct val="92000"/>
              <a:buFont typeface="Wingdings 2" panose="05020102010507070707" pitchFamily="18" charset="2"/>
              <a:buChar char=""/>
            </a:pPr>
            <a:r>
              <a:rPr lang="en-US" sz="2200" noProof="0" dirty="0">
                <a:solidFill>
                  <a:schemeClr val="tx2"/>
                </a:solidFill>
                <a:ea typeface="+mn-ea"/>
                <a:cs typeface="+mn-cs"/>
              </a:rPr>
              <a:t>Silence is important for both clients and professional counselors. It is essential for crisis counselors to develop a comfort with silent pauses.</a:t>
            </a:r>
          </a:p>
          <a:p>
            <a:pPr lvl="1">
              <a:lnSpc>
                <a:spcPct val="90000"/>
              </a:lnSpc>
              <a:spcAft>
                <a:spcPts val="600"/>
              </a:spcAft>
              <a:buClr>
                <a:schemeClr val="accent2"/>
              </a:buClr>
              <a:buSzPct val="92000"/>
              <a:buFont typeface="Wingdings 2" panose="05020102010507070707" pitchFamily="18" charset="2"/>
              <a:buChar char=""/>
            </a:pPr>
            <a:r>
              <a:rPr lang="en-US" sz="2200" noProof="0" dirty="0">
                <a:solidFill>
                  <a:schemeClr val="tx2"/>
                </a:solidFill>
                <a:ea typeface="+mn-ea"/>
                <a:cs typeface="+mn-cs"/>
              </a:rPr>
              <a:t>Clients in crisis need space to think, sort out their thoughts, and process what is happening. The counselor needs that time as well.</a:t>
            </a:r>
          </a:p>
          <a:p>
            <a:pPr lvl="1">
              <a:lnSpc>
                <a:spcPct val="90000"/>
              </a:lnSpc>
              <a:spcAft>
                <a:spcPts val="600"/>
              </a:spcAft>
              <a:buClr>
                <a:schemeClr val="accent2"/>
              </a:buClr>
              <a:buSzPct val="92000"/>
              <a:buFont typeface="Wingdings 2" panose="05020102010507070707" pitchFamily="18" charset="2"/>
              <a:buChar char=""/>
            </a:pPr>
            <a:r>
              <a:rPr lang="en-US" sz="2200" noProof="0" dirty="0">
                <a:solidFill>
                  <a:schemeClr val="tx2"/>
                </a:solidFill>
                <a:ea typeface="+mn-ea"/>
                <a:cs typeface="+mn-cs"/>
              </a:rPr>
              <a:t>Silence, if used appropriately and at the right time, can convey acceptance and empathic understanding.</a:t>
            </a:r>
          </a:p>
        </p:txBody>
      </p:sp>
    </p:spTree>
    <p:extLst>
      <p:ext uri="{BB962C8B-B14F-4D97-AF65-F5344CB8AC3E}">
        <p14:creationId xmlns:p14="http://schemas.microsoft.com/office/powerpoint/2010/main" val="381655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E2CFB1-5FD3-90F4-895D-5F971B4BA94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4E9B77-A24A-4879-AC16-8DC930AD2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CA37055-08E9-4FC6-909B-D66887E60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849C8B35-87B0-40F5-9664-9C29A0D36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0C88BA7A-8734-4875-A572-8D0AA2A27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Title 5">
            <a:extLst>
              <a:ext uri="{FF2B5EF4-FFF2-40B4-BE49-F238E27FC236}">
                <a16:creationId xmlns:a16="http://schemas.microsoft.com/office/drawing/2014/main" id="{7E912D07-D3AF-F5E5-F07E-3F40852CA6EB}"/>
              </a:ext>
            </a:extLst>
          </p:cNvPr>
          <p:cNvSpPr>
            <a:spLocks noGrp="1"/>
          </p:cNvSpPr>
          <p:nvPr>
            <p:ph type="title"/>
          </p:nvPr>
        </p:nvSpPr>
        <p:spPr>
          <a:xfrm>
            <a:off x="435894" y="702156"/>
            <a:ext cx="8272212" cy="1013800"/>
          </a:xfrm>
        </p:spPr>
        <p:txBody>
          <a:bodyPr vert="horz" lIns="91440" tIns="45720" rIns="91440" bIns="45720" rtlCol="0" anchor="b">
            <a:normAutofit/>
          </a:bodyPr>
          <a:lstStyle/>
          <a:p>
            <a:pPr>
              <a:spcBef>
                <a:spcPct val="0"/>
              </a:spcBef>
            </a:pPr>
            <a:r>
              <a:rPr lang="en-US" sz="2800" b="0" cap="all" noProof="0" dirty="0">
                <a:solidFill>
                  <a:srgbClr val="FFFEFF"/>
                </a:solidFill>
                <a:ea typeface="+mj-ea"/>
                <a:cs typeface="+mj-cs"/>
              </a:rPr>
              <a:t>SOLER</a:t>
            </a:r>
            <a:r>
              <a:rPr lang="en-US" sz="2800" b="0" cap="all" dirty="0">
                <a:solidFill>
                  <a:srgbClr val="FFFEFF"/>
                </a:solidFill>
                <a:ea typeface="+mj-ea"/>
                <a:cs typeface="+mj-cs"/>
              </a:rPr>
              <a:t>- a framework to show presence</a:t>
            </a:r>
            <a:endParaRPr lang="en-US" sz="2800" b="0" cap="all" noProof="0" dirty="0">
              <a:solidFill>
                <a:srgbClr val="FFFEFF"/>
              </a:solidFill>
              <a:ea typeface="+mj-ea"/>
              <a:cs typeface="+mj-cs"/>
            </a:endParaRPr>
          </a:p>
        </p:txBody>
      </p:sp>
      <p:graphicFrame>
        <p:nvGraphicFramePr>
          <p:cNvPr id="2" name="Diagram 1">
            <a:extLst>
              <a:ext uri="{FF2B5EF4-FFF2-40B4-BE49-F238E27FC236}">
                <a16:creationId xmlns:a16="http://schemas.microsoft.com/office/drawing/2014/main" id="{CD51AF1A-7800-E9D2-1FE9-557515DD7CE5}"/>
              </a:ext>
            </a:extLst>
          </p:cNvPr>
          <p:cNvGraphicFramePr/>
          <p:nvPr>
            <p:extLst>
              <p:ext uri="{D42A27DB-BD31-4B8C-83A1-F6EECF244321}">
                <p14:modId xmlns:p14="http://schemas.microsoft.com/office/powerpoint/2010/main" val="3041068381"/>
              </p:ext>
            </p:extLst>
          </p:nvPr>
        </p:nvGraphicFramePr>
        <p:xfrm>
          <a:off x="435768" y="2181225"/>
          <a:ext cx="8272463"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59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The Basic Listening Sequence</a:t>
            </a:r>
          </a:p>
        </p:txBody>
      </p:sp>
      <p:sp>
        <p:nvSpPr>
          <p:cNvPr id="2" name="Content Placeholder 1"/>
          <p:cNvSpPr>
            <a:spLocks noGrp="1"/>
          </p:cNvSpPr>
          <p:nvPr>
            <p:ph sz="quarter" idx="13"/>
          </p:nvPr>
        </p:nvSpPr>
        <p:spPr>
          <a:xfrm>
            <a:off x="457200" y="1552576"/>
            <a:ext cx="8218488" cy="687704"/>
          </a:xfrm>
        </p:spPr>
        <p:txBody>
          <a:bodyPr/>
          <a:lstStyle/>
          <a:p>
            <a:r>
              <a:rPr lang="en-US" sz="1800" noProof="0" dirty="0">
                <a:solidFill>
                  <a:schemeClr val="tx1"/>
                </a:solidFill>
                <a:ea typeface="Times New Roman" panose="02020603050405020304" pitchFamily="18" charset="0"/>
              </a:rPr>
              <a:t>The basic listening sequence represents a set of interrelated skills used to achieve three overarching goals:</a:t>
            </a:r>
          </a:p>
        </p:txBody>
      </p:sp>
      <p:sp>
        <p:nvSpPr>
          <p:cNvPr id="4" name="Content Placeholder 3"/>
          <p:cNvSpPr>
            <a:spLocks noGrp="1"/>
          </p:cNvSpPr>
          <p:nvPr>
            <p:ph sz="quarter" idx="14"/>
          </p:nvPr>
        </p:nvSpPr>
        <p:spPr>
          <a:xfrm>
            <a:off x="457200" y="2344570"/>
            <a:ext cx="8218488" cy="2675486"/>
          </a:xfrm>
        </p:spPr>
        <p:txBody>
          <a:bodyPr tIns="0">
            <a:normAutofit/>
          </a:bodyPr>
          <a:lstStyle/>
          <a:p>
            <a:pPr marL="741600" lvl="1" indent="-428400">
              <a:buFont typeface="+mj-lt"/>
              <a:buAutoNum type="arabicPeriod"/>
            </a:pPr>
            <a:r>
              <a:rPr lang="en-US" noProof="0" dirty="0">
                <a:solidFill>
                  <a:schemeClr val="tx1"/>
                </a:solidFill>
                <a:ea typeface="Times New Roman" panose="02020603050405020304" pitchFamily="18" charset="0"/>
              </a:rPr>
              <a:t>To obtain an overall summary and understanding of the client’s presenting issue</a:t>
            </a:r>
          </a:p>
          <a:p>
            <a:pPr marL="741600" lvl="1" indent="-428400">
              <a:buFont typeface="+mj-lt"/>
              <a:buAutoNum type="arabicPeriod"/>
            </a:pPr>
            <a:r>
              <a:rPr lang="en-US" noProof="0" dirty="0">
                <a:solidFill>
                  <a:schemeClr val="tx1"/>
                </a:solidFill>
                <a:ea typeface="Times New Roman" panose="02020603050405020304" pitchFamily="18" charset="0"/>
              </a:rPr>
              <a:t>To identify the key facts of the client’s situation</a:t>
            </a:r>
          </a:p>
          <a:p>
            <a:pPr marL="741600" lvl="1" indent="-428400">
              <a:buFont typeface="+mj-lt"/>
              <a:buAutoNum type="arabicPeriod"/>
            </a:pPr>
            <a:r>
              <a:rPr lang="en-US" noProof="0" dirty="0">
                <a:solidFill>
                  <a:schemeClr val="tx1"/>
                </a:solidFill>
                <a:ea typeface="Times New Roman" panose="02020603050405020304" pitchFamily="18" charset="0"/>
              </a:rPr>
              <a:t>To identify the core emotions and feelings the client is experiencing</a:t>
            </a:r>
          </a:p>
        </p:txBody>
      </p:sp>
    </p:spTree>
    <p:extLst>
      <p:ext uri="{BB962C8B-B14F-4D97-AF65-F5344CB8AC3E}">
        <p14:creationId xmlns:p14="http://schemas.microsoft.com/office/powerpoint/2010/main" val="3153523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solidFill>
            <a:srgbClr val="FFF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0CE0920-95E0-B88C-2789-12AC1E426E96}"/>
              </a:ext>
            </a:extLst>
          </p:cNvPr>
          <p:cNvSpPr>
            <a:spLocks noGrp="1"/>
          </p:cNvSpPr>
          <p:nvPr>
            <p:ph type="title"/>
          </p:nvPr>
        </p:nvSpPr>
        <p:spPr>
          <a:xfrm>
            <a:off x="559671" y="1037967"/>
            <a:ext cx="2290568" cy="4709131"/>
          </a:xfrm>
        </p:spPr>
        <p:txBody>
          <a:bodyPr anchor="ctr">
            <a:normAutofit/>
          </a:bodyPr>
          <a:lstStyle/>
          <a:p>
            <a:r>
              <a:rPr lang="en-US" sz="2600">
                <a:solidFill>
                  <a:schemeClr val="accent1"/>
                </a:solidFill>
              </a:rPr>
              <a:t>Counseling Skills</a:t>
            </a:r>
          </a:p>
        </p:txBody>
      </p:sp>
      <p:sp>
        <p:nvSpPr>
          <p:cNvPr id="27" name="Rectangle 26">
            <a:extLst>
              <a:ext uri="{FF2B5EF4-FFF2-40B4-BE49-F238E27FC236}">
                <a16:creationId xmlns:a16="http://schemas.microsoft.com/office/drawing/2014/main" id="{DFEE959E-BF10-4204-9556-D170708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DDD17B6A-CB37-4005-9681-A20AFCDC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3B7BBDE9-DAED-40B0-A640-503C918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5138" y="723898"/>
            <a:ext cx="5623962"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1" name="Content Placeholder 18">
            <a:extLst>
              <a:ext uri="{FF2B5EF4-FFF2-40B4-BE49-F238E27FC236}">
                <a16:creationId xmlns:a16="http://schemas.microsoft.com/office/drawing/2014/main" id="{F677A7AC-AEFA-FA10-1175-C4E0BEC1CB32}"/>
              </a:ext>
            </a:extLst>
          </p:cNvPr>
          <p:cNvGraphicFramePr>
            <a:graphicFrameLocks noGrp="1"/>
          </p:cNvGraphicFramePr>
          <p:nvPr>
            <p:ph idx="1"/>
            <p:extLst>
              <p:ext uri="{D42A27DB-BD31-4B8C-83A1-F6EECF244321}">
                <p14:modId xmlns:p14="http://schemas.microsoft.com/office/powerpoint/2010/main" val="690404758"/>
              </p:ext>
            </p:extLst>
          </p:nvPr>
        </p:nvGraphicFramePr>
        <p:xfrm>
          <a:off x="3448828" y="1037967"/>
          <a:ext cx="5259278"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507441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39515-9027-5BAB-C8DC-14A1279E54DE}"/>
              </a:ext>
            </a:extLst>
          </p:cNvPr>
          <p:cNvSpPr>
            <a:spLocks noGrp="1"/>
          </p:cNvSpPr>
          <p:nvPr>
            <p:ph type="title"/>
          </p:nvPr>
        </p:nvSpPr>
        <p:spPr/>
        <p:txBody>
          <a:bodyPr/>
          <a:lstStyle/>
          <a:p>
            <a:r>
              <a:rPr lang="en-US" dirty="0"/>
              <a:t>Skills Review</a:t>
            </a:r>
          </a:p>
        </p:txBody>
      </p:sp>
      <p:sp>
        <p:nvSpPr>
          <p:cNvPr id="3" name="Content Placeholder 2">
            <a:extLst>
              <a:ext uri="{FF2B5EF4-FFF2-40B4-BE49-F238E27FC236}">
                <a16:creationId xmlns:a16="http://schemas.microsoft.com/office/drawing/2014/main" id="{5F63BFDD-91C8-4D72-35A1-E483A9F7E87D}"/>
              </a:ext>
            </a:extLst>
          </p:cNvPr>
          <p:cNvSpPr>
            <a:spLocks noGrp="1"/>
          </p:cNvSpPr>
          <p:nvPr>
            <p:ph idx="1"/>
          </p:nvPr>
        </p:nvSpPr>
        <p:spPr/>
        <p:txBody>
          <a:bodyPr/>
          <a:lstStyle/>
          <a:p>
            <a:r>
              <a:rPr lang="en-US" dirty="0"/>
              <a:t>What is this skill?</a:t>
            </a:r>
          </a:p>
          <a:p>
            <a:r>
              <a:rPr lang="en-US" dirty="0"/>
              <a:t>How would it apply to crisis counseling?</a:t>
            </a:r>
          </a:p>
        </p:txBody>
      </p:sp>
    </p:spTree>
    <p:extLst>
      <p:ext uri="{BB962C8B-B14F-4D97-AF65-F5344CB8AC3E}">
        <p14:creationId xmlns:p14="http://schemas.microsoft.com/office/powerpoint/2010/main" val="3295178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DD60C94-0C9C-47B7-BE88-045235ACC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7825486D-9AE6-AA0A-BD57-B8A993B17D7F}"/>
              </a:ext>
            </a:extLst>
          </p:cNvPr>
          <p:cNvSpPr>
            <a:spLocks noGrp="1"/>
          </p:cNvSpPr>
          <p:nvPr>
            <p:ph type="ctrTitle"/>
          </p:nvPr>
        </p:nvSpPr>
        <p:spPr>
          <a:xfrm>
            <a:off x="334899" y="1552397"/>
            <a:ext cx="5423838" cy="3654081"/>
          </a:xfrm>
        </p:spPr>
        <p:txBody>
          <a:bodyPr anchor="ctr">
            <a:normAutofit/>
          </a:bodyPr>
          <a:lstStyle/>
          <a:p>
            <a:r>
              <a:rPr lang="en-US" sz="4700" dirty="0">
                <a:solidFill>
                  <a:schemeClr val="tx2"/>
                </a:solidFill>
              </a:rPr>
              <a:t>Questions</a:t>
            </a:r>
          </a:p>
        </p:txBody>
      </p:sp>
      <p:sp>
        <p:nvSpPr>
          <p:cNvPr id="18" name="Subtitle 17">
            <a:extLst>
              <a:ext uri="{FF2B5EF4-FFF2-40B4-BE49-F238E27FC236}">
                <a16:creationId xmlns:a16="http://schemas.microsoft.com/office/drawing/2014/main" id="{FC8D5C05-543F-107B-570F-D55066662876}"/>
              </a:ext>
            </a:extLst>
          </p:cNvPr>
          <p:cNvSpPr>
            <a:spLocks noGrp="1"/>
          </p:cNvSpPr>
          <p:nvPr>
            <p:ph type="subTitle" idx="1"/>
          </p:nvPr>
        </p:nvSpPr>
        <p:spPr>
          <a:xfrm>
            <a:off x="6097403" y="1552397"/>
            <a:ext cx="2707931" cy="3654082"/>
          </a:xfrm>
        </p:spPr>
        <p:txBody>
          <a:bodyPr anchor="ctr">
            <a:normAutofit/>
          </a:bodyPr>
          <a:lstStyle/>
          <a:p>
            <a:endParaRPr lang="en-US" sz="2800"/>
          </a:p>
        </p:txBody>
      </p:sp>
      <p:sp>
        <p:nvSpPr>
          <p:cNvPr id="25" name="Rectangle 24">
            <a:extLst>
              <a:ext uri="{FF2B5EF4-FFF2-40B4-BE49-F238E27FC236}">
                <a16:creationId xmlns:a16="http://schemas.microsoft.com/office/drawing/2014/main" id="{BFCF7016-AC99-433F-B943-24C3736E0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457200"/>
            <a:ext cx="5684681" cy="64361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A03737D1-A930-4E3E-9160-3CD4AEC72A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7403" y="453642"/>
            <a:ext cx="2711697" cy="645113"/>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F71CFF33-010E-4E26-A285-83B182982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5707627"/>
            <a:ext cx="8470435" cy="6492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06992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BFF1E8A-3E3F-4A67-97F8-32C8D4123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0BBA9C7-5B8B-474E-9392-E742C78ED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D52F3B2-AFE1-41E8-9E34-D2B02A658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C16E6DBF-82B5-4B52-B1C5-E1C756AC5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3337450" y="702156"/>
            <a:ext cx="5368399" cy="1013800"/>
          </a:xfrm>
        </p:spPr>
        <p:txBody>
          <a:bodyPr vert="horz" lIns="91440" tIns="45720" rIns="91440" bIns="45720" rtlCol="0" anchor="b">
            <a:normAutofit/>
          </a:bodyPr>
          <a:lstStyle/>
          <a:p>
            <a:pPr>
              <a:spcBef>
                <a:spcPct val="0"/>
              </a:spcBef>
            </a:pPr>
            <a:r>
              <a:rPr lang="en-US" sz="2800" b="0" cap="all" noProof="0">
                <a:solidFill>
                  <a:schemeClr val="accent1"/>
                </a:solidFill>
                <a:ea typeface="+mj-ea"/>
                <a:cs typeface="+mj-cs"/>
              </a:rPr>
              <a:t>Asking Open and Closed Questions (1 of 3)</a:t>
            </a:r>
          </a:p>
        </p:txBody>
      </p:sp>
      <p:pic>
        <p:nvPicPr>
          <p:cNvPr id="8" name="Picture 7" descr="Different colored question marks">
            <a:extLst>
              <a:ext uri="{FF2B5EF4-FFF2-40B4-BE49-F238E27FC236}">
                <a16:creationId xmlns:a16="http://schemas.microsoft.com/office/drawing/2014/main" id="{785F233F-85CE-A8C2-0115-5BD6C40A300D}"/>
              </a:ext>
            </a:extLst>
          </p:cNvPr>
          <p:cNvPicPr>
            <a:picLocks noChangeAspect="1"/>
          </p:cNvPicPr>
          <p:nvPr/>
        </p:nvPicPr>
        <p:blipFill>
          <a:blip r:embed="rId2"/>
          <a:srcRect l="35599" r="38985"/>
          <a:stretch>
            <a:fillRect/>
          </a:stretch>
        </p:blipFill>
        <p:spPr>
          <a:xfrm>
            <a:off x="20" y="10"/>
            <a:ext cx="3098779" cy="6857989"/>
          </a:xfrm>
          <a:prstGeom prst="rect">
            <a:avLst/>
          </a:prstGeom>
        </p:spPr>
      </p:pic>
      <p:sp>
        <p:nvSpPr>
          <p:cNvPr id="22" name="Rectangle 21">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450" y="457200"/>
            <a:ext cx="5417820" cy="91440"/>
          </a:xfrm>
          <a:prstGeom prst="rect">
            <a:avLst/>
          </a:prstGeom>
          <a:solidFill>
            <a:srgbClr val="F7B64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37450" y="1896533"/>
            <a:ext cx="5368400" cy="3962266"/>
          </a:xfrm>
        </p:spPr>
        <p:txBody>
          <a:bodyPr vert="horz" lIns="91440" tIns="45720" rIns="91440" bIns="45720" rtlCol="0" anchor="ctr">
            <a:normAutofit/>
          </a:bodyPr>
          <a:lstStyle/>
          <a:p>
            <a:pPr>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Questioning is a primary skill that allows crisis counselors to gather important and specific information about clients.</a:t>
            </a:r>
          </a:p>
          <a:p>
            <a:pPr>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Crisis counselors do not want counseling sessions to sound like an interrogation.</a:t>
            </a:r>
          </a:p>
          <a:p>
            <a:pPr lvl="1">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Thus, they need to be aware of how to use questions appropriately and pay close attention to the types of questions used to gather information.</a:t>
            </a:r>
            <a:endParaRPr lang="en-US" sz="1500" b="1" noProof="0">
              <a:solidFill>
                <a:schemeClr val="tx2"/>
              </a:solidFill>
              <a:ea typeface="+mn-ea"/>
              <a:cs typeface="+mn-cs"/>
            </a:endParaRPr>
          </a:p>
          <a:p>
            <a:pPr>
              <a:lnSpc>
                <a:spcPct val="90000"/>
              </a:lnSpc>
              <a:spcAft>
                <a:spcPts val="600"/>
              </a:spcAft>
              <a:buClr>
                <a:srgbClr val="F7B647"/>
              </a:buClr>
              <a:buSzPct val="92000"/>
              <a:buFont typeface="Wingdings 2" panose="05020102010507070707" pitchFamily="18" charset="2"/>
              <a:buChar char=""/>
            </a:pPr>
            <a:r>
              <a:rPr lang="en-US" sz="1500" b="1" noProof="0">
                <a:solidFill>
                  <a:schemeClr val="tx2"/>
                </a:solidFill>
                <a:ea typeface="+mn-ea"/>
                <a:cs typeface="+mn-cs"/>
              </a:rPr>
              <a:t>Open Questions</a:t>
            </a:r>
          </a:p>
          <a:p>
            <a:pPr lvl="1">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Usually elicit fuller and more meaningful responses by encouraging the client to talk at greater length.</a:t>
            </a:r>
          </a:p>
          <a:p>
            <a:pPr lvl="1">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They typically begin with </a:t>
            </a:r>
            <a:r>
              <a:rPr lang="en-US" sz="1500" b="1" noProof="0">
                <a:solidFill>
                  <a:schemeClr val="tx2"/>
                </a:solidFill>
                <a:ea typeface="+mn-ea"/>
                <a:cs typeface="+mn-cs"/>
              </a:rPr>
              <a:t>what, how, could, would,</a:t>
            </a:r>
            <a:r>
              <a:rPr lang="en-US" sz="1500" noProof="0">
                <a:solidFill>
                  <a:schemeClr val="tx2"/>
                </a:solidFill>
                <a:ea typeface="+mn-ea"/>
                <a:cs typeface="+mn-cs"/>
              </a:rPr>
              <a:t> or </a:t>
            </a:r>
            <a:r>
              <a:rPr lang="en-US" sz="1500" b="1" noProof="0">
                <a:solidFill>
                  <a:schemeClr val="tx2"/>
                </a:solidFill>
                <a:ea typeface="+mn-ea"/>
                <a:cs typeface="+mn-cs"/>
              </a:rPr>
              <a:t>why</a:t>
            </a:r>
            <a:r>
              <a:rPr lang="en-US" sz="1500" noProof="0">
                <a:solidFill>
                  <a:schemeClr val="tx2"/>
                </a:solidFill>
                <a:ea typeface="+mn-ea"/>
                <a:cs typeface="+mn-cs"/>
              </a:rPr>
              <a:t> and are useful to help begin an interview, elaborate the client’s story, and bring out specific details.</a:t>
            </a:r>
          </a:p>
          <a:p>
            <a:pPr lvl="1">
              <a:lnSpc>
                <a:spcPct val="90000"/>
              </a:lnSpc>
              <a:spcAft>
                <a:spcPts val="600"/>
              </a:spcAft>
              <a:buClr>
                <a:srgbClr val="F7B647"/>
              </a:buClr>
              <a:buSzPct val="92000"/>
              <a:buFont typeface="Wingdings 2" panose="05020102010507070707" pitchFamily="18" charset="2"/>
              <a:buChar char=""/>
            </a:pPr>
            <a:r>
              <a:rPr lang="en-US" sz="1500" noProof="0">
                <a:solidFill>
                  <a:schemeClr val="tx2"/>
                </a:solidFill>
                <a:ea typeface="+mn-ea"/>
                <a:cs typeface="+mn-cs"/>
              </a:rPr>
              <a:t>Be careful when using </a:t>
            </a:r>
            <a:r>
              <a:rPr lang="en-US" sz="1500" b="1" noProof="0">
                <a:solidFill>
                  <a:schemeClr val="tx2"/>
                </a:solidFill>
                <a:ea typeface="+mn-ea"/>
                <a:cs typeface="+mn-cs"/>
              </a:rPr>
              <a:t>why</a:t>
            </a:r>
            <a:r>
              <a:rPr lang="en-US" sz="1500" noProof="0">
                <a:solidFill>
                  <a:schemeClr val="tx2"/>
                </a:solidFill>
                <a:ea typeface="+mn-ea"/>
                <a:cs typeface="+mn-cs"/>
              </a:rPr>
              <a:t> questions and “leading” questions.</a:t>
            </a:r>
            <a:endParaRPr lang="en-US" sz="1500" i="1" noProof="0">
              <a:solidFill>
                <a:schemeClr val="tx2"/>
              </a:solidFill>
              <a:ea typeface="+mn-ea"/>
              <a:cs typeface="+mn-cs"/>
            </a:endParaRPr>
          </a:p>
        </p:txBody>
      </p:sp>
    </p:spTree>
    <p:extLst>
      <p:ext uri="{BB962C8B-B14F-4D97-AF65-F5344CB8AC3E}">
        <p14:creationId xmlns:p14="http://schemas.microsoft.com/office/powerpoint/2010/main" val="2684756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BFF1E8A-3E3F-4A67-97F8-32C8D4123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0BBA9C7-5B8B-474E-9392-E742C78ED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D52F3B2-AFE1-41E8-9E34-D2B02A658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C16E6DBF-82B5-4B52-B1C5-E1C756AC5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3337450" y="702156"/>
            <a:ext cx="5368399" cy="1013800"/>
          </a:xfrm>
        </p:spPr>
        <p:txBody>
          <a:bodyPr vert="horz" lIns="91440" tIns="45720" rIns="91440" bIns="45720" rtlCol="0" anchor="b">
            <a:normAutofit/>
          </a:bodyPr>
          <a:lstStyle/>
          <a:p>
            <a:pPr>
              <a:spcBef>
                <a:spcPct val="0"/>
              </a:spcBef>
            </a:pPr>
            <a:r>
              <a:rPr lang="en-US" sz="2800" b="0" cap="all" noProof="0">
                <a:solidFill>
                  <a:schemeClr val="accent1"/>
                </a:solidFill>
                <a:ea typeface="+mj-ea"/>
                <a:cs typeface="+mj-cs"/>
              </a:rPr>
              <a:t>Asking Open and Closed Questions (2 of 3)</a:t>
            </a:r>
          </a:p>
        </p:txBody>
      </p:sp>
      <p:pic>
        <p:nvPicPr>
          <p:cNvPr id="8" name="Picture 7" descr="A grey room full of question marks with an opening going out">
            <a:extLst>
              <a:ext uri="{FF2B5EF4-FFF2-40B4-BE49-F238E27FC236}">
                <a16:creationId xmlns:a16="http://schemas.microsoft.com/office/drawing/2014/main" id="{7AB46601-6C58-9D73-D086-DC0C62364638}"/>
              </a:ext>
            </a:extLst>
          </p:cNvPr>
          <p:cNvPicPr>
            <a:picLocks noChangeAspect="1"/>
          </p:cNvPicPr>
          <p:nvPr/>
        </p:nvPicPr>
        <p:blipFill>
          <a:blip r:embed="rId2"/>
          <a:srcRect l="36462" r="33377" b="-1"/>
          <a:stretch>
            <a:fillRect/>
          </a:stretch>
        </p:blipFill>
        <p:spPr>
          <a:xfrm>
            <a:off x="20" y="10"/>
            <a:ext cx="3098779" cy="6857989"/>
          </a:xfrm>
          <a:prstGeom prst="rect">
            <a:avLst/>
          </a:prstGeom>
        </p:spPr>
      </p:pic>
      <p:sp>
        <p:nvSpPr>
          <p:cNvPr id="22" name="Rectangle 21">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450" y="457200"/>
            <a:ext cx="5417820" cy="91440"/>
          </a:xfrm>
          <a:prstGeom prst="rect">
            <a:avLst/>
          </a:prstGeom>
          <a:solidFill>
            <a:srgbClr val="A6805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37450" y="1896533"/>
            <a:ext cx="5368400" cy="3962266"/>
          </a:xfrm>
        </p:spPr>
        <p:txBody>
          <a:bodyPr vert="horz" lIns="91440" tIns="45720" rIns="91440" bIns="45720" rtlCol="0" anchor="ctr">
            <a:normAutofit/>
          </a:bodyPr>
          <a:lstStyle/>
          <a:p>
            <a:pPr>
              <a:lnSpc>
                <a:spcPct val="90000"/>
              </a:lnSpc>
              <a:spcAft>
                <a:spcPts val="600"/>
              </a:spcAft>
              <a:buClr>
                <a:srgbClr val="A6805C"/>
              </a:buClr>
              <a:buSzPct val="92000"/>
              <a:buFont typeface="Wingdings 2" panose="05020102010507070707" pitchFamily="18" charset="2"/>
              <a:buChar char=""/>
            </a:pPr>
            <a:r>
              <a:rPr lang="en-US" sz="1300" b="1" noProof="0" dirty="0">
                <a:solidFill>
                  <a:schemeClr val="tx2"/>
                </a:solidFill>
                <a:ea typeface="+mn-ea"/>
                <a:cs typeface="+mn-cs"/>
              </a:rPr>
              <a:t>Closed Questions</a:t>
            </a:r>
            <a:endParaRPr lang="en-US" sz="1300" i="1" noProof="0" dirty="0">
              <a:solidFill>
                <a:schemeClr val="tx2"/>
              </a:solidFill>
              <a:ea typeface="+mn-ea"/>
              <a:cs typeface="+mn-cs"/>
            </a:endParaRPr>
          </a:p>
          <a:p>
            <a:pPr lvl="1">
              <a:lnSpc>
                <a:spcPct val="90000"/>
              </a:lnSpc>
              <a:spcAft>
                <a:spcPts val="600"/>
              </a:spcAft>
              <a:buClr>
                <a:srgbClr val="A6805C"/>
              </a:buClr>
              <a:buSzPct val="92000"/>
              <a:buFont typeface="Wingdings 2" panose="05020102010507070707" pitchFamily="18" charset="2"/>
              <a:buChar char=""/>
            </a:pPr>
            <a:r>
              <a:rPr lang="en-US" sz="1300" noProof="0" dirty="0">
                <a:solidFill>
                  <a:schemeClr val="tx2"/>
                </a:solidFill>
                <a:ea typeface="+mn-ea"/>
                <a:cs typeface="+mn-cs"/>
              </a:rPr>
              <a:t>They can be used when crisis counselors need to obtain very specific, concrete information and get all the facts straight.</a:t>
            </a:r>
          </a:p>
          <a:p>
            <a:pPr lvl="1">
              <a:lnSpc>
                <a:spcPct val="90000"/>
              </a:lnSpc>
              <a:spcAft>
                <a:spcPts val="600"/>
              </a:spcAft>
              <a:buClr>
                <a:srgbClr val="A6805C"/>
              </a:buClr>
              <a:buSzPct val="92000"/>
              <a:buFont typeface="Wingdings 2" panose="05020102010507070707" pitchFamily="18" charset="2"/>
              <a:buChar char=""/>
            </a:pPr>
            <a:r>
              <a:rPr lang="en-US" sz="1300" noProof="0" dirty="0">
                <a:solidFill>
                  <a:schemeClr val="tx2"/>
                </a:solidFill>
                <a:ea typeface="+mn-ea"/>
                <a:cs typeface="+mn-cs"/>
              </a:rPr>
              <a:t>They typically either elicit a yes/no response or provide specific factual information.</a:t>
            </a:r>
          </a:p>
          <a:p>
            <a:pPr lvl="1">
              <a:lnSpc>
                <a:spcPct val="90000"/>
              </a:lnSpc>
              <a:spcAft>
                <a:spcPts val="600"/>
              </a:spcAft>
              <a:buClr>
                <a:srgbClr val="A6805C"/>
              </a:buClr>
              <a:buSzPct val="92000"/>
              <a:buFont typeface="Wingdings 2" panose="05020102010507070707" pitchFamily="18" charset="2"/>
              <a:buChar char=""/>
            </a:pPr>
            <a:r>
              <a:rPr lang="en-US" sz="1300" noProof="0" dirty="0">
                <a:solidFill>
                  <a:schemeClr val="tx2"/>
                </a:solidFill>
                <a:ea typeface="+mn-ea"/>
                <a:cs typeface="+mn-cs"/>
              </a:rPr>
              <a:t>Crisis counseling often requires quick and focused responses. Thus, these questions are useful because the counselor must gather specific information to aid in the prompt assessment of the problem and development of a plan of action.</a:t>
            </a:r>
          </a:p>
          <a:p>
            <a:pPr lvl="1">
              <a:lnSpc>
                <a:spcPct val="90000"/>
              </a:lnSpc>
              <a:spcAft>
                <a:spcPts val="600"/>
              </a:spcAft>
              <a:buClr>
                <a:srgbClr val="A6805C"/>
              </a:buClr>
              <a:buSzPct val="92000"/>
              <a:buFont typeface="Wingdings 2" panose="05020102010507070707" pitchFamily="18" charset="2"/>
              <a:buChar char=""/>
            </a:pPr>
            <a:r>
              <a:rPr lang="en-US" sz="1300" noProof="0" dirty="0">
                <a:solidFill>
                  <a:schemeClr val="tx2"/>
                </a:solidFill>
                <a:ea typeface="+mn-ea"/>
                <a:cs typeface="+mn-cs"/>
              </a:rPr>
              <a:t>Crisis counselors should still guard against the overuse of closed questions, which can cause clients to shut down and simply wait for the next question to answer.</a:t>
            </a:r>
          </a:p>
          <a:p>
            <a:pPr lvl="1">
              <a:lnSpc>
                <a:spcPct val="90000"/>
              </a:lnSpc>
              <a:spcAft>
                <a:spcPts val="600"/>
              </a:spcAft>
              <a:buClr>
                <a:srgbClr val="A6805C"/>
              </a:buClr>
              <a:buSzPct val="92000"/>
              <a:buFont typeface="Wingdings 2" panose="05020102010507070707" pitchFamily="18" charset="2"/>
              <a:buChar char=""/>
            </a:pPr>
            <a:r>
              <a:rPr lang="en-US" sz="1300" noProof="0" dirty="0">
                <a:solidFill>
                  <a:schemeClr val="tx2"/>
                </a:solidFill>
                <a:ea typeface="+mn-ea"/>
                <a:cs typeface="+mn-cs"/>
              </a:rPr>
              <a:t>Counselors should also avoid </a:t>
            </a:r>
            <a:r>
              <a:rPr lang="en-US" sz="1300" b="1" noProof="0" dirty="0">
                <a:solidFill>
                  <a:schemeClr val="tx2"/>
                </a:solidFill>
                <a:ea typeface="+mn-ea"/>
                <a:cs typeface="+mn-cs"/>
              </a:rPr>
              <a:t>negative interrogatives</a:t>
            </a:r>
            <a:r>
              <a:rPr lang="en-US" sz="1300" noProof="0" dirty="0">
                <a:solidFill>
                  <a:schemeClr val="tx2"/>
                </a:solidFill>
                <a:ea typeface="+mn-ea"/>
                <a:cs typeface="+mn-cs"/>
              </a:rPr>
              <a:t>, which are closed questions that are used in a subtle way to coerce the client into agreeing with the counselor.</a:t>
            </a:r>
          </a:p>
        </p:txBody>
      </p:sp>
    </p:spTree>
    <p:extLst>
      <p:ext uri="{BB962C8B-B14F-4D97-AF65-F5344CB8AC3E}">
        <p14:creationId xmlns:p14="http://schemas.microsoft.com/office/powerpoint/2010/main" val="561051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BFF1E8A-3E3F-4A67-97F8-32C8D4123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0BBA9C7-5B8B-474E-9392-E742C78ED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1D52F3B2-AFE1-41E8-9E34-D2B02A658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C16E6DBF-82B5-4B52-B1C5-E1C756AC5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3337450" y="702156"/>
            <a:ext cx="5368399" cy="1013800"/>
          </a:xfrm>
        </p:spPr>
        <p:txBody>
          <a:bodyPr vert="horz" lIns="91440" tIns="45720" rIns="91440" bIns="45720" rtlCol="0" anchor="b">
            <a:normAutofit/>
          </a:bodyPr>
          <a:lstStyle/>
          <a:p>
            <a:pPr>
              <a:spcBef>
                <a:spcPct val="0"/>
              </a:spcBef>
            </a:pPr>
            <a:r>
              <a:rPr lang="en-US" sz="2800" b="0" cap="all" noProof="0">
                <a:solidFill>
                  <a:schemeClr val="accent1"/>
                </a:solidFill>
                <a:ea typeface="+mj-ea"/>
                <a:cs typeface="+mj-cs"/>
              </a:rPr>
              <a:t>Asking Open and Closed Questions (3 of 3)</a:t>
            </a:r>
          </a:p>
        </p:txBody>
      </p:sp>
      <p:pic>
        <p:nvPicPr>
          <p:cNvPr id="8" name="Picture 7" descr="Magnifying glass and question mark">
            <a:extLst>
              <a:ext uri="{FF2B5EF4-FFF2-40B4-BE49-F238E27FC236}">
                <a16:creationId xmlns:a16="http://schemas.microsoft.com/office/drawing/2014/main" id="{38849262-FD67-FA66-15AB-1B52B233B201}"/>
              </a:ext>
            </a:extLst>
          </p:cNvPr>
          <p:cNvPicPr>
            <a:picLocks noChangeAspect="1"/>
          </p:cNvPicPr>
          <p:nvPr/>
        </p:nvPicPr>
        <p:blipFill>
          <a:blip r:embed="rId2"/>
          <a:srcRect l="39116" r="35468"/>
          <a:stretch>
            <a:fillRect/>
          </a:stretch>
        </p:blipFill>
        <p:spPr>
          <a:xfrm>
            <a:off x="20" y="10"/>
            <a:ext cx="3098779" cy="6857989"/>
          </a:xfrm>
          <a:prstGeom prst="rect">
            <a:avLst/>
          </a:prstGeom>
        </p:spPr>
      </p:pic>
      <p:sp>
        <p:nvSpPr>
          <p:cNvPr id="22" name="Rectangle 21">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450" y="457200"/>
            <a:ext cx="5417820" cy="91440"/>
          </a:xfrm>
          <a:prstGeom prst="rect">
            <a:avLst/>
          </a:prstGeom>
          <a:solidFill>
            <a:srgbClr val="FDE50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337450" y="1896533"/>
            <a:ext cx="5368400" cy="3962266"/>
          </a:xfrm>
        </p:spPr>
        <p:txBody>
          <a:bodyPr vert="horz" lIns="91440" tIns="45720" rIns="91440" bIns="45720" rtlCol="0" anchor="ctr">
            <a:normAutofit/>
          </a:bodyPr>
          <a:lstStyle/>
          <a:p>
            <a:pPr>
              <a:lnSpc>
                <a:spcPct val="90000"/>
              </a:lnSpc>
              <a:spcAft>
                <a:spcPts val="600"/>
              </a:spcAft>
              <a:buClr>
                <a:srgbClr val="FDE50C"/>
              </a:buClr>
              <a:buSzPct val="92000"/>
              <a:buFont typeface="Wingdings 2" panose="05020102010507070707" pitchFamily="18" charset="2"/>
              <a:buChar char=""/>
            </a:pPr>
            <a:r>
              <a:rPr lang="en-US" sz="2000" b="1" noProof="0">
                <a:solidFill>
                  <a:schemeClr val="tx2"/>
                </a:solidFill>
                <a:ea typeface="+mn-ea"/>
                <a:cs typeface="+mn-cs"/>
              </a:rPr>
              <a:t>Open versus Closed Questions</a:t>
            </a:r>
            <a:endParaRPr lang="en-US" sz="2000" i="1" noProof="0">
              <a:solidFill>
                <a:schemeClr val="tx2"/>
              </a:solidFill>
              <a:ea typeface="+mn-ea"/>
              <a:cs typeface="+mn-cs"/>
            </a:endParaRPr>
          </a:p>
          <a:p>
            <a:pPr lvl="1">
              <a:lnSpc>
                <a:spcPct val="90000"/>
              </a:lnSpc>
              <a:spcAft>
                <a:spcPts val="600"/>
              </a:spcAft>
              <a:buClr>
                <a:srgbClr val="FDE50C"/>
              </a:buClr>
              <a:buSzPct val="92000"/>
              <a:buFont typeface="Wingdings 2" panose="05020102010507070707" pitchFamily="18" charset="2"/>
              <a:buChar char=""/>
            </a:pPr>
            <a:r>
              <a:rPr lang="en-US" sz="2000" noProof="0">
                <a:solidFill>
                  <a:schemeClr val="tx2"/>
                </a:solidFill>
                <a:ea typeface="+mn-ea"/>
                <a:cs typeface="+mn-cs"/>
              </a:rPr>
              <a:t>In crisis intervention work, crisis counselors often need to use closed questions to quickly identify and bring out specific details to seek the resolution of the crisis state.</a:t>
            </a:r>
          </a:p>
          <a:p>
            <a:pPr lvl="1">
              <a:lnSpc>
                <a:spcPct val="90000"/>
              </a:lnSpc>
              <a:spcAft>
                <a:spcPts val="600"/>
              </a:spcAft>
              <a:buClr>
                <a:srgbClr val="FDE50C"/>
              </a:buClr>
              <a:buSzPct val="92000"/>
              <a:buFont typeface="Wingdings 2" panose="05020102010507070707" pitchFamily="18" charset="2"/>
              <a:buChar char=""/>
            </a:pPr>
            <a:r>
              <a:rPr lang="en-US" sz="2000" noProof="0">
                <a:solidFill>
                  <a:schemeClr val="tx2"/>
                </a:solidFill>
                <a:ea typeface="+mn-ea"/>
                <a:cs typeface="+mn-cs"/>
              </a:rPr>
              <a:t>However, they can often obtain the same information by asking open questions, so counselors should try to refrain from moving too quickly into a closed questioning approach unless they are unable to obtain the information otherwise.</a:t>
            </a:r>
            <a:endParaRPr lang="en-US" sz="2000" b="1" noProof="0">
              <a:solidFill>
                <a:schemeClr val="tx2"/>
              </a:solidFill>
              <a:ea typeface="+mn-ea"/>
              <a:cs typeface="+mn-cs"/>
            </a:endParaRPr>
          </a:p>
        </p:txBody>
      </p:sp>
    </p:spTree>
    <p:extLst>
      <p:ext uri="{BB962C8B-B14F-4D97-AF65-F5344CB8AC3E}">
        <p14:creationId xmlns:p14="http://schemas.microsoft.com/office/powerpoint/2010/main" val="3370792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018A306-443B-4844-9884-D3E2C3B37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3F430D2A-93AA-410C-B1BB-98FEA2990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9A0EF52A-1A39-47D8-AA03-47A1C47BE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896DE2E2-8696-47C1-8B42-A04B409BCF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085765"/>
            <a:ext cx="8447150"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5893" y="457201"/>
            <a:ext cx="829623" cy="58597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314" y="457200"/>
            <a:ext cx="7470785" cy="367807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5D785B-B2D7-45BA-AEDC-0FA27EBBFD42}"/>
              </a:ext>
            </a:extLst>
          </p:cNvPr>
          <p:cNvSpPr>
            <a:spLocks noGrp="1"/>
          </p:cNvSpPr>
          <p:nvPr>
            <p:ph type="title"/>
          </p:nvPr>
        </p:nvSpPr>
        <p:spPr>
          <a:xfrm>
            <a:off x="1473958" y="668740"/>
            <a:ext cx="5680880" cy="3330055"/>
          </a:xfrm>
        </p:spPr>
        <p:txBody>
          <a:bodyPr vert="horz" lIns="91440" tIns="45720" rIns="91440" bIns="45720" rtlCol="0" anchor="ctr">
            <a:normAutofit/>
          </a:bodyPr>
          <a:lstStyle/>
          <a:p>
            <a:pPr>
              <a:spcBef>
                <a:spcPct val="0"/>
              </a:spcBef>
            </a:pPr>
            <a:r>
              <a:rPr lang="en-US" sz="5200" b="0" cap="all" dirty="0">
                <a:solidFill>
                  <a:srgbClr val="FFFFFF"/>
                </a:solidFill>
                <a:ea typeface="+mj-ea"/>
                <a:cs typeface="+mj-cs"/>
              </a:rPr>
              <a:t>Reflections</a:t>
            </a:r>
          </a:p>
        </p:txBody>
      </p:sp>
      <p:sp>
        <p:nvSpPr>
          <p:cNvPr id="22" name="Rectangle 21">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38264" y="4244454"/>
            <a:ext cx="7470836" cy="207248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92410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Reflecting Skills </a:t>
            </a:r>
            <a:r>
              <a:rPr lang="en-US" sz="2000" b="0" noProof="0" dirty="0"/>
              <a:t>(1 of 4)</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8229600" cy="4652450"/>
          </a:xfrm>
        </p:spPr>
        <p:txBody>
          <a:bodyPr/>
          <a:lstStyle/>
          <a:p>
            <a:pPr>
              <a:spcBef>
                <a:spcPts val="600"/>
              </a:spcBef>
            </a:pPr>
            <a:r>
              <a:rPr lang="en-US" sz="1600" noProof="0" dirty="0">
                <a:ea typeface="Times New Roman" panose="02020603050405020304" pitchFamily="18" charset="0"/>
              </a:rPr>
              <a:t>Reflecting skills are a form of active listening that conveys to the client your interest in and understanding of that which the client may be struggling.</a:t>
            </a:r>
          </a:p>
          <a:p>
            <a:pPr>
              <a:spcBef>
                <a:spcPts val="600"/>
              </a:spcBef>
            </a:pPr>
            <a:r>
              <a:rPr lang="en-US" sz="1600" noProof="0" dirty="0">
                <a:ea typeface="Times New Roman" panose="02020603050405020304" pitchFamily="18" charset="0"/>
              </a:rPr>
              <a:t>They stimulate a deeper exploration and understanding of the problem so that the client can examine the issues more objectively.</a:t>
            </a:r>
          </a:p>
          <a:p>
            <a:pPr>
              <a:spcBef>
                <a:spcPts val="600"/>
              </a:spcBef>
            </a:pPr>
            <a:r>
              <a:rPr lang="en-US" sz="1600" noProof="0" dirty="0">
                <a:solidFill>
                  <a:srgbClr val="000000"/>
                </a:solidFill>
                <a:ea typeface="Times New Roman" panose="02020603050405020304" pitchFamily="18" charset="0"/>
              </a:rPr>
              <a:t>They include paraphrasing, restating, reflecting feelings, and summarizing.</a:t>
            </a:r>
            <a:endParaRPr lang="en-US" sz="1600" b="1" noProof="0" dirty="0">
              <a:solidFill>
                <a:srgbClr val="000000"/>
              </a:solidFill>
              <a:ea typeface="Times New Roman" panose="02020603050405020304" pitchFamily="18" charset="0"/>
            </a:endParaRPr>
          </a:p>
          <a:p>
            <a:pPr>
              <a:spcBef>
                <a:spcPts val="600"/>
              </a:spcBef>
            </a:pPr>
            <a:r>
              <a:rPr lang="en-US" sz="1600" b="1" noProof="0" dirty="0">
                <a:solidFill>
                  <a:srgbClr val="000000"/>
                </a:solidFill>
                <a:ea typeface="Times New Roman" panose="02020603050405020304" pitchFamily="18" charset="0"/>
              </a:rPr>
              <a:t>Paraphrasing</a:t>
            </a:r>
          </a:p>
          <a:p>
            <a:pPr lvl="1"/>
            <a:r>
              <a:rPr lang="en-US" sz="1600" noProof="0" dirty="0">
                <a:ea typeface="Times New Roman" panose="02020603050405020304" pitchFamily="18" charset="0"/>
              </a:rPr>
              <a:t>By paraphrasing, a crisis counselor mirrors back to the client, in a nonjudgmental way, an accurate understanding of the client’s communication and the implied meaning of that communication.</a:t>
            </a:r>
          </a:p>
          <a:p>
            <a:pPr lvl="1"/>
            <a:r>
              <a:rPr lang="en-US" sz="1600" noProof="0" dirty="0">
                <a:ea typeface="Times New Roman" panose="02020603050405020304" pitchFamily="18" charset="0"/>
              </a:rPr>
              <a:t>Paraphrasing conveys empathic understanding and facilitates the exploration and clarification of the client’s problems.</a:t>
            </a:r>
            <a:endParaRPr lang="en-US" sz="1600" i="1" noProof="0" dirty="0">
              <a:solidFill>
                <a:srgbClr val="000000"/>
              </a:solidFill>
              <a:ea typeface="Times New Roman" panose="02020603050405020304" pitchFamily="18" charset="0"/>
            </a:endParaRPr>
          </a:p>
          <a:p>
            <a:pPr lvl="1"/>
            <a:r>
              <a:rPr lang="en-US" sz="1600" noProof="0" dirty="0">
                <a:ea typeface="Times New Roman" panose="02020603050405020304" pitchFamily="18" charset="0"/>
              </a:rPr>
              <a:t>It is important for counselors to be sure the paraphrased information is accurate by checking with the client.</a:t>
            </a:r>
            <a:endParaRPr lang="en-US" sz="1600" i="1" noProof="0" dirty="0">
              <a:solidFill>
                <a:srgbClr val="000000"/>
              </a:solidFill>
              <a:ea typeface="Times New Roman" panose="02020603050405020304" pitchFamily="18" charset="0"/>
            </a:endParaRPr>
          </a:p>
          <a:p>
            <a:pPr lvl="2"/>
            <a:r>
              <a:rPr lang="en-US" sz="1600" noProof="0" dirty="0">
                <a:ea typeface="Times New Roman" panose="02020603050405020304" pitchFamily="18" charset="0"/>
              </a:rPr>
              <a:t>In crisis counseling, adding, “Is that correct” or “Did I hear you right” allows for both accuracy and for clients to gain some control over situations where they may not have held control.</a:t>
            </a:r>
            <a:endParaRPr lang="en-US" sz="1600" b="1" noProof="0" dirty="0">
              <a:solidFill>
                <a:srgbClr val="000000"/>
              </a:solidFill>
              <a:ea typeface="Times New Roman" panose="02020603050405020304" pitchFamily="18" charset="0"/>
            </a:endParaRPr>
          </a:p>
        </p:txBody>
      </p:sp>
    </p:spTree>
    <p:extLst>
      <p:ext uri="{BB962C8B-B14F-4D97-AF65-F5344CB8AC3E}">
        <p14:creationId xmlns:p14="http://schemas.microsoft.com/office/powerpoint/2010/main" val="57943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a:t>Reflecting Skills </a:t>
            </a:r>
            <a:r>
              <a:rPr lang="en-US" sz="2000" b="0" noProof="0"/>
              <a:t>(2 of 4)</a:t>
            </a:r>
            <a:endParaRPr lang="en-US" sz="2000" b="0" noProof="0" dirty="0"/>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p:txBody>
          <a:bodyPr/>
          <a:lstStyle/>
          <a:p>
            <a:pPr algn="just">
              <a:spcBef>
                <a:spcPts val="600"/>
              </a:spcBef>
            </a:pPr>
            <a:r>
              <a:rPr lang="en-US" sz="1600" b="1" noProof="0">
                <a:solidFill>
                  <a:srgbClr val="000000"/>
                </a:solidFill>
                <a:ea typeface="Times New Roman" panose="02020603050405020304" pitchFamily="18" charset="0"/>
              </a:rPr>
              <a:t>Restating</a:t>
            </a:r>
          </a:p>
          <a:p>
            <a:pPr lvl="1" algn="just"/>
            <a:r>
              <a:rPr lang="en-US" sz="1600" noProof="0">
                <a:ea typeface="Times New Roman" panose="02020603050405020304" pitchFamily="18" charset="0"/>
              </a:rPr>
              <a:t>In crisis counseling, the skill of restatements is intended to focus or direct the priority of the crisis and include the client’s exact words.</a:t>
            </a:r>
            <a:endParaRPr lang="en-US" sz="1600" b="1" noProof="0">
              <a:solidFill>
                <a:srgbClr val="000000"/>
              </a:solidFill>
              <a:ea typeface="Times New Roman" panose="02020603050405020304" pitchFamily="18" charset="0"/>
            </a:endParaRPr>
          </a:p>
          <a:p>
            <a:pPr lvl="1" algn="just"/>
            <a:r>
              <a:rPr lang="en-US" sz="1600" noProof="0">
                <a:solidFill>
                  <a:srgbClr val="000000"/>
                </a:solidFill>
                <a:ea typeface="Times New Roman" panose="02020603050405020304" pitchFamily="18" charset="0"/>
              </a:rPr>
              <a:t>The counselor should understand the priority is first on risk issues followed by the issues that led to the risk.</a:t>
            </a:r>
          </a:p>
          <a:p>
            <a:pPr lvl="1" algn="just"/>
            <a:r>
              <a:rPr lang="en-US" sz="1600" noProof="0">
                <a:solidFill>
                  <a:srgbClr val="000000"/>
                </a:solidFill>
                <a:ea typeface="Times New Roman" panose="02020603050405020304" pitchFamily="18" charset="0"/>
              </a:rPr>
              <a:t>The underlying issues would be secondary for crisis work and the focus of long-term counseling goals once the primary risk is identified and addressed.</a:t>
            </a:r>
            <a:endParaRPr lang="en-US" sz="1600" b="1" noProof="0">
              <a:solidFill>
                <a:srgbClr val="000000"/>
              </a:solidFill>
              <a:ea typeface="Times New Roman" panose="02020603050405020304" pitchFamily="18" charset="0"/>
            </a:endParaRPr>
          </a:p>
          <a:p>
            <a:pPr algn="just">
              <a:spcBef>
                <a:spcPts val="600"/>
              </a:spcBef>
            </a:pPr>
            <a:r>
              <a:rPr lang="en-US" sz="1600" b="1" noProof="0">
                <a:solidFill>
                  <a:srgbClr val="000000"/>
                </a:solidFill>
                <a:ea typeface="Times New Roman" panose="02020603050405020304" pitchFamily="18" charset="0"/>
              </a:rPr>
              <a:t>Reflecting Feelings</a:t>
            </a:r>
          </a:p>
          <a:p>
            <a:pPr lvl="1" algn="just"/>
            <a:r>
              <a:rPr lang="en-US" sz="1600" noProof="0">
                <a:ea typeface="Times New Roman" panose="02020603050405020304" pitchFamily="18" charset="0"/>
              </a:rPr>
              <a:t>Naming and identifying a client’s feelings can serve several important functions: </a:t>
            </a:r>
          </a:p>
          <a:p>
            <a:pPr lvl="2" algn="just"/>
            <a:r>
              <a:rPr lang="en-US" sz="1600" noProof="0">
                <a:ea typeface="Times New Roman" panose="02020603050405020304" pitchFamily="18" charset="0"/>
              </a:rPr>
              <a:t>It can help the client become aware of the emotions experienced in relation to the issue at hand.</a:t>
            </a:r>
          </a:p>
          <a:p>
            <a:pPr lvl="2" algn="just"/>
            <a:r>
              <a:rPr lang="en-US" sz="1600" noProof="0">
                <a:ea typeface="Times New Roman" panose="02020603050405020304" pitchFamily="18" charset="0"/>
              </a:rPr>
              <a:t>It can have a positive impact on the therapeutic relationship.</a:t>
            </a:r>
          </a:p>
          <a:p>
            <a:pPr lvl="1" algn="just"/>
            <a:r>
              <a:rPr lang="en-US" sz="1600" noProof="0">
                <a:ea typeface="Times New Roman" panose="02020603050405020304" pitchFamily="18" charset="0"/>
              </a:rPr>
              <a:t>When clients do not state their feelings directly, counselors may still be able to infer these feelings either from the context of a client’s communication or from the client’s nonverbal behaviors (e.g., facial expression, posture).</a:t>
            </a:r>
            <a:endParaRPr lang="en-US" sz="1600" b="1" noProof="0" dirty="0"/>
          </a:p>
        </p:txBody>
      </p:sp>
    </p:spTree>
    <p:extLst>
      <p:ext uri="{BB962C8B-B14F-4D97-AF65-F5344CB8AC3E}">
        <p14:creationId xmlns:p14="http://schemas.microsoft.com/office/powerpoint/2010/main" val="3161874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18A306-443B-4844-9884-D3E2C3B37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430D2A-93AA-410C-B1BB-98FEA2990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9A0EF52A-1A39-47D8-AA03-47A1C47BE3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83FEE19F-5EEB-4C78-9CCD-EACED2DB6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0214" y="614407"/>
            <a:ext cx="8482004"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935" y="485678"/>
            <a:ext cx="3131058"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719367" y="1113764"/>
            <a:ext cx="2452312" cy="4624327"/>
          </a:xfrm>
        </p:spPr>
        <p:txBody>
          <a:bodyPr vert="horz" lIns="91440" tIns="45720" rIns="91440" bIns="45720" rtlCol="0" anchor="ctr">
            <a:normAutofit/>
          </a:bodyPr>
          <a:lstStyle/>
          <a:p>
            <a:pPr>
              <a:spcBef>
                <a:spcPct val="0"/>
              </a:spcBef>
            </a:pPr>
            <a:r>
              <a:rPr lang="en-US" sz="2800" b="0" cap="all" noProof="0">
                <a:solidFill>
                  <a:srgbClr val="FFFFFF"/>
                </a:solidFill>
                <a:ea typeface="+mj-ea"/>
                <a:cs typeface="+mj-cs"/>
              </a:rPr>
              <a:t>Reflecting Skills (3 of 4)</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3866928" y="1113764"/>
            <a:ext cx="4581135" cy="4624327"/>
          </a:xfrm>
        </p:spPr>
        <p:txBody>
          <a:bodyPr vert="horz" lIns="91440" tIns="45720" rIns="91440" bIns="45720" rtlCol="0" anchor="ctr">
            <a:normAutofit/>
          </a:bodyPr>
          <a:lstStyle/>
          <a:p>
            <a:pPr>
              <a:lnSpc>
                <a:spcPct val="90000"/>
              </a:lnSpc>
              <a:spcAft>
                <a:spcPts val="600"/>
              </a:spcAft>
              <a:buClr>
                <a:schemeClr val="accent2"/>
              </a:buClr>
              <a:buSzPct val="92000"/>
              <a:buFont typeface="Wingdings 2" panose="05020102010507070707" pitchFamily="18" charset="2"/>
              <a:buChar char=""/>
            </a:pPr>
            <a:r>
              <a:rPr lang="en-US" sz="1500" b="1" noProof="0">
                <a:solidFill>
                  <a:schemeClr val="tx2"/>
                </a:solidFill>
                <a:ea typeface="+mn-ea"/>
                <a:cs typeface="+mn-cs"/>
              </a:rPr>
              <a:t>Summarizing</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A process through which a crisis counselor can begin to put together the key themes, feelings, and issues that the client has presented.</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By distilling the key issues and themes and reflecting this back to the client, counselors can begin to help clients make sense of what may have originally seemed to be an overwhelming and confusing experience.</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A summary not only is used to end a session or to begin a new session by recapping the previous session but also can be used periodically throughout the session, helping to keep a focus and put together the pertinent issues at hand for the client.</a:t>
            </a:r>
          </a:p>
          <a:p>
            <a:pPr lvl="1">
              <a:lnSpc>
                <a:spcPct val="90000"/>
              </a:lnSpc>
              <a:spcAft>
                <a:spcPts val="600"/>
              </a:spcAft>
              <a:buClr>
                <a:schemeClr val="accent2"/>
              </a:buClr>
              <a:buSzPct val="92000"/>
              <a:buFont typeface="Wingdings 2" panose="05020102010507070707" pitchFamily="18" charset="2"/>
              <a:buChar char=""/>
            </a:pPr>
            <a:r>
              <a:rPr lang="en-US" sz="1500" noProof="0">
                <a:solidFill>
                  <a:schemeClr val="tx2"/>
                </a:solidFill>
                <a:ea typeface="+mn-ea"/>
                <a:cs typeface="+mn-cs"/>
              </a:rPr>
              <a:t>Three types of summaries relevant to crisis intervention counseling: focusing summaries, signal summaries, and planning summaries.</a:t>
            </a:r>
          </a:p>
        </p:txBody>
      </p:sp>
    </p:spTree>
    <p:extLst>
      <p:ext uri="{BB962C8B-B14F-4D97-AF65-F5344CB8AC3E}">
        <p14:creationId xmlns:p14="http://schemas.microsoft.com/office/powerpoint/2010/main" val="1680017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Reflecting Skills </a:t>
            </a:r>
            <a:r>
              <a:rPr lang="en-US" sz="2000" b="0" noProof="0" dirty="0"/>
              <a:t>(4 of 4)</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p:txBody>
          <a:bodyPr/>
          <a:lstStyle/>
          <a:p>
            <a:pPr>
              <a:spcBef>
                <a:spcPts val="600"/>
              </a:spcBef>
            </a:pPr>
            <a:r>
              <a:rPr lang="en-US" sz="2200" b="1" noProof="0" dirty="0">
                <a:solidFill>
                  <a:schemeClr val="tx1"/>
                </a:solidFill>
                <a:ea typeface="Times New Roman" panose="02020603050405020304" pitchFamily="18" charset="0"/>
              </a:rPr>
              <a:t>Summarizing</a:t>
            </a:r>
          </a:p>
          <a:p>
            <a:pPr lvl="1"/>
            <a:r>
              <a:rPr lang="en-US" sz="2200" b="1" noProof="0" dirty="0">
                <a:solidFill>
                  <a:schemeClr val="tx1"/>
                </a:solidFill>
                <a:ea typeface="Times New Roman" panose="02020603050405020304" pitchFamily="18" charset="0"/>
              </a:rPr>
              <a:t>Focusing summaries</a:t>
            </a:r>
            <a:r>
              <a:rPr lang="en-US" sz="2200" i="1" noProof="0" dirty="0">
                <a:solidFill>
                  <a:schemeClr val="tx1"/>
                </a:solidFill>
                <a:ea typeface="Times New Roman" panose="02020603050405020304" pitchFamily="18" charset="0"/>
              </a:rPr>
              <a:t> </a:t>
            </a:r>
            <a:r>
              <a:rPr lang="en-US" sz="2200" noProof="0" dirty="0">
                <a:solidFill>
                  <a:schemeClr val="tx1"/>
                </a:solidFill>
                <a:ea typeface="Times New Roman" panose="02020603050405020304" pitchFamily="18" charset="0"/>
              </a:rPr>
              <a:t>are often used at the beginning of the session to pull together prior information the client has given and to provide a focus to the session.</a:t>
            </a:r>
          </a:p>
          <a:p>
            <a:pPr lvl="1"/>
            <a:r>
              <a:rPr lang="en-US" sz="2200" b="1" noProof="0" dirty="0">
                <a:solidFill>
                  <a:schemeClr val="tx1"/>
                </a:solidFill>
                <a:ea typeface="Times New Roman" panose="02020603050405020304" pitchFamily="18" charset="0"/>
              </a:rPr>
              <a:t>Signal summaries</a:t>
            </a:r>
            <a:r>
              <a:rPr lang="en-US" sz="2200" i="1" noProof="0" dirty="0">
                <a:solidFill>
                  <a:schemeClr val="tx1"/>
                </a:solidFill>
                <a:ea typeface="Times New Roman" panose="02020603050405020304" pitchFamily="18" charset="0"/>
              </a:rPr>
              <a:t> </a:t>
            </a:r>
            <a:r>
              <a:rPr lang="en-US" sz="2200" noProof="0" dirty="0">
                <a:solidFill>
                  <a:schemeClr val="tx1"/>
                </a:solidFill>
                <a:ea typeface="Times New Roman" panose="02020603050405020304" pitchFamily="18" charset="0"/>
              </a:rPr>
              <a:t>are used to signal to the client that you have captured the essence of the topic and that the session can move on to the next area of concern.</a:t>
            </a:r>
          </a:p>
          <a:p>
            <a:pPr lvl="1"/>
            <a:r>
              <a:rPr lang="en-US" sz="2200" b="1" noProof="0" dirty="0">
                <a:solidFill>
                  <a:schemeClr val="tx1"/>
                </a:solidFill>
                <a:ea typeface="Times New Roman" panose="02020603050405020304" pitchFamily="18" charset="0"/>
                <a:cs typeface="Times New Roman" panose="02020603050405020304" pitchFamily="18" charset="0"/>
              </a:rPr>
              <a:t>Planning summaries</a:t>
            </a:r>
            <a:r>
              <a:rPr lang="en-US" sz="2200" i="1" noProof="0" dirty="0">
                <a:solidFill>
                  <a:schemeClr val="tx1"/>
                </a:solidFill>
                <a:ea typeface="Times New Roman" panose="02020603050405020304" pitchFamily="18" charset="0"/>
                <a:cs typeface="Times New Roman" panose="02020603050405020304" pitchFamily="18" charset="0"/>
              </a:rPr>
              <a:t> </a:t>
            </a:r>
            <a:r>
              <a:rPr lang="en-US" sz="2200" noProof="0" dirty="0">
                <a:solidFill>
                  <a:schemeClr val="tx1"/>
                </a:solidFill>
                <a:ea typeface="Times New Roman" panose="02020603050405020304" pitchFamily="18" charset="0"/>
              </a:rPr>
              <a:t>help provide closure and are used to recap the progress, plans, and any recommendations or agreements made. They are good for ending the session on a positive note and for providing a sense of direction for the client.</a:t>
            </a:r>
          </a:p>
        </p:txBody>
      </p:sp>
    </p:spTree>
    <p:extLst>
      <p:ext uri="{BB962C8B-B14F-4D97-AF65-F5344CB8AC3E}">
        <p14:creationId xmlns:p14="http://schemas.microsoft.com/office/powerpoint/2010/main" val="3305216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a:xfrm>
            <a:off x="457200" y="206227"/>
            <a:ext cx="8229600" cy="1097279"/>
          </a:xfrm>
        </p:spPr>
        <p:txBody>
          <a:bodyPr/>
          <a:lstStyle/>
          <a:p>
            <a:r>
              <a:rPr lang="en-US" noProof="0" dirty="0"/>
              <a:t>De-Escalating Client Emotions</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47182"/>
            <a:ext cx="8229600" cy="4717473"/>
          </a:xfrm>
        </p:spPr>
        <p:txBody>
          <a:bodyPr/>
          <a:lstStyle/>
          <a:p>
            <a:pPr>
              <a:spcBef>
                <a:spcPts val="600"/>
              </a:spcBef>
            </a:pPr>
            <a:r>
              <a:rPr lang="en-US" sz="2200" noProof="0" dirty="0">
                <a:solidFill>
                  <a:schemeClr val="tx1"/>
                </a:solidFill>
                <a:ea typeface="Times New Roman" panose="02020603050405020304" pitchFamily="18" charset="0"/>
              </a:rPr>
              <a:t>There are four primary objectives when counseling agitated clients: safety, client emotion management to regain control, avoidance of physical restraint, and avoidance of escalating coercive interventions.</a:t>
            </a:r>
          </a:p>
          <a:p>
            <a:pPr>
              <a:spcBef>
                <a:spcPts val="600"/>
              </a:spcBef>
            </a:pPr>
            <a:r>
              <a:rPr lang="en-US" sz="2200" noProof="0" dirty="0">
                <a:solidFill>
                  <a:schemeClr val="tx1"/>
                </a:solidFill>
                <a:ea typeface="Times New Roman" panose="02020603050405020304" pitchFamily="18" charset="0"/>
              </a:rPr>
              <a:t>Richmond et al. reviewed the literature on verbal de-escalation of agitated patients and suggested the following guidelines for environment, people, and preparedness:</a:t>
            </a:r>
          </a:p>
          <a:p>
            <a:pPr marL="741600" lvl="1"/>
            <a:r>
              <a:rPr lang="en-US" sz="2200" noProof="0" dirty="0">
                <a:solidFill>
                  <a:schemeClr val="tx1"/>
                </a:solidFill>
                <a:ea typeface="Times New Roman" panose="02020603050405020304" pitchFamily="18" charset="0"/>
              </a:rPr>
              <a:t>Physical space should be designed for safety.</a:t>
            </a:r>
          </a:p>
          <a:p>
            <a:pPr marL="741600" lvl="1"/>
            <a:r>
              <a:rPr lang="en-US" sz="2200" noProof="0" dirty="0">
                <a:solidFill>
                  <a:schemeClr val="tx1"/>
                </a:solidFill>
                <a:ea typeface="Times New Roman" panose="02020603050405020304" pitchFamily="18" charset="0"/>
              </a:rPr>
              <a:t>Staff should be appropriate for the job.</a:t>
            </a:r>
          </a:p>
          <a:p>
            <a:pPr marL="741600" lvl="1"/>
            <a:r>
              <a:rPr lang="en-US" sz="2200" noProof="0" dirty="0">
                <a:solidFill>
                  <a:schemeClr val="tx1"/>
                </a:solidFill>
                <a:ea typeface="Times New Roman" panose="02020603050405020304" pitchFamily="18" charset="0"/>
              </a:rPr>
              <a:t>Staff must be adequately trained.</a:t>
            </a:r>
          </a:p>
          <a:p>
            <a:pPr marL="741600" lvl="1"/>
            <a:r>
              <a:rPr lang="en-US" sz="2200" noProof="0" dirty="0">
                <a:solidFill>
                  <a:schemeClr val="tx1"/>
                </a:solidFill>
                <a:ea typeface="Times New Roman" panose="02020603050405020304" pitchFamily="18" charset="0"/>
              </a:rPr>
              <a:t>An adequate number of trained staff must be available.</a:t>
            </a:r>
          </a:p>
          <a:p>
            <a:pPr marL="741600" lvl="1"/>
            <a:r>
              <a:rPr lang="en-US" sz="2200" noProof="0" dirty="0">
                <a:solidFill>
                  <a:schemeClr val="tx1"/>
                </a:solidFill>
                <a:ea typeface="Times New Roman" panose="02020603050405020304" pitchFamily="18" charset="0"/>
              </a:rPr>
              <a:t>Objective scales should be used to assess agitation.</a:t>
            </a:r>
            <a:endParaRPr lang="en-US" sz="2200" b="1" noProof="0" dirty="0">
              <a:solidFill>
                <a:schemeClr val="tx1"/>
              </a:solidFill>
            </a:endParaRPr>
          </a:p>
        </p:txBody>
      </p:sp>
    </p:spTree>
    <p:extLst>
      <p:ext uri="{BB962C8B-B14F-4D97-AF65-F5344CB8AC3E}">
        <p14:creationId xmlns:p14="http://schemas.microsoft.com/office/powerpoint/2010/main" val="1198026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4 Types of Aggression </a:t>
            </a:r>
            <a:r>
              <a:rPr lang="en-US" sz="2000" b="0" noProof="0" dirty="0"/>
              <a:t>(1 of 2)</a:t>
            </a:r>
          </a:p>
        </p:txBody>
      </p:sp>
      <p:sp>
        <p:nvSpPr>
          <p:cNvPr id="2" name="Content Placeholder 1"/>
          <p:cNvSpPr>
            <a:spLocks noGrp="1"/>
          </p:cNvSpPr>
          <p:nvPr>
            <p:ph sz="quarter" idx="13"/>
          </p:nvPr>
        </p:nvSpPr>
        <p:spPr>
          <a:xfrm>
            <a:off x="457200" y="1552575"/>
            <a:ext cx="8229600" cy="739363"/>
          </a:xfrm>
        </p:spPr>
        <p:txBody>
          <a:bodyPr/>
          <a:lstStyle/>
          <a:p>
            <a:pPr>
              <a:spcBef>
                <a:spcPts val="600"/>
              </a:spcBef>
            </a:pPr>
            <a:r>
              <a:rPr lang="en-US" sz="2000" noProof="0" dirty="0">
                <a:ea typeface="Times New Roman" panose="02020603050405020304" pitchFamily="18" charset="0"/>
              </a:rPr>
              <a:t>Richmond et al. summarized four different types of aggression and suggested that each type required a different style of intervention:</a:t>
            </a:r>
          </a:p>
        </p:txBody>
      </p:sp>
      <p:sp>
        <p:nvSpPr>
          <p:cNvPr id="4" name="Content Placeholder 3"/>
          <p:cNvSpPr>
            <a:spLocks noGrp="1"/>
          </p:cNvSpPr>
          <p:nvPr>
            <p:ph sz="quarter" idx="14"/>
          </p:nvPr>
        </p:nvSpPr>
        <p:spPr>
          <a:xfrm>
            <a:off x="457200" y="2351316"/>
            <a:ext cx="8218488" cy="748145"/>
          </a:xfrm>
        </p:spPr>
        <p:txBody>
          <a:bodyPr/>
          <a:lstStyle/>
          <a:p>
            <a:pPr marL="432000" indent="-432000">
              <a:spcBef>
                <a:spcPts val="600"/>
              </a:spcBef>
              <a:buFont typeface="+mj-lt"/>
              <a:buAutoNum type="arabicPeriod"/>
            </a:pPr>
            <a:r>
              <a:rPr lang="en-US" sz="2000" b="1" noProof="0" dirty="0">
                <a:solidFill>
                  <a:schemeClr val="tx1"/>
                </a:solidFill>
                <a:ea typeface="Times New Roman" panose="02020603050405020304" pitchFamily="18" charset="0"/>
              </a:rPr>
              <a:t>Instrumental aggression</a:t>
            </a:r>
            <a:r>
              <a:rPr lang="en-US" sz="2000" b="1" noProof="0" dirty="0">
                <a:solidFill>
                  <a:schemeClr val="tx1"/>
                </a:solidFill>
                <a:ea typeface="Times New Roman" panose="02020603050405020304" pitchFamily="18" charset="0"/>
                <a:cs typeface="Arial" panose="020B0604020202020204" pitchFamily="34" charset="0"/>
              </a:rPr>
              <a:t>—</a:t>
            </a:r>
            <a:r>
              <a:rPr lang="en-US" sz="2000" b="1" noProof="0" dirty="0">
                <a:solidFill>
                  <a:schemeClr val="tx1"/>
                </a:solidFill>
                <a:ea typeface="Times New Roman" panose="02020603050405020304" pitchFamily="18" charset="0"/>
              </a:rPr>
              <a:t>used by people who have learned that they can </a:t>
            </a:r>
            <a:r>
              <a:rPr lang="en-US" sz="2000" noProof="0" dirty="0">
                <a:solidFill>
                  <a:schemeClr val="tx1"/>
                </a:solidFill>
                <a:ea typeface="Times New Roman" panose="02020603050405020304" pitchFamily="18" charset="0"/>
              </a:rPr>
              <a:t>get their way through threats or actual violence.</a:t>
            </a:r>
          </a:p>
        </p:txBody>
      </p:sp>
      <p:sp>
        <p:nvSpPr>
          <p:cNvPr id="5" name="Content Placeholder 4"/>
          <p:cNvSpPr>
            <a:spLocks noGrp="1"/>
          </p:cNvSpPr>
          <p:nvPr>
            <p:ph sz="quarter" idx="15"/>
          </p:nvPr>
        </p:nvSpPr>
        <p:spPr>
          <a:xfrm>
            <a:off x="457200" y="3158839"/>
            <a:ext cx="8229600" cy="736267"/>
          </a:xfrm>
        </p:spPr>
        <p:txBody>
          <a:bodyPr/>
          <a:lstStyle/>
          <a:p>
            <a:pPr lvl="1"/>
            <a:r>
              <a:rPr lang="en-US" sz="2000" noProof="0" dirty="0">
                <a:solidFill>
                  <a:schemeClr val="tx1"/>
                </a:solidFill>
                <a:ea typeface="Times New Roman" panose="02020603050405020304" pitchFamily="18" charset="0"/>
              </a:rPr>
              <a:t>If a client makes an overt threat, unspecified counteroffers should be used.</a:t>
            </a:r>
          </a:p>
        </p:txBody>
      </p:sp>
      <p:sp>
        <p:nvSpPr>
          <p:cNvPr id="7" name="Content Placeholder 6"/>
          <p:cNvSpPr>
            <a:spLocks noGrp="1"/>
          </p:cNvSpPr>
          <p:nvPr>
            <p:ph sz="quarter" idx="16"/>
          </p:nvPr>
        </p:nvSpPr>
        <p:spPr>
          <a:xfrm>
            <a:off x="457200" y="3954484"/>
            <a:ext cx="8218488" cy="748145"/>
          </a:xfrm>
        </p:spPr>
        <p:txBody>
          <a:bodyPr/>
          <a:lstStyle/>
          <a:p>
            <a:pPr marL="457200" indent="-457200">
              <a:spcBef>
                <a:spcPts val="600"/>
              </a:spcBef>
              <a:buFont typeface="+mj-lt"/>
              <a:buAutoNum type="arabicPeriod" startAt="2"/>
            </a:pPr>
            <a:r>
              <a:rPr lang="en-US" sz="2000" b="1" noProof="0" dirty="0">
                <a:solidFill>
                  <a:schemeClr val="tx1"/>
                </a:solidFill>
                <a:ea typeface="Times New Roman" panose="02020603050405020304" pitchFamily="18" charset="0"/>
              </a:rPr>
              <a:t>Fear-driven aggression</a:t>
            </a:r>
            <a:r>
              <a:rPr lang="en-US" sz="2000" noProof="0" dirty="0">
                <a:solidFill>
                  <a:schemeClr val="tx1"/>
                </a:solidFill>
                <a:ea typeface="Times New Roman" panose="02020603050405020304" pitchFamily="18" charset="0"/>
                <a:cs typeface="Arial" panose="020B0604020202020204" pitchFamily="34" charset="0"/>
              </a:rPr>
              <a:t>—</a:t>
            </a:r>
            <a:r>
              <a:rPr lang="en-US" sz="2000" noProof="0" dirty="0">
                <a:solidFill>
                  <a:schemeClr val="tx1"/>
                </a:solidFill>
                <a:ea typeface="Times New Roman" panose="02020603050405020304" pitchFamily="18" charset="0"/>
              </a:rPr>
              <a:t>the client is on the defensive and may behave aggressively to protect against being hurt.</a:t>
            </a:r>
          </a:p>
        </p:txBody>
      </p:sp>
      <p:sp>
        <p:nvSpPr>
          <p:cNvPr id="8" name="Content Placeholder 7"/>
          <p:cNvSpPr>
            <a:spLocks noGrp="1"/>
          </p:cNvSpPr>
          <p:nvPr>
            <p:ph sz="quarter" idx="17"/>
          </p:nvPr>
        </p:nvSpPr>
        <p:spPr>
          <a:xfrm>
            <a:off x="457200" y="4762007"/>
            <a:ext cx="8218488" cy="1389410"/>
          </a:xfrm>
        </p:spPr>
        <p:txBody>
          <a:bodyPr/>
          <a:lstStyle/>
          <a:p>
            <a:pPr lvl="1"/>
            <a:r>
              <a:rPr lang="en-US" sz="2000" noProof="0" dirty="0">
                <a:solidFill>
                  <a:schemeClr val="tx1"/>
                </a:solidFill>
                <a:ea typeface="Times New Roman" panose="02020603050405020304" pitchFamily="18" charset="0"/>
              </a:rPr>
              <a:t>The counselor should give the client plenty of personal space and match the client’s pace and rhythm until the client is fully focusing on the content of the discussion rather than the internal state of fear.</a:t>
            </a:r>
          </a:p>
        </p:txBody>
      </p:sp>
    </p:spTree>
    <p:extLst>
      <p:ext uri="{BB962C8B-B14F-4D97-AF65-F5344CB8AC3E}">
        <p14:creationId xmlns:p14="http://schemas.microsoft.com/office/powerpoint/2010/main" val="3408456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Types of Aggression </a:t>
            </a:r>
            <a:r>
              <a:rPr lang="en-US" sz="2000" b="0" noProof="0" dirty="0"/>
              <a:t>(2 of 2)</a:t>
            </a:r>
          </a:p>
        </p:txBody>
      </p:sp>
      <p:sp>
        <p:nvSpPr>
          <p:cNvPr id="2" name="Content Placeholder 1"/>
          <p:cNvSpPr>
            <a:spLocks noGrp="1"/>
          </p:cNvSpPr>
          <p:nvPr>
            <p:ph sz="quarter" idx="13"/>
          </p:nvPr>
        </p:nvSpPr>
        <p:spPr>
          <a:xfrm>
            <a:off x="457200" y="1552575"/>
            <a:ext cx="8218488" cy="1226252"/>
          </a:xfrm>
        </p:spPr>
        <p:txBody>
          <a:bodyPr/>
          <a:lstStyle/>
          <a:p>
            <a:pPr marL="432000" indent="-432000">
              <a:spcBef>
                <a:spcPts val="600"/>
              </a:spcBef>
              <a:buFont typeface="+mj-lt"/>
              <a:buAutoNum type="arabicPeriod" startAt="3"/>
            </a:pPr>
            <a:r>
              <a:rPr lang="en-US" sz="1800" b="1" noProof="0" dirty="0">
                <a:solidFill>
                  <a:schemeClr val="tx1"/>
                </a:solidFill>
                <a:ea typeface="Times New Roman" panose="02020603050405020304" pitchFamily="18" charset="0"/>
              </a:rPr>
              <a:t>Irritable aggression </a:t>
            </a:r>
            <a:r>
              <a:rPr lang="en-US" sz="1800" noProof="0" dirty="0">
                <a:solidFill>
                  <a:schemeClr val="tx1"/>
                </a:solidFill>
                <a:ea typeface="Times New Roman" panose="02020603050405020304" pitchFamily="18" charset="0"/>
              </a:rPr>
              <a:t>based on boundary violations</a:t>
            </a:r>
            <a:r>
              <a:rPr lang="en-US" sz="1800" noProof="0" dirty="0">
                <a:solidFill>
                  <a:schemeClr val="tx1"/>
                </a:solidFill>
                <a:ea typeface="Times New Roman" panose="02020603050405020304" pitchFamily="18" charset="0"/>
                <a:cs typeface="Arial" panose="020B0604020202020204" pitchFamily="34" charset="0"/>
              </a:rPr>
              <a:t>—</a:t>
            </a:r>
            <a:r>
              <a:rPr lang="en-US" sz="1800" noProof="0" dirty="0">
                <a:solidFill>
                  <a:schemeClr val="tx1"/>
                </a:solidFill>
                <a:ea typeface="Times New Roman" panose="02020603050405020304" pitchFamily="18" charset="0"/>
              </a:rPr>
              <a:t>usually displayed by individuals who have experienced some humiliation or interpersonal violation and are trying to put their world back into some semblance of order.</a:t>
            </a:r>
          </a:p>
        </p:txBody>
      </p:sp>
      <p:sp>
        <p:nvSpPr>
          <p:cNvPr id="4" name="Content Placeholder 3"/>
          <p:cNvSpPr>
            <a:spLocks noGrp="1"/>
          </p:cNvSpPr>
          <p:nvPr>
            <p:ph sz="quarter" idx="14"/>
          </p:nvPr>
        </p:nvSpPr>
        <p:spPr>
          <a:xfrm>
            <a:off x="457200" y="2838205"/>
            <a:ext cx="8218488" cy="961900"/>
          </a:xfrm>
        </p:spPr>
        <p:txBody>
          <a:bodyPr/>
          <a:lstStyle/>
          <a:p>
            <a:pPr lvl="1"/>
            <a:r>
              <a:rPr lang="en-US" sz="1800" noProof="0" dirty="0">
                <a:solidFill>
                  <a:schemeClr val="tx1"/>
                </a:solidFill>
                <a:ea typeface="Times New Roman" panose="02020603050405020304" pitchFamily="18" charset="0"/>
              </a:rPr>
              <a:t>The best approach is to agree with the client that anger is a justifiable emotion, in principle, but that the resolution to the problem cannot occur while enraged.</a:t>
            </a:r>
          </a:p>
        </p:txBody>
      </p:sp>
      <p:sp>
        <p:nvSpPr>
          <p:cNvPr id="5" name="Content Placeholder 4"/>
          <p:cNvSpPr>
            <a:spLocks noGrp="1"/>
          </p:cNvSpPr>
          <p:nvPr>
            <p:ph sz="quarter" idx="15"/>
          </p:nvPr>
        </p:nvSpPr>
        <p:spPr>
          <a:xfrm>
            <a:off x="457200" y="3859484"/>
            <a:ext cx="8229600" cy="688765"/>
          </a:xfrm>
        </p:spPr>
        <p:txBody>
          <a:bodyPr/>
          <a:lstStyle/>
          <a:p>
            <a:pPr marL="457200" indent="-457200">
              <a:spcBef>
                <a:spcPts val="600"/>
              </a:spcBef>
              <a:buFont typeface="+mj-lt"/>
              <a:buAutoNum type="arabicPeriod" startAt="4"/>
            </a:pPr>
            <a:r>
              <a:rPr lang="en-US" sz="1800" b="1" noProof="0" dirty="0">
                <a:solidFill>
                  <a:schemeClr val="tx1"/>
                </a:solidFill>
                <a:ea typeface="Times New Roman" panose="02020603050405020304" pitchFamily="18" charset="0"/>
              </a:rPr>
              <a:t>Irritable aggression </a:t>
            </a:r>
            <a:r>
              <a:rPr lang="en-US" sz="1800" noProof="0" dirty="0">
                <a:solidFill>
                  <a:schemeClr val="tx1"/>
                </a:solidFill>
                <a:ea typeface="Times New Roman" panose="02020603050405020304" pitchFamily="18" charset="0"/>
              </a:rPr>
              <a:t>based on chronic anger</a:t>
            </a:r>
            <a:r>
              <a:rPr lang="en-US" sz="1800" noProof="0" dirty="0">
                <a:solidFill>
                  <a:schemeClr val="tx1"/>
                </a:solidFill>
                <a:ea typeface="Times New Roman" panose="02020603050405020304" pitchFamily="18" charset="0"/>
                <a:cs typeface="Arial" panose="020B0604020202020204" pitchFamily="34" charset="0"/>
              </a:rPr>
              <a:t>—</a:t>
            </a:r>
            <a:r>
              <a:rPr lang="en-US" sz="1800" noProof="0" dirty="0">
                <a:solidFill>
                  <a:schemeClr val="tx1"/>
                </a:solidFill>
                <a:ea typeface="Times New Roman" panose="02020603050405020304" pitchFamily="18" charset="0"/>
              </a:rPr>
              <a:t>displayed by clients who are angry at the world and seem to be looking for ready excuses to “lose it.”</a:t>
            </a:r>
          </a:p>
        </p:txBody>
      </p:sp>
      <p:sp>
        <p:nvSpPr>
          <p:cNvPr id="7" name="Content Placeholder 6"/>
          <p:cNvSpPr>
            <a:spLocks noGrp="1"/>
          </p:cNvSpPr>
          <p:nvPr>
            <p:ph sz="quarter" idx="16"/>
          </p:nvPr>
        </p:nvSpPr>
        <p:spPr>
          <a:xfrm>
            <a:off x="914400" y="4696270"/>
            <a:ext cx="8229600" cy="1258782"/>
          </a:xfrm>
        </p:spPr>
        <p:txBody>
          <a:bodyPr/>
          <a:lstStyle/>
          <a:p>
            <a:pPr lvl="1"/>
            <a:r>
              <a:rPr lang="en-US" sz="1800" noProof="0" dirty="0">
                <a:solidFill>
                  <a:schemeClr val="tx1"/>
                </a:solidFill>
                <a:ea typeface="Times New Roman" panose="02020603050405020304" pitchFamily="18" charset="0"/>
              </a:rPr>
              <a:t>When interacting with an escalated, chronically aggressive client, it is essential not to appear defensive or startled, but to respond in an emotionless manner, repetitively offering choices and options for resolving or de-escalating the situation.</a:t>
            </a:r>
            <a:endParaRPr lang="en-US" sz="1700" b="1" noProof="0" dirty="0">
              <a:solidFill>
                <a:schemeClr val="tx1"/>
              </a:solidFill>
            </a:endParaRPr>
          </a:p>
        </p:txBody>
      </p:sp>
    </p:spTree>
    <p:extLst>
      <p:ext uri="{BB962C8B-B14F-4D97-AF65-F5344CB8AC3E}">
        <p14:creationId xmlns:p14="http://schemas.microsoft.com/office/powerpoint/2010/main" val="326496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Handling Aggression</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6"/>
            <a:ext cx="8229600" cy="4761347"/>
          </a:xfrm>
        </p:spPr>
        <p:txBody>
          <a:bodyPr/>
          <a:lstStyle/>
          <a:p>
            <a:pPr>
              <a:spcBef>
                <a:spcPts val="600"/>
              </a:spcBef>
            </a:pPr>
            <a:r>
              <a:rPr lang="en-US" sz="1800" noProof="0" dirty="0">
                <a:solidFill>
                  <a:schemeClr val="tx1"/>
                </a:solidFill>
                <a:ea typeface="Times New Roman" panose="02020603050405020304" pitchFamily="18" charset="0"/>
              </a:rPr>
              <a:t>Reasoning with angry, out-of-control people is not likely possible. </a:t>
            </a:r>
            <a:r>
              <a:rPr lang="en-US" sz="1800" b="1" noProof="0" dirty="0">
                <a:solidFill>
                  <a:schemeClr val="tx1"/>
                </a:solidFill>
                <a:ea typeface="Times New Roman" panose="02020603050405020304" pitchFamily="18" charset="0"/>
              </a:rPr>
              <a:t>Thus, de-escalation becomes the primary goal.</a:t>
            </a:r>
          </a:p>
          <a:p>
            <a:pPr>
              <a:spcBef>
                <a:spcPts val="600"/>
              </a:spcBef>
            </a:pPr>
            <a:r>
              <a:rPr lang="en-US" sz="1800" noProof="0" dirty="0">
                <a:solidFill>
                  <a:schemeClr val="tx1"/>
                </a:solidFill>
                <a:ea typeface="Times New Roman" panose="02020603050405020304" pitchFamily="18" charset="0"/>
              </a:rPr>
              <a:t>De-escalation requires the counselor to remain calm, even when one is frightened and angry.</a:t>
            </a:r>
            <a:endParaRPr lang="en-US" sz="1800" noProof="0" dirty="0">
              <a:solidFill>
                <a:schemeClr val="tx1"/>
              </a:solidFill>
            </a:endParaRPr>
          </a:p>
          <a:p>
            <a:pPr>
              <a:spcBef>
                <a:spcPts val="600"/>
              </a:spcBef>
            </a:pPr>
            <a:r>
              <a:rPr lang="en-US" sz="1800" noProof="0" dirty="0">
                <a:solidFill>
                  <a:schemeClr val="tx1"/>
                </a:solidFill>
                <a:ea typeface="Times New Roman" panose="02020603050405020304" pitchFamily="18" charset="0"/>
              </a:rPr>
              <a:t>Recommendations on a practitioner’s physical stance and verbal interventions when faced with an aggressive client include:</a:t>
            </a:r>
          </a:p>
          <a:p>
            <a:pPr lvl="1"/>
            <a:r>
              <a:rPr lang="en-US" sz="1800" b="1" noProof="0" dirty="0">
                <a:solidFill>
                  <a:schemeClr val="tx1"/>
                </a:solidFill>
                <a:ea typeface="Times New Roman" panose="02020603050405020304" pitchFamily="18" charset="0"/>
              </a:rPr>
              <a:t>Physical stance:</a:t>
            </a:r>
          </a:p>
          <a:p>
            <a:pPr lvl="2"/>
            <a:r>
              <a:rPr lang="en-US" sz="1800" noProof="0" dirty="0">
                <a:solidFill>
                  <a:schemeClr val="tx1"/>
                </a:solidFill>
                <a:ea typeface="Times New Roman" panose="02020603050405020304" pitchFamily="18" charset="0"/>
              </a:rPr>
              <a:t>Never turn your back</a:t>
            </a:r>
          </a:p>
          <a:p>
            <a:pPr lvl="2"/>
            <a:r>
              <a:rPr lang="en-US" sz="1800" noProof="0" dirty="0">
                <a:solidFill>
                  <a:schemeClr val="tx1"/>
                </a:solidFill>
                <a:ea typeface="Times New Roman" panose="02020603050405020304" pitchFamily="18" charset="0"/>
              </a:rPr>
              <a:t>Always be at the same level</a:t>
            </a:r>
          </a:p>
          <a:p>
            <a:pPr lvl="2"/>
            <a:r>
              <a:rPr lang="en-US" sz="1800" noProof="0" dirty="0">
                <a:solidFill>
                  <a:schemeClr val="tx1"/>
                </a:solidFill>
                <a:ea typeface="Times New Roman" panose="02020603050405020304" pitchFamily="18" charset="0"/>
              </a:rPr>
              <a:t>Allow extra physical space</a:t>
            </a:r>
          </a:p>
          <a:p>
            <a:pPr lvl="1"/>
            <a:r>
              <a:rPr lang="en-US" sz="1800" b="1" noProof="0" dirty="0">
                <a:solidFill>
                  <a:schemeClr val="tx1"/>
                </a:solidFill>
                <a:ea typeface="Times New Roman" panose="02020603050405020304" pitchFamily="18" charset="0"/>
              </a:rPr>
              <a:t>Verbal de-escalation instances:</a:t>
            </a:r>
          </a:p>
          <a:p>
            <a:pPr lvl="2"/>
            <a:r>
              <a:rPr lang="en-US" sz="1800" noProof="0" dirty="0">
                <a:solidFill>
                  <a:schemeClr val="tx1"/>
                </a:solidFill>
                <a:ea typeface="Times New Roman" panose="02020603050405020304" pitchFamily="18" charset="0"/>
              </a:rPr>
              <a:t>Calmly bring the level of arousal down</a:t>
            </a:r>
          </a:p>
          <a:p>
            <a:pPr lvl="2"/>
            <a:r>
              <a:rPr lang="en-US" sz="1800" noProof="0" dirty="0">
                <a:solidFill>
                  <a:schemeClr val="tx1"/>
                </a:solidFill>
                <a:ea typeface="Times New Roman" panose="02020603050405020304" pitchFamily="18" charset="0"/>
              </a:rPr>
              <a:t>Empathize with feelings but not with the behavior</a:t>
            </a:r>
          </a:p>
          <a:p>
            <a:pPr lvl="2"/>
            <a:r>
              <a:rPr lang="en-US" sz="1800" noProof="0" dirty="0">
                <a:solidFill>
                  <a:schemeClr val="tx1"/>
                </a:solidFill>
                <a:ea typeface="Times New Roman" panose="02020603050405020304" pitchFamily="18" charset="0"/>
              </a:rPr>
              <a:t>Suggest alternative behaviors where appropriate</a:t>
            </a:r>
          </a:p>
        </p:txBody>
      </p:sp>
    </p:spTree>
    <p:extLst>
      <p:ext uri="{BB962C8B-B14F-4D97-AF65-F5344CB8AC3E}">
        <p14:creationId xmlns:p14="http://schemas.microsoft.com/office/powerpoint/2010/main" val="311277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D81D9B5-B3AD-C56A-7714-EA8E7E9498E7}"/>
              </a:ext>
            </a:extLst>
          </p:cNvPr>
          <p:cNvSpPr>
            <a:spLocks noGrp="1"/>
          </p:cNvSpPr>
          <p:nvPr>
            <p:ph type="title"/>
          </p:nvPr>
        </p:nvSpPr>
        <p:spPr/>
        <p:txBody>
          <a:bodyPr/>
          <a:lstStyle/>
          <a:p>
            <a:r>
              <a:rPr lang="en-US" noProof="0" dirty="0"/>
              <a:t>Defusing Through Reflection</a:t>
            </a:r>
          </a:p>
        </p:txBody>
      </p:sp>
      <p:sp>
        <p:nvSpPr>
          <p:cNvPr id="3" name="Content Placeholder 2">
            <a:extLst>
              <a:ext uri="{FF2B5EF4-FFF2-40B4-BE49-F238E27FC236}">
                <a16:creationId xmlns:a16="http://schemas.microsoft.com/office/drawing/2014/main" id="{3E735150-9828-4453-F8F1-B7371D749792}"/>
              </a:ext>
            </a:extLst>
          </p:cNvPr>
          <p:cNvSpPr>
            <a:spLocks noGrp="1"/>
          </p:cNvSpPr>
          <p:nvPr>
            <p:ph sz="quarter" idx="13"/>
          </p:nvPr>
        </p:nvSpPr>
        <p:spPr>
          <a:xfrm>
            <a:off x="457200" y="1556327"/>
            <a:ext cx="7428016" cy="4586896"/>
          </a:xfrm>
        </p:spPr>
        <p:txBody>
          <a:bodyPr/>
          <a:lstStyle/>
          <a:p>
            <a:pPr>
              <a:spcBef>
                <a:spcPts val="600"/>
              </a:spcBef>
            </a:pPr>
            <a:r>
              <a:rPr lang="en-US" sz="2000" noProof="0" dirty="0">
                <a:ea typeface="Times New Roman" panose="02020603050405020304" pitchFamily="18" charset="0"/>
              </a:rPr>
              <a:t>When reflecting feelings, a useful way to help defuse a client in an emotional crisis state is to also reflect the client’s stated, or unstated, need or goal that is implied within the context of their narrative.</a:t>
            </a:r>
          </a:p>
          <a:p>
            <a:pPr lvl="1"/>
            <a:r>
              <a:rPr lang="en-US" sz="2000" noProof="0" dirty="0">
                <a:ea typeface="Times New Roman" panose="02020603050405020304" pitchFamily="18" charset="0"/>
              </a:rPr>
              <a:t>Because of the interpretive aspects, checking for accuracy is also important with this skill.</a:t>
            </a:r>
          </a:p>
          <a:p>
            <a:pPr>
              <a:spcBef>
                <a:spcPts val="600"/>
              </a:spcBef>
            </a:pPr>
            <a:r>
              <a:rPr lang="en-US" sz="2000" noProof="0" dirty="0">
                <a:ea typeface="Times New Roman" panose="02020603050405020304" pitchFamily="18" charset="0"/>
              </a:rPr>
              <a:t>The formula for this would be: “You feel     </a:t>
            </a:r>
            <a:r>
              <a:rPr lang="en-US" sz="1600" dirty="0">
                <a:ea typeface="Times New Roman" panose="02020603050405020304" pitchFamily="18" charset="0"/>
              </a:rPr>
              <a:t>                   </a:t>
            </a:r>
            <a:r>
              <a:rPr lang="en-US" sz="2000" noProof="0" dirty="0">
                <a:ea typeface="Times New Roman" panose="02020603050405020304" pitchFamily="18" charset="0"/>
              </a:rPr>
              <a:t>because </a:t>
            </a:r>
            <a:r>
              <a:rPr lang="en-US" sz="1600" dirty="0">
                <a:ea typeface="Times New Roman" panose="02020603050405020304" pitchFamily="18" charset="0"/>
              </a:rPr>
              <a:t>                                                                             </a:t>
            </a:r>
            <a:r>
              <a:rPr lang="en-US" sz="2000" noProof="0" dirty="0">
                <a:ea typeface="Times New Roman" panose="02020603050405020304" pitchFamily="18" charset="0"/>
              </a:rPr>
              <a:t>                and you want (or need)                    .”</a:t>
            </a:r>
          </a:p>
          <a:p>
            <a:pPr>
              <a:spcBef>
                <a:spcPts val="600"/>
              </a:spcBef>
            </a:pPr>
            <a:r>
              <a:rPr lang="en-US" sz="2000" noProof="0" dirty="0">
                <a:solidFill>
                  <a:srgbClr val="000000"/>
                </a:solidFill>
                <a:ea typeface="Times New Roman" panose="02020603050405020304" pitchFamily="18" charset="0"/>
              </a:rPr>
              <a:t>De-escalation is about transferring calmness to the client and showing genuine interest in what the client has to say.</a:t>
            </a:r>
          </a:p>
          <a:p>
            <a:pPr>
              <a:spcBef>
                <a:spcPts val="600"/>
              </a:spcBef>
            </a:pPr>
            <a:r>
              <a:rPr lang="en-US" sz="2000" noProof="0" dirty="0">
                <a:solidFill>
                  <a:srgbClr val="000000"/>
                </a:solidFill>
                <a:ea typeface="Times New Roman" panose="02020603050405020304" pitchFamily="18" charset="0"/>
              </a:rPr>
              <a:t>Be respectful, set clear limits, and trust that you have supplied the conditions that allow the client to want to respond positively.</a:t>
            </a:r>
            <a:endParaRPr lang="en-US" sz="2000" b="1" noProof="0" dirty="0"/>
          </a:p>
        </p:txBody>
      </p:sp>
      <p:cxnSp>
        <p:nvCxnSpPr>
          <p:cNvPr id="4" name="Straight Connector 3">
            <a:extLst>
              <a:ext uri="{C183D7F6-B498-43B3-948B-1728B52AA6E4}">
                <adec:decorative xmlns:adec="http://schemas.microsoft.com/office/drawing/2017/decorative" val="1"/>
              </a:ext>
            </a:extLst>
          </p:cNvPr>
          <p:cNvCxnSpPr/>
          <p:nvPr/>
        </p:nvCxnSpPr>
        <p:spPr>
          <a:xfrm>
            <a:off x="4967131" y="4074468"/>
            <a:ext cx="1234823" cy="0"/>
          </a:xfrm>
          <a:prstGeom prst="line">
            <a:avLst/>
          </a:prstGeom>
          <a:ln w="19050"/>
        </p:spPr>
        <p:style>
          <a:lnRef idx="2">
            <a:schemeClr val="dk1"/>
          </a:lnRef>
          <a:fillRef idx="0">
            <a:schemeClr val="dk1"/>
          </a:fillRef>
          <a:effectRef idx="1">
            <a:schemeClr val="dk1"/>
          </a:effectRef>
          <a:fontRef idx="minor">
            <a:schemeClr val="tx1"/>
          </a:fontRef>
        </p:style>
      </p:cxnSp>
      <p:cxnSp>
        <p:nvCxnSpPr>
          <p:cNvPr id="9" name="Straight Connector 8">
            <a:extLst>
              <a:ext uri="{C183D7F6-B498-43B3-948B-1728B52AA6E4}">
                <adec:decorative xmlns:adec="http://schemas.microsoft.com/office/drawing/2017/decorative" val="1"/>
              </a:ext>
            </a:extLst>
          </p:cNvPr>
          <p:cNvCxnSpPr/>
          <p:nvPr/>
        </p:nvCxnSpPr>
        <p:spPr>
          <a:xfrm>
            <a:off x="7267804" y="4074468"/>
            <a:ext cx="1234823" cy="0"/>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Straight Connector 9">
            <a:extLst>
              <a:ext uri="{C183D7F6-B498-43B3-948B-1728B52AA6E4}">
                <adec:decorative xmlns:adec="http://schemas.microsoft.com/office/drawing/2017/decorative" val="1"/>
              </a:ext>
            </a:extLst>
          </p:cNvPr>
          <p:cNvCxnSpPr/>
          <p:nvPr/>
        </p:nvCxnSpPr>
        <p:spPr>
          <a:xfrm>
            <a:off x="3433156" y="4394725"/>
            <a:ext cx="1234823" cy="0"/>
          </a:xfrm>
          <a:prstGeom prst="line">
            <a:avLst/>
          </a:prstGeom>
          <a:ln w="1905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20639431"/>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65359"/>
      </a:accent1>
      <a:accent2>
        <a:srgbClr val="ED8428"/>
      </a:accent2>
      <a:accent3>
        <a:srgbClr val="E6C46D"/>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150014</TotalTime>
  <Words>2414</Words>
  <Application>Microsoft Office PowerPoint</Application>
  <PresentationFormat>On-screen Show (4:3)</PresentationFormat>
  <Paragraphs>158</Paragraphs>
  <Slides>27</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27</vt:i4>
      </vt:variant>
    </vt:vector>
  </HeadingPairs>
  <TitlesOfParts>
    <vt:vector size="35" baseType="lpstr">
      <vt:lpstr>Gill Sans MT</vt:lpstr>
      <vt:lpstr>Arial</vt:lpstr>
      <vt:lpstr>Verdana</vt:lpstr>
      <vt:lpstr>Times New Roman</vt:lpstr>
      <vt:lpstr>Noto Sans Symbols</vt:lpstr>
      <vt:lpstr>Wingdings 2</vt:lpstr>
      <vt:lpstr>USHE</vt:lpstr>
      <vt:lpstr>Dividend</vt:lpstr>
      <vt:lpstr>Crisis Assessment, Intervention, and Prevention</vt:lpstr>
      <vt:lpstr>Essential Crisis Intervention Microskills (1 of 2)</vt:lpstr>
      <vt:lpstr>Essential Crisis Intervention Microskills (2 of 2)</vt:lpstr>
      <vt:lpstr>Attending Skills and the Solar Framework</vt:lpstr>
      <vt:lpstr>How would you use these skills?</vt:lpstr>
      <vt:lpstr>Eye Contact</vt:lpstr>
      <vt:lpstr>Body Position</vt:lpstr>
      <vt:lpstr>Vocal Tone</vt:lpstr>
      <vt:lpstr>Silence</vt:lpstr>
      <vt:lpstr>SOLER- a framework to show presence</vt:lpstr>
      <vt:lpstr>The Basic Listening Sequence</vt:lpstr>
      <vt:lpstr>Counseling Skills</vt:lpstr>
      <vt:lpstr>Skills Review</vt:lpstr>
      <vt:lpstr>Questions</vt:lpstr>
      <vt:lpstr>Asking Open and Closed Questions (1 of 3)</vt:lpstr>
      <vt:lpstr>Asking Open and Closed Questions (2 of 3)</vt:lpstr>
      <vt:lpstr>Asking Open and Closed Questions (3 of 3)</vt:lpstr>
      <vt:lpstr>Reflections</vt:lpstr>
      <vt:lpstr>Reflecting Skills (1 of 4)</vt:lpstr>
      <vt:lpstr>Reflecting Skills (2 of 4)</vt:lpstr>
      <vt:lpstr>Reflecting Skills (3 of 4)</vt:lpstr>
      <vt:lpstr>Reflecting Skills (4 of 4)</vt:lpstr>
      <vt:lpstr>De-Escalating Client Emotions</vt:lpstr>
      <vt:lpstr>4 Types of Aggression (1 of 2)</vt:lpstr>
      <vt:lpstr>Types of Aggression (2 of 2)</vt:lpstr>
      <vt:lpstr>Handling Aggression</vt:lpstr>
      <vt:lpstr>Defusing Through Reflection</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Assessment, Intervention, and Prevention, Fourth Edition, Chapter 4, Essential Crisis Intervention Skills</dc:title>
  <dc:subject>TED</dc:subject>
  <dc:creator>Jackson-Cherry/Erford</dc:creator>
  <cp:keywords>Crisis Assessment, Intervention, and Prevention</cp:keywords>
  <dc:description/>
  <cp:lastModifiedBy>Esther McCartney</cp:lastModifiedBy>
  <cp:revision>1072</cp:revision>
  <dcterms:modified xsi:type="dcterms:W3CDTF">2026-02-06T00:14:23Z</dcterms:modified>
</cp:coreProperties>
</file>