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703" r:id="rId2"/>
  </p:sldMasterIdLst>
  <p:notesMasterIdLst>
    <p:notesMasterId r:id="rId31"/>
  </p:notesMasterIdLst>
  <p:handoutMasterIdLst>
    <p:handoutMasterId r:id="rId32"/>
  </p:handoutMasterIdLst>
  <p:sldIdLst>
    <p:sldId id="451" r:id="rId3"/>
    <p:sldId id="331" r:id="rId4"/>
    <p:sldId id="468" r:id="rId5"/>
    <p:sldId id="490" r:id="rId6"/>
    <p:sldId id="469" r:id="rId7"/>
    <p:sldId id="470" r:id="rId8"/>
    <p:sldId id="471" r:id="rId9"/>
    <p:sldId id="472" r:id="rId10"/>
    <p:sldId id="493" r:id="rId11"/>
    <p:sldId id="473" r:id="rId12"/>
    <p:sldId id="494" r:id="rId13"/>
    <p:sldId id="474" r:id="rId14"/>
    <p:sldId id="491" r:id="rId15"/>
    <p:sldId id="492" r:id="rId16"/>
    <p:sldId id="476" r:id="rId17"/>
    <p:sldId id="477" r:id="rId18"/>
    <p:sldId id="478" r:id="rId19"/>
    <p:sldId id="479" r:id="rId20"/>
    <p:sldId id="480" r:id="rId21"/>
    <p:sldId id="481" r:id="rId22"/>
    <p:sldId id="482" r:id="rId23"/>
    <p:sldId id="483" r:id="rId24"/>
    <p:sldId id="484" r:id="rId25"/>
    <p:sldId id="485" r:id="rId26"/>
    <p:sldId id="486" r:id="rId27"/>
    <p:sldId id="487" r:id="rId28"/>
    <p:sldId id="488" r:id="rId29"/>
    <p:sldId id="489" r:id="rId30"/>
  </p:sldIdLst>
  <p:sldSz cx="9144000" cy="6858000" type="screen4x3"/>
  <p:notesSz cx="6858000" cy="9144000"/>
  <p:embeddedFontLst>
    <p:embeddedFont>
      <p:font typeface="Century Gothic" panose="020B0502020202020204" pitchFamily="34" charset="0"/>
      <p:regular r:id="rId33"/>
      <p:bold r:id="rId34"/>
      <p:italic r:id="rId35"/>
      <p:boldItalic r:id="rId36"/>
    </p:embeddedFont>
    <p:embeddedFont>
      <p:font typeface="Noto Sans Symbols" panose="020B0604020202020204" charset="0"/>
      <p:regular r:id="rId37"/>
      <p:bold r:id="rId38"/>
      <p:italic r:id="rId39"/>
      <p:boldItalic r:id="rId40"/>
    </p:embeddedFont>
    <p:embeddedFont>
      <p:font typeface="Verdana" panose="020B0604030504040204" pitchFamily="34" charset="0"/>
      <p:regular r:id="rId41"/>
      <p:bold r:id="rId42"/>
      <p:italic r:id="rId43"/>
      <p:boldItalic r:id="rId44"/>
    </p:embeddedFont>
    <p:embeddedFont>
      <p:font typeface="Wingdings 3" panose="05040102010807070707" pitchFamily="18" charset="2"/>
      <p:regular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2" pos="295" userDrawn="1">
          <p15:clr>
            <a:srgbClr val="A4A3A4"/>
          </p15:clr>
        </p15:guide>
        <p15:guide id="4" orient="horz" pos="119" userDrawn="1">
          <p15:clr>
            <a:srgbClr val="A4A3A4"/>
          </p15:clr>
        </p15:guide>
        <p15:guide id="6" orient="horz" pos="981" userDrawn="1">
          <p15:clr>
            <a:srgbClr val="A4A3A4"/>
          </p15:clr>
        </p15:guide>
        <p15:guide id="9" pos="5465" userDrawn="1">
          <p15:clr>
            <a:srgbClr val="A4A3A4"/>
          </p15:clr>
        </p15:guide>
        <p15:guide id="10" orient="horz" pos="3974" userDrawn="1">
          <p15:clr>
            <a:srgbClr val="A4A3A4"/>
          </p15:clr>
        </p15:guide>
        <p15:guide id="11" orient="horz" pos="82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CB08CC-7F6F-4E47-8DEA-B7EC4F6A2CC0}" v="3" dt="2026-02-26T23:23:34.613"/>
  </p1510:revLst>
</p1510:revInfo>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4485" autoAdjust="0"/>
    <p:restoredTop sz="94343" autoAdjust="0"/>
  </p:normalViewPr>
  <p:slideViewPr>
    <p:cSldViewPr snapToGrid="0" snapToObjects="1">
      <p:cViewPr>
        <p:scale>
          <a:sx n="74" d="100"/>
          <a:sy n="74" d="100"/>
        </p:scale>
        <p:origin x="368" y="56"/>
      </p:cViewPr>
      <p:guideLst>
        <p:guide pos="295"/>
        <p:guide orient="horz" pos="119"/>
        <p:guide orient="horz" pos="981"/>
        <p:guide pos="5465"/>
        <p:guide orient="horz" pos="3974"/>
        <p:guide orient="horz" pos="822"/>
      </p:guideLst>
    </p:cSldViewPr>
  </p:slideViewPr>
  <p:outlineViewPr>
    <p:cViewPr>
      <p:scale>
        <a:sx n="33" d="100"/>
        <a:sy n="33" d="100"/>
      </p:scale>
      <p:origin x="0" y="-25344"/>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7.fntdata"/><Relationship Id="rId21" Type="http://schemas.openxmlformats.org/officeDocument/2006/relationships/slide" Target="slides/slide19.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4.fntdata"/><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4" Type="http://schemas.openxmlformats.org/officeDocument/2006/relationships/font" Target="fonts/font12.fntdata"/><Relationship Id="rId52"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viewProps" Target="viewProps.xml"/><Relationship Id="rId8" Type="http://schemas.openxmlformats.org/officeDocument/2006/relationships/slide" Target="slides/slide6.xml"/><Relationship Id="rId51" Type="http://schemas.microsoft.com/office/2016/11/relationships/changesInfo" Target="changesInfos/changesInfo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commentAuthors" Target="commentAuthors.xml"/><Relationship Id="rId20" Type="http://schemas.openxmlformats.org/officeDocument/2006/relationships/slide" Target="slides/slide18.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ther McCartney" userId="003ee287-b963-4216-80c2-e989f2d52a36" providerId="ADAL" clId="{60D34955-58AA-448D-AB0D-989AB19BD28A}"/>
    <pc:docChg chg="custSel addSld delSld modSld">
      <pc:chgData name="Esther McCartney" userId="003ee287-b963-4216-80c2-e989f2d52a36" providerId="ADAL" clId="{60D34955-58AA-448D-AB0D-989AB19BD28A}" dt="2026-02-26T23:31:20.402" v="137" actId="2696"/>
      <pc:docMkLst>
        <pc:docMk/>
      </pc:docMkLst>
      <pc:sldChg chg="modSp del mod">
        <pc:chgData name="Esther McCartney" userId="003ee287-b963-4216-80c2-e989f2d52a36" providerId="ADAL" clId="{60D34955-58AA-448D-AB0D-989AB19BD28A}" dt="2026-02-26T23:31:20.402" v="137" actId="2696"/>
        <pc:sldMkLst>
          <pc:docMk/>
          <pc:sldMk cId="0" sldId="298"/>
        </pc:sldMkLst>
        <pc:spChg chg="mod">
          <ac:chgData name="Esther McCartney" userId="003ee287-b963-4216-80c2-e989f2d52a36" providerId="ADAL" clId="{60D34955-58AA-448D-AB0D-989AB19BD28A}" dt="2026-02-26T23:23:34.963" v="32" actId="27636"/>
          <ac:spMkLst>
            <pc:docMk/>
            <pc:sldMk cId="0" sldId="298"/>
            <ac:spMk id="2" creationId="{AD5FAE7B-F718-4307-B112-AD6256157E8F}"/>
          </ac:spMkLst>
        </pc:spChg>
        <pc:spChg chg="mod">
          <ac:chgData name="Esther McCartney" userId="003ee287-b963-4216-80c2-e989f2d52a36" providerId="ADAL" clId="{60D34955-58AA-448D-AB0D-989AB19BD28A}" dt="2026-02-26T23:23:34.613" v="9"/>
          <ac:spMkLst>
            <pc:docMk/>
            <pc:sldMk cId="0" sldId="298"/>
            <ac:spMk id="5" creationId="{E47FF819-0D5D-491A-BF8F-B42813E7390C}"/>
          </ac:spMkLst>
        </pc:spChg>
      </pc:sldChg>
      <pc:sldChg chg="addSp modSp mod setBg">
        <pc:chgData name="Esther McCartney" userId="003ee287-b963-4216-80c2-e989f2d52a36" providerId="ADAL" clId="{60D34955-58AA-448D-AB0D-989AB19BD28A}" dt="2026-02-26T23:23:46.015" v="35" actId="26606"/>
        <pc:sldMkLst>
          <pc:docMk/>
          <pc:sldMk cId="1703878094" sldId="331"/>
        </pc:sldMkLst>
        <pc:spChg chg="mod">
          <ac:chgData name="Esther McCartney" userId="003ee287-b963-4216-80c2-e989f2d52a36" providerId="ADAL" clId="{60D34955-58AA-448D-AB0D-989AB19BD28A}" dt="2026-02-26T23:23:46.015" v="35" actId="26606"/>
          <ac:spMkLst>
            <pc:docMk/>
            <pc:sldMk cId="1703878094" sldId="331"/>
            <ac:spMk id="3" creationId="{3E735150-9828-4453-F8F1-B7371D749792}"/>
          </ac:spMkLst>
        </pc:spChg>
        <pc:spChg chg="mod">
          <ac:chgData name="Esther McCartney" userId="003ee287-b963-4216-80c2-e989f2d52a36" providerId="ADAL" clId="{60D34955-58AA-448D-AB0D-989AB19BD28A}" dt="2026-02-26T23:23:46.015" v="35" actId="26606"/>
          <ac:spMkLst>
            <pc:docMk/>
            <pc:sldMk cId="1703878094" sldId="331"/>
            <ac:spMk id="6" creationId="{9D81D9B5-B3AD-C56A-7714-EA8E7E9498E7}"/>
          </ac:spMkLst>
        </pc:spChg>
        <pc:spChg chg="add">
          <ac:chgData name="Esther McCartney" userId="003ee287-b963-4216-80c2-e989f2d52a36" providerId="ADAL" clId="{60D34955-58AA-448D-AB0D-989AB19BD28A}" dt="2026-02-26T23:23:46.015" v="35" actId="26606"/>
          <ac:spMkLst>
            <pc:docMk/>
            <pc:sldMk cId="1703878094" sldId="331"/>
            <ac:spMk id="22" creationId="{20E145FF-1D18-4246-A2BA-9F6B4D53364C}"/>
          </ac:spMkLst>
        </pc:spChg>
        <pc:spChg chg="add">
          <ac:chgData name="Esther McCartney" userId="003ee287-b963-4216-80c2-e989f2d52a36" providerId="ADAL" clId="{60D34955-58AA-448D-AB0D-989AB19BD28A}" dt="2026-02-26T23:23:46.015" v="35" actId="26606"/>
          <ac:spMkLst>
            <pc:docMk/>
            <pc:sldMk cId="1703878094" sldId="331"/>
            <ac:spMk id="24" creationId="{B219AE65-9B94-44EA-BEF3-EF4BFA169C81}"/>
          </ac:spMkLst>
        </pc:spChg>
        <pc:spChg chg="add">
          <ac:chgData name="Esther McCartney" userId="003ee287-b963-4216-80c2-e989f2d52a36" providerId="ADAL" clId="{60D34955-58AA-448D-AB0D-989AB19BD28A}" dt="2026-02-26T23:23:46.015" v="35" actId="26606"/>
          <ac:spMkLst>
            <pc:docMk/>
            <pc:sldMk cId="1703878094" sldId="331"/>
            <ac:spMk id="26" creationId="{F0C81A57-9CD5-461B-8FFE-4A8CB6CFBE01}"/>
          </ac:spMkLst>
        </pc:spChg>
        <pc:grpChg chg="add">
          <ac:chgData name="Esther McCartney" userId="003ee287-b963-4216-80c2-e989f2d52a36" providerId="ADAL" clId="{60D34955-58AA-448D-AB0D-989AB19BD28A}" dt="2026-02-26T23:23:46.015" v="35" actId="26606"/>
          <ac:grpSpMkLst>
            <pc:docMk/>
            <pc:sldMk cId="1703878094" sldId="331"/>
            <ac:grpSpMk id="11" creationId="{7084313B-C03D-4981-9786-879159A60395}"/>
          </ac:grpSpMkLst>
        </pc:grpChg>
        <pc:grpChg chg="add">
          <ac:chgData name="Esther McCartney" userId="003ee287-b963-4216-80c2-e989f2d52a36" providerId="ADAL" clId="{60D34955-58AA-448D-AB0D-989AB19BD28A}" dt="2026-02-26T23:23:46.015" v="35" actId="26606"/>
          <ac:grpSpMkLst>
            <pc:docMk/>
            <pc:sldMk cId="1703878094" sldId="331"/>
            <ac:grpSpMk id="28" creationId="{3086C462-37F4-494D-8292-CCB95221CC1A}"/>
          </ac:grpSpMkLst>
        </pc:grpChg>
        <pc:cxnChg chg="add">
          <ac:chgData name="Esther McCartney" userId="003ee287-b963-4216-80c2-e989f2d52a36" providerId="ADAL" clId="{60D34955-58AA-448D-AB0D-989AB19BD28A}" dt="2026-02-26T23:23:46.015" v="35" actId="26606"/>
          <ac:cxnSpMkLst>
            <pc:docMk/>
            <pc:sldMk cId="1703878094" sldId="331"/>
            <ac:cxnSpMk id="32" creationId="{AD23B2CD-009B-425A-9616-1E1AD1D5AB46}"/>
          </ac:cxnSpMkLst>
        </pc:cxnChg>
      </pc:sldChg>
      <pc:sldChg chg="addSp delSp modSp mod">
        <pc:chgData name="Esther McCartney" userId="003ee287-b963-4216-80c2-e989f2d52a36" providerId="ADAL" clId="{60D34955-58AA-448D-AB0D-989AB19BD28A}" dt="2026-02-26T23:23:28.549" v="8" actId="1076"/>
        <pc:sldMkLst>
          <pc:docMk/>
          <pc:sldMk cId="1522204278" sldId="451"/>
        </pc:sldMkLst>
        <pc:spChg chg="del">
          <ac:chgData name="Esther McCartney" userId="003ee287-b963-4216-80c2-e989f2d52a36" providerId="ADAL" clId="{60D34955-58AA-448D-AB0D-989AB19BD28A}" dt="2026-02-26T23:23:02.940" v="2" actId="478"/>
          <ac:spMkLst>
            <pc:docMk/>
            <pc:sldMk cId="1522204278" sldId="451"/>
            <ac:spMk id="2" creationId="{57E98728-A241-43F4-95FF-6C49FEEA0911}"/>
          </ac:spMkLst>
        </pc:spChg>
        <pc:spChg chg="del">
          <ac:chgData name="Esther McCartney" userId="003ee287-b963-4216-80c2-e989f2d52a36" providerId="ADAL" clId="{60D34955-58AA-448D-AB0D-989AB19BD28A}" dt="2026-02-26T23:22:59.381" v="1" actId="478"/>
          <ac:spMkLst>
            <pc:docMk/>
            <pc:sldMk cId="1522204278" sldId="451"/>
            <ac:spMk id="3" creationId="{ABE18F80-D4FC-4D8F-B2BD-E7BEE7E012B5}"/>
          </ac:spMkLst>
        </pc:spChg>
        <pc:spChg chg="mod">
          <ac:chgData name="Esther McCartney" userId="003ee287-b963-4216-80c2-e989f2d52a36" providerId="ADAL" clId="{60D34955-58AA-448D-AB0D-989AB19BD28A}" dt="2026-02-26T23:23:28.549" v="8" actId="1076"/>
          <ac:spMkLst>
            <pc:docMk/>
            <pc:sldMk cId="1522204278" sldId="451"/>
            <ac:spMk id="5" creationId="{2D222376-7AD7-4443-B67A-120BE12F4DDB}"/>
          </ac:spMkLst>
        </pc:spChg>
        <pc:spChg chg="mod">
          <ac:chgData name="Esther McCartney" userId="003ee287-b963-4216-80c2-e989f2d52a36" providerId="ADAL" clId="{60D34955-58AA-448D-AB0D-989AB19BD28A}" dt="2026-02-26T23:23:14.402" v="7" actId="27636"/>
          <ac:spMkLst>
            <pc:docMk/>
            <pc:sldMk cId="1522204278" sldId="451"/>
            <ac:spMk id="6" creationId="{82FD4EC9-4778-4E2F-B136-2A176CA2BA69}"/>
          </ac:spMkLst>
        </pc:spChg>
        <pc:spChg chg="add del mod">
          <ac:chgData name="Esther McCartney" userId="003ee287-b963-4216-80c2-e989f2d52a36" providerId="ADAL" clId="{60D34955-58AA-448D-AB0D-989AB19BD28A}" dt="2026-02-26T23:23:06.024" v="4" actId="478"/>
          <ac:spMkLst>
            <pc:docMk/>
            <pc:sldMk cId="1522204278" sldId="451"/>
            <ac:spMk id="7" creationId="{4130DEBE-E925-8214-6C0D-74E327267C32}"/>
          </ac:spMkLst>
        </pc:spChg>
        <pc:spChg chg="del">
          <ac:chgData name="Esther McCartney" userId="003ee287-b963-4216-80c2-e989f2d52a36" providerId="ADAL" clId="{60D34955-58AA-448D-AB0D-989AB19BD28A}" dt="2026-02-26T23:23:09.013" v="5" actId="478"/>
          <ac:spMkLst>
            <pc:docMk/>
            <pc:sldMk cId="1522204278" sldId="451"/>
            <ac:spMk id="8" creationId="{C8E88D28-1A9F-4FC4-946F-10B4629D1438}"/>
          </ac:spMkLst>
        </pc:spChg>
        <pc:spChg chg="add del mod">
          <ac:chgData name="Esther McCartney" userId="003ee287-b963-4216-80c2-e989f2d52a36" providerId="ADAL" clId="{60D34955-58AA-448D-AB0D-989AB19BD28A}" dt="2026-02-26T23:23:04.128" v="3" actId="478"/>
          <ac:spMkLst>
            <pc:docMk/>
            <pc:sldMk cId="1522204278" sldId="451"/>
            <ac:spMk id="11" creationId="{54BD50E4-096E-3BE9-CFFF-AAA1372FB3EE}"/>
          </ac:spMkLst>
        </pc:spChg>
        <pc:picChg chg="del">
          <ac:chgData name="Esther McCartney" userId="003ee287-b963-4216-80c2-e989f2d52a36" providerId="ADAL" clId="{60D34955-58AA-448D-AB0D-989AB19BD28A}" dt="2026-02-26T23:22:57.348" v="0" actId="478"/>
          <ac:picMkLst>
            <pc:docMk/>
            <pc:sldMk cId="1522204278" sldId="451"/>
            <ac:picMk id="10" creationId="{691E0AFB-007E-F601-39C3-4D3EB0BBCE7D}"/>
          </ac:picMkLst>
        </pc:picChg>
        <pc:picChg chg="del">
          <ac:chgData name="Esther McCartney" userId="003ee287-b963-4216-80c2-e989f2d52a36" providerId="ADAL" clId="{60D34955-58AA-448D-AB0D-989AB19BD28A}" dt="2026-02-26T23:23:10.556" v="6" actId="478"/>
          <ac:picMkLst>
            <pc:docMk/>
            <pc:sldMk cId="1522204278" sldId="451"/>
            <ac:picMk id="12" creationId="{CF37FB16-D567-464F-82AB-B4CF4A031A4F}"/>
          </ac:picMkLst>
        </pc:picChg>
      </pc:sldChg>
      <pc:sldChg chg="addSp modSp mod setBg">
        <pc:chgData name="Esther McCartney" userId="003ee287-b963-4216-80c2-e989f2d52a36" providerId="ADAL" clId="{60D34955-58AA-448D-AB0D-989AB19BD28A}" dt="2026-02-26T23:23:51.520" v="36" actId="26606"/>
        <pc:sldMkLst>
          <pc:docMk/>
          <pc:sldMk cId="2813679517" sldId="468"/>
        </pc:sldMkLst>
        <pc:spChg chg="mod">
          <ac:chgData name="Esther McCartney" userId="003ee287-b963-4216-80c2-e989f2d52a36" providerId="ADAL" clId="{60D34955-58AA-448D-AB0D-989AB19BD28A}" dt="2026-02-26T23:23:51.520" v="36" actId="26606"/>
          <ac:spMkLst>
            <pc:docMk/>
            <pc:sldMk cId="2813679517" sldId="468"/>
            <ac:spMk id="3" creationId="{3E735150-9828-4453-F8F1-B7371D749792}"/>
          </ac:spMkLst>
        </pc:spChg>
        <pc:spChg chg="mod">
          <ac:chgData name="Esther McCartney" userId="003ee287-b963-4216-80c2-e989f2d52a36" providerId="ADAL" clId="{60D34955-58AA-448D-AB0D-989AB19BD28A}" dt="2026-02-26T23:23:51.520" v="36" actId="26606"/>
          <ac:spMkLst>
            <pc:docMk/>
            <pc:sldMk cId="2813679517" sldId="468"/>
            <ac:spMk id="6" creationId="{9D81D9B5-B3AD-C56A-7714-EA8E7E9498E7}"/>
          </ac:spMkLst>
        </pc:spChg>
        <pc:spChg chg="add">
          <ac:chgData name="Esther McCartney" userId="003ee287-b963-4216-80c2-e989f2d52a36" providerId="ADAL" clId="{60D34955-58AA-448D-AB0D-989AB19BD28A}" dt="2026-02-26T23:23:51.520" v="36" actId="26606"/>
          <ac:spMkLst>
            <pc:docMk/>
            <pc:sldMk cId="2813679517" sldId="468"/>
            <ac:spMk id="22" creationId="{20E145FF-1D18-4246-A2BA-9F6B4D53364C}"/>
          </ac:spMkLst>
        </pc:spChg>
        <pc:spChg chg="add">
          <ac:chgData name="Esther McCartney" userId="003ee287-b963-4216-80c2-e989f2d52a36" providerId="ADAL" clId="{60D34955-58AA-448D-AB0D-989AB19BD28A}" dt="2026-02-26T23:23:51.520" v="36" actId="26606"/>
          <ac:spMkLst>
            <pc:docMk/>
            <pc:sldMk cId="2813679517" sldId="468"/>
            <ac:spMk id="24" creationId="{B219AE65-9B94-44EA-BEF3-EF4BFA169C81}"/>
          </ac:spMkLst>
        </pc:spChg>
        <pc:spChg chg="add">
          <ac:chgData name="Esther McCartney" userId="003ee287-b963-4216-80c2-e989f2d52a36" providerId="ADAL" clId="{60D34955-58AA-448D-AB0D-989AB19BD28A}" dt="2026-02-26T23:23:51.520" v="36" actId="26606"/>
          <ac:spMkLst>
            <pc:docMk/>
            <pc:sldMk cId="2813679517" sldId="468"/>
            <ac:spMk id="26" creationId="{F0C81A57-9CD5-461B-8FFE-4A8CB6CFBE01}"/>
          </ac:spMkLst>
        </pc:spChg>
        <pc:grpChg chg="add">
          <ac:chgData name="Esther McCartney" userId="003ee287-b963-4216-80c2-e989f2d52a36" providerId="ADAL" clId="{60D34955-58AA-448D-AB0D-989AB19BD28A}" dt="2026-02-26T23:23:51.520" v="36" actId="26606"/>
          <ac:grpSpMkLst>
            <pc:docMk/>
            <pc:sldMk cId="2813679517" sldId="468"/>
            <ac:grpSpMk id="11" creationId="{7084313B-C03D-4981-9786-879159A60395}"/>
          </ac:grpSpMkLst>
        </pc:grpChg>
        <pc:grpChg chg="add">
          <ac:chgData name="Esther McCartney" userId="003ee287-b963-4216-80c2-e989f2d52a36" providerId="ADAL" clId="{60D34955-58AA-448D-AB0D-989AB19BD28A}" dt="2026-02-26T23:23:51.520" v="36" actId="26606"/>
          <ac:grpSpMkLst>
            <pc:docMk/>
            <pc:sldMk cId="2813679517" sldId="468"/>
            <ac:grpSpMk id="28" creationId="{3086C462-37F4-494D-8292-CCB95221CC1A}"/>
          </ac:grpSpMkLst>
        </pc:grpChg>
        <pc:cxnChg chg="add">
          <ac:chgData name="Esther McCartney" userId="003ee287-b963-4216-80c2-e989f2d52a36" providerId="ADAL" clId="{60D34955-58AA-448D-AB0D-989AB19BD28A}" dt="2026-02-26T23:23:51.520" v="36" actId="26606"/>
          <ac:cxnSpMkLst>
            <pc:docMk/>
            <pc:sldMk cId="2813679517" sldId="468"/>
            <ac:cxnSpMk id="32" creationId="{AD23B2CD-009B-425A-9616-1E1AD1D5AB46}"/>
          </ac:cxnSpMkLst>
        </pc:cxnChg>
      </pc:sldChg>
      <pc:sldChg chg="addSp modSp mod setBg">
        <pc:chgData name="Esther McCartney" userId="003ee287-b963-4216-80c2-e989f2d52a36" providerId="ADAL" clId="{60D34955-58AA-448D-AB0D-989AB19BD28A}" dt="2026-02-26T23:25:06.974" v="50" actId="26606"/>
        <pc:sldMkLst>
          <pc:docMk/>
          <pc:sldMk cId="2055665599" sldId="469"/>
        </pc:sldMkLst>
        <pc:spChg chg="mod">
          <ac:chgData name="Esther McCartney" userId="003ee287-b963-4216-80c2-e989f2d52a36" providerId="ADAL" clId="{60D34955-58AA-448D-AB0D-989AB19BD28A}" dt="2026-02-26T23:25:06.974" v="50" actId="26606"/>
          <ac:spMkLst>
            <pc:docMk/>
            <pc:sldMk cId="2055665599" sldId="469"/>
            <ac:spMk id="3" creationId="{3E735150-9828-4453-F8F1-B7371D749792}"/>
          </ac:spMkLst>
        </pc:spChg>
        <pc:spChg chg="mod">
          <ac:chgData name="Esther McCartney" userId="003ee287-b963-4216-80c2-e989f2d52a36" providerId="ADAL" clId="{60D34955-58AA-448D-AB0D-989AB19BD28A}" dt="2026-02-26T23:25:06.974" v="50" actId="26606"/>
          <ac:spMkLst>
            <pc:docMk/>
            <pc:sldMk cId="2055665599" sldId="469"/>
            <ac:spMk id="6" creationId="{9D81D9B5-B3AD-C56A-7714-EA8E7E9498E7}"/>
          </ac:spMkLst>
        </pc:spChg>
        <pc:spChg chg="add">
          <ac:chgData name="Esther McCartney" userId="003ee287-b963-4216-80c2-e989f2d52a36" providerId="ADAL" clId="{60D34955-58AA-448D-AB0D-989AB19BD28A}" dt="2026-02-26T23:25:06.974" v="50" actId="26606"/>
          <ac:spMkLst>
            <pc:docMk/>
            <pc:sldMk cId="2055665599" sldId="469"/>
            <ac:spMk id="22" creationId="{20E145FF-1D18-4246-A2BA-9F6B4D53364C}"/>
          </ac:spMkLst>
        </pc:spChg>
        <pc:spChg chg="add">
          <ac:chgData name="Esther McCartney" userId="003ee287-b963-4216-80c2-e989f2d52a36" providerId="ADAL" clId="{60D34955-58AA-448D-AB0D-989AB19BD28A}" dt="2026-02-26T23:25:06.974" v="50" actId="26606"/>
          <ac:spMkLst>
            <pc:docMk/>
            <pc:sldMk cId="2055665599" sldId="469"/>
            <ac:spMk id="24" creationId="{B219AE65-9B94-44EA-BEF3-EF4BFA169C81}"/>
          </ac:spMkLst>
        </pc:spChg>
        <pc:spChg chg="add">
          <ac:chgData name="Esther McCartney" userId="003ee287-b963-4216-80c2-e989f2d52a36" providerId="ADAL" clId="{60D34955-58AA-448D-AB0D-989AB19BD28A}" dt="2026-02-26T23:25:06.974" v="50" actId="26606"/>
          <ac:spMkLst>
            <pc:docMk/>
            <pc:sldMk cId="2055665599" sldId="469"/>
            <ac:spMk id="26" creationId="{F0C81A57-9CD5-461B-8FFE-4A8CB6CFBE01}"/>
          </ac:spMkLst>
        </pc:spChg>
        <pc:grpChg chg="add">
          <ac:chgData name="Esther McCartney" userId="003ee287-b963-4216-80c2-e989f2d52a36" providerId="ADAL" clId="{60D34955-58AA-448D-AB0D-989AB19BD28A}" dt="2026-02-26T23:25:06.974" v="50" actId="26606"/>
          <ac:grpSpMkLst>
            <pc:docMk/>
            <pc:sldMk cId="2055665599" sldId="469"/>
            <ac:grpSpMk id="11" creationId="{7084313B-C03D-4981-9786-879159A60395}"/>
          </ac:grpSpMkLst>
        </pc:grpChg>
        <pc:grpChg chg="add">
          <ac:chgData name="Esther McCartney" userId="003ee287-b963-4216-80c2-e989f2d52a36" providerId="ADAL" clId="{60D34955-58AA-448D-AB0D-989AB19BD28A}" dt="2026-02-26T23:25:06.974" v="50" actId="26606"/>
          <ac:grpSpMkLst>
            <pc:docMk/>
            <pc:sldMk cId="2055665599" sldId="469"/>
            <ac:grpSpMk id="28" creationId="{3086C462-37F4-494D-8292-CCB95221CC1A}"/>
          </ac:grpSpMkLst>
        </pc:grpChg>
        <pc:cxnChg chg="add">
          <ac:chgData name="Esther McCartney" userId="003ee287-b963-4216-80c2-e989f2d52a36" providerId="ADAL" clId="{60D34955-58AA-448D-AB0D-989AB19BD28A}" dt="2026-02-26T23:25:06.974" v="50" actId="26606"/>
          <ac:cxnSpMkLst>
            <pc:docMk/>
            <pc:sldMk cId="2055665599" sldId="469"/>
            <ac:cxnSpMk id="32" creationId="{AD23B2CD-009B-425A-9616-1E1AD1D5AB46}"/>
          </ac:cxnSpMkLst>
        </pc:cxnChg>
      </pc:sldChg>
      <pc:sldChg chg="addSp modSp mod setBg">
        <pc:chgData name="Esther McCartney" userId="003ee287-b963-4216-80c2-e989f2d52a36" providerId="ADAL" clId="{60D34955-58AA-448D-AB0D-989AB19BD28A}" dt="2026-02-26T23:25:14.118" v="51" actId="26606"/>
        <pc:sldMkLst>
          <pc:docMk/>
          <pc:sldMk cId="795781972" sldId="470"/>
        </pc:sldMkLst>
        <pc:spChg chg="mod">
          <ac:chgData name="Esther McCartney" userId="003ee287-b963-4216-80c2-e989f2d52a36" providerId="ADAL" clId="{60D34955-58AA-448D-AB0D-989AB19BD28A}" dt="2026-02-26T23:25:14.118" v="51" actId="26606"/>
          <ac:spMkLst>
            <pc:docMk/>
            <pc:sldMk cId="795781972" sldId="470"/>
            <ac:spMk id="3" creationId="{3E735150-9828-4453-F8F1-B7371D749792}"/>
          </ac:spMkLst>
        </pc:spChg>
        <pc:spChg chg="mod">
          <ac:chgData name="Esther McCartney" userId="003ee287-b963-4216-80c2-e989f2d52a36" providerId="ADAL" clId="{60D34955-58AA-448D-AB0D-989AB19BD28A}" dt="2026-02-26T23:25:14.118" v="51" actId="26606"/>
          <ac:spMkLst>
            <pc:docMk/>
            <pc:sldMk cId="795781972" sldId="470"/>
            <ac:spMk id="6" creationId="{9D81D9B5-B3AD-C56A-7714-EA8E7E9498E7}"/>
          </ac:spMkLst>
        </pc:spChg>
        <pc:spChg chg="add">
          <ac:chgData name="Esther McCartney" userId="003ee287-b963-4216-80c2-e989f2d52a36" providerId="ADAL" clId="{60D34955-58AA-448D-AB0D-989AB19BD28A}" dt="2026-02-26T23:25:14.118" v="51" actId="26606"/>
          <ac:spMkLst>
            <pc:docMk/>
            <pc:sldMk cId="795781972" sldId="470"/>
            <ac:spMk id="22" creationId="{20E145FF-1D18-4246-A2BA-9F6B4D53364C}"/>
          </ac:spMkLst>
        </pc:spChg>
        <pc:spChg chg="add">
          <ac:chgData name="Esther McCartney" userId="003ee287-b963-4216-80c2-e989f2d52a36" providerId="ADAL" clId="{60D34955-58AA-448D-AB0D-989AB19BD28A}" dt="2026-02-26T23:25:14.118" v="51" actId="26606"/>
          <ac:spMkLst>
            <pc:docMk/>
            <pc:sldMk cId="795781972" sldId="470"/>
            <ac:spMk id="24" creationId="{B219AE65-9B94-44EA-BEF3-EF4BFA169C81}"/>
          </ac:spMkLst>
        </pc:spChg>
        <pc:spChg chg="add">
          <ac:chgData name="Esther McCartney" userId="003ee287-b963-4216-80c2-e989f2d52a36" providerId="ADAL" clId="{60D34955-58AA-448D-AB0D-989AB19BD28A}" dt="2026-02-26T23:25:14.118" v="51" actId="26606"/>
          <ac:spMkLst>
            <pc:docMk/>
            <pc:sldMk cId="795781972" sldId="470"/>
            <ac:spMk id="26" creationId="{F0C81A57-9CD5-461B-8FFE-4A8CB6CFBE01}"/>
          </ac:spMkLst>
        </pc:spChg>
        <pc:grpChg chg="add">
          <ac:chgData name="Esther McCartney" userId="003ee287-b963-4216-80c2-e989f2d52a36" providerId="ADAL" clId="{60D34955-58AA-448D-AB0D-989AB19BD28A}" dt="2026-02-26T23:25:14.118" v="51" actId="26606"/>
          <ac:grpSpMkLst>
            <pc:docMk/>
            <pc:sldMk cId="795781972" sldId="470"/>
            <ac:grpSpMk id="11" creationId="{7084313B-C03D-4981-9786-879159A60395}"/>
          </ac:grpSpMkLst>
        </pc:grpChg>
        <pc:grpChg chg="add">
          <ac:chgData name="Esther McCartney" userId="003ee287-b963-4216-80c2-e989f2d52a36" providerId="ADAL" clId="{60D34955-58AA-448D-AB0D-989AB19BD28A}" dt="2026-02-26T23:25:14.118" v="51" actId="26606"/>
          <ac:grpSpMkLst>
            <pc:docMk/>
            <pc:sldMk cId="795781972" sldId="470"/>
            <ac:grpSpMk id="28" creationId="{3086C462-37F4-494D-8292-CCB95221CC1A}"/>
          </ac:grpSpMkLst>
        </pc:grpChg>
        <pc:cxnChg chg="add">
          <ac:chgData name="Esther McCartney" userId="003ee287-b963-4216-80c2-e989f2d52a36" providerId="ADAL" clId="{60D34955-58AA-448D-AB0D-989AB19BD28A}" dt="2026-02-26T23:25:14.118" v="51" actId="26606"/>
          <ac:cxnSpMkLst>
            <pc:docMk/>
            <pc:sldMk cId="795781972" sldId="470"/>
            <ac:cxnSpMk id="32" creationId="{AD23B2CD-009B-425A-9616-1E1AD1D5AB46}"/>
          </ac:cxnSpMkLst>
        </pc:cxnChg>
      </pc:sldChg>
      <pc:sldChg chg="addSp modSp mod setBg">
        <pc:chgData name="Esther McCartney" userId="003ee287-b963-4216-80c2-e989f2d52a36" providerId="ADAL" clId="{60D34955-58AA-448D-AB0D-989AB19BD28A}" dt="2026-02-26T23:25:20.170" v="52" actId="26606"/>
        <pc:sldMkLst>
          <pc:docMk/>
          <pc:sldMk cId="37190422" sldId="471"/>
        </pc:sldMkLst>
        <pc:spChg chg="mod">
          <ac:chgData name="Esther McCartney" userId="003ee287-b963-4216-80c2-e989f2d52a36" providerId="ADAL" clId="{60D34955-58AA-448D-AB0D-989AB19BD28A}" dt="2026-02-26T23:25:20.170" v="52" actId="26606"/>
          <ac:spMkLst>
            <pc:docMk/>
            <pc:sldMk cId="37190422" sldId="471"/>
            <ac:spMk id="3" creationId="{3E735150-9828-4453-F8F1-B7371D749792}"/>
          </ac:spMkLst>
        </pc:spChg>
        <pc:spChg chg="mod">
          <ac:chgData name="Esther McCartney" userId="003ee287-b963-4216-80c2-e989f2d52a36" providerId="ADAL" clId="{60D34955-58AA-448D-AB0D-989AB19BD28A}" dt="2026-02-26T23:25:20.170" v="52" actId="26606"/>
          <ac:spMkLst>
            <pc:docMk/>
            <pc:sldMk cId="37190422" sldId="471"/>
            <ac:spMk id="6" creationId="{9D81D9B5-B3AD-C56A-7714-EA8E7E9498E7}"/>
          </ac:spMkLst>
        </pc:spChg>
        <pc:spChg chg="add">
          <ac:chgData name="Esther McCartney" userId="003ee287-b963-4216-80c2-e989f2d52a36" providerId="ADAL" clId="{60D34955-58AA-448D-AB0D-989AB19BD28A}" dt="2026-02-26T23:25:20.170" v="52" actId="26606"/>
          <ac:spMkLst>
            <pc:docMk/>
            <pc:sldMk cId="37190422" sldId="471"/>
            <ac:spMk id="22" creationId="{20E145FF-1D18-4246-A2BA-9F6B4D53364C}"/>
          </ac:spMkLst>
        </pc:spChg>
        <pc:spChg chg="add">
          <ac:chgData name="Esther McCartney" userId="003ee287-b963-4216-80c2-e989f2d52a36" providerId="ADAL" clId="{60D34955-58AA-448D-AB0D-989AB19BD28A}" dt="2026-02-26T23:25:20.170" v="52" actId="26606"/>
          <ac:spMkLst>
            <pc:docMk/>
            <pc:sldMk cId="37190422" sldId="471"/>
            <ac:spMk id="24" creationId="{712E451E-151A-4910-BF41-6A040B65982B}"/>
          </ac:spMkLst>
        </pc:spChg>
        <pc:spChg chg="add">
          <ac:chgData name="Esther McCartney" userId="003ee287-b963-4216-80c2-e989f2d52a36" providerId="ADAL" clId="{60D34955-58AA-448D-AB0D-989AB19BD28A}" dt="2026-02-26T23:25:20.170" v="52" actId="26606"/>
          <ac:spMkLst>
            <pc:docMk/>
            <pc:sldMk cId="37190422" sldId="471"/>
            <ac:spMk id="26" creationId="{C296EFE4-A70C-4388-9A15-3F657B6615FD}"/>
          </ac:spMkLst>
        </pc:spChg>
        <pc:spChg chg="add">
          <ac:chgData name="Esther McCartney" userId="003ee287-b963-4216-80c2-e989f2d52a36" providerId="ADAL" clId="{60D34955-58AA-448D-AB0D-989AB19BD28A}" dt="2026-02-26T23:25:20.170" v="52" actId="26606"/>
          <ac:spMkLst>
            <pc:docMk/>
            <pc:sldMk cId="37190422" sldId="471"/>
            <ac:spMk id="28" creationId="{425EBAFC-9388-432A-BCFD-EEA2F410D8EC}"/>
          </ac:spMkLst>
        </pc:spChg>
        <pc:grpChg chg="add">
          <ac:chgData name="Esther McCartney" userId="003ee287-b963-4216-80c2-e989f2d52a36" providerId="ADAL" clId="{60D34955-58AA-448D-AB0D-989AB19BD28A}" dt="2026-02-26T23:25:20.170" v="52" actId="26606"/>
          <ac:grpSpMkLst>
            <pc:docMk/>
            <pc:sldMk cId="37190422" sldId="471"/>
            <ac:grpSpMk id="11" creationId="{7084313B-C03D-4981-9786-879159A60395}"/>
          </ac:grpSpMkLst>
        </pc:grpChg>
      </pc:sldChg>
      <pc:sldChg chg="addSp modSp mod setBg">
        <pc:chgData name="Esther McCartney" userId="003ee287-b963-4216-80c2-e989f2d52a36" providerId="ADAL" clId="{60D34955-58AA-448D-AB0D-989AB19BD28A}" dt="2026-02-26T23:25:26.716" v="53" actId="26606"/>
        <pc:sldMkLst>
          <pc:docMk/>
          <pc:sldMk cId="4079833502" sldId="472"/>
        </pc:sldMkLst>
        <pc:spChg chg="mod">
          <ac:chgData name="Esther McCartney" userId="003ee287-b963-4216-80c2-e989f2d52a36" providerId="ADAL" clId="{60D34955-58AA-448D-AB0D-989AB19BD28A}" dt="2026-02-26T23:25:26.716" v="53" actId="26606"/>
          <ac:spMkLst>
            <pc:docMk/>
            <pc:sldMk cId="4079833502" sldId="472"/>
            <ac:spMk id="3" creationId="{3E735150-9828-4453-F8F1-B7371D749792}"/>
          </ac:spMkLst>
        </pc:spChg>
        <pc:spChg chg="mod">
          <ac:chgData name="Esther McCartney" userId="003ee287-b963-4216-80c2-e989f2d52a36" providerId="ADAL" clId="{60D34955-58AA-448D-AB0D-989AB19BD28A}" dt="2026-02-26T23:25:26.716" v="53" actId="26606"/>
          <ac:spMkLst>
            <pc:docMk/>
            <pc:sldMk cId="4079833502" sldId="472"/>
            <ac:spMk id="6" creationId="{9D81D9B5-B3AD-C56A-7714-EA8E7E9498E7}"/>
          </ac:spMkLst>
        </pc:spChg>
        <pc:spChg chg="add">
          <ac:chgData name="Esther McCartney" userId="003ee287-b963-4216-80c2-e989f2d52a36" providerId="ADAL" clId="{60D34955-58AA-448D-AB0D-989AB19BD28A}" dt="2026-02-26T23:25:26.716" v="53" actId="26606"/>
          <ac:spMkLst>
            <pc:docMk/>
            <pc:sldMk cId="4079833502" sldId="472"/>
            <ac:spMk id="22" creationId="{20E145FF-1D18-4246-A2BA-9F6B4D53364C}"/>
          </ac:spMkLst>
        </pc:spChg>
        <pc:spChg chg="add">
          <ac:chgData name="Esther McCartney" userId="003ee287-b963-4216-80c2-e989f2d52a36" providerId="ADAL" clId="{60D34955-58AA-448D-AB0D-989AB19BD28A}" dt="2026-02-26T23:25:26.716" v="53" actId="26606"/>
          <ac:spMkLst>
            <pc:docMk/>
            <pc:sldMk cId="4079833502" sldId="472"/>
            <ac:spMk id="24" creationId="{B219AE65-9B94-44EA-BEF3-EF4BFA169C81}"/>
          </ac:spMkLst>
        </pc:spChg>
        <pc:spChg chg="add">
          <ac:chgData name="Esther McCartney" userId="003ee287-b963-4216-80c2-e989f2d52a36" providerId="ADAL" clId="{60D34955-58AA-448D-AB0D-989AB19BD28A}" dt="2026-02-26T23:25:26.716" v="53" actId="26606"/>
          <ac:spMkLst>
            <pc:docMk/>
            <pc:sldMk cId="4079833502" sldId="472"/>
            <ac:spMk id="26" creationId="{F0C81A57-9CD5-461B-8FFE-4A8CB6CFBE01}"/>
          </ac:spMkLst>
        </pc:spChg>
        <pc:grpChg chg="add">
          <ac:chgData name="Esther McCartney" userId="003ee287-b963-4216-80c2-e989f2d52a36" providerId="ADAL" clId="{60D34955-58AA-448D-AB0D-989AB19BD28A}" dt="2026-02-26T23:25:26.716" v="53" actId="26606"/>
          <ac:grpSpMkLst>
            <pc:docMk/>
            <pc:sldMk cId="4079833502" sldId="472"/>
            <ac:grpSpMk id="11" creationId="{7084313B-C03D-4981-9786-879159A60395}"/>
          </ac:grpSpMkLst>
        </pc:grpChg>
        <pc:grpChg chg="add">
          <ac:chgData name="Esther McCartney" userId="003ee287-b963-4216-80c2-e989f2d52a36" providerId="ADAL" clId="{60D34955-58AA-448D-AB0D-989AB19BD28A}" dt="2026-02-26T23:25:26.716" v="53" actId="26606"/>
          <ac:grpSpMkLst>
            <pc:docMk/>
            <pc:sldMk cId="4079833502" sldId="472"/>
            <ac:grpSpMk id="28" creationId="{3086C462-37F4-494D-8292-CCB95221CC1A}"/>
          </ac:grpSpMkLst>
        </pc:grpChg>
        <pc:cxnChg chg="add">
          <ac:chgData name="Esther McCartney" userId="003ee287-b963-4216-80c2-e989f2d52a36" providerId="ADAL" clId="{60D34955-58AA-448D-AB0D-989AB19BD28A}" dt="2026-02-26T23:25:26.716" v="53" actId="26606"/>
          <ac:cxnSpMkLst>
            <pc:docMk/>
            <pc:sldMk cId="4079833502" sldId="472"/>
            <ac:cxnSpMk id="32" creationId="{AD23B2CD-009B-425A-9616-1E1AD1D5AB46}"/>
          </ac:cxnSpMkLst>
        </pc:cxnChg>
      </pc:sldChg>
      <pc:sldChg chg="addSp delSp modSp mod">
        <pc:chgData name="Esther McCartney" userId="003ee287-b963-4216-80c2-e989f2d52a36" providerId="ADAL" clId="{60D34955-58AA-448D-AB0D-989AB19BD28A}" dt="2026-02-26T23:26:34.464" v="75" actId="207"/>
        <pc:sldMkLst>
          <pc:docMk/>
          <pc:sldMk cId="1544467163" sldId="473"/>
        </pc:sldMkLst>
        <pc:spChg chg="mod">
          <ac:chgData name="Esther McCartney" userId="003ee287-b963-4216-80c2-e989f2d52a36" providerId="ADAL" clId="{60D34955-58AA-448D-AB0D-989AB19BD28A}" dt="2026-02-26T23:26:28.435" v="73" actId="1076"/>
          <ac:spMkLst>
            <pc:docMk/>
            <pc:sldMk cId="1544467163" sldId="473"/>
            <ac:spMk id="2" creationId="{00000000-0000-0000-0000-000000000000}"/>
          </ac:spMkLst>
        </pc:spChg>
        <pc:spChg chg="mod">
          <ac:chgData name="Esther McCartney" userId="003ee287-b963-4216-80c2-e989f2d52a36" providerId="ADAL" clId="{60D34955-58AA-448D-AB0D-989AB19BD28A}" dt="2026-02-26T23:26:23.529" v="72" actId="1076"/>
          <ac:spMkLst>
            <pc:docMk/>
            <pc:sldMk cId="1544467163" sldId="473"/>
            <ac:spMk id="4" creationId="{00000000-0000-0000-0000-000000000000}"/>
          </ac:spMkLst>
        </pc:spChg>
        <pc:spChg chg="del">
          <ac:chgData name="Esther McCartney" userId="003ee287-b963-4216-80c2-e989f2d52a36" providerId="ADAL" clId="{60D34955-58AA-448D-AB0D-989AB19BD28A}" dt="2026-02-26T23:26:17.345" v="70" actId="478"/>
          <ac:spMkLst>
            <pc:docMk/>
            <pc:sldMk cId="1544467163" sldId="473"/>
            <ac:spMk id="5" creationId="{00000000-0000-0000-0000-000000000000}"/>
          </ac:spMkLst>
        </pc:spChg>
        <pc:spChg chg="mod">
          <ac:chgData name="Esther McCartney" userId="003ee287-b963-4216-80c2-e989f2d52a36" providerId="ADAL" clId="{60D34955-58AA-448D-AB0D-989AB19BD28A}" dt="2026-02-26T23:26:34.464" v="75" actId="207"/>
          <ac:spMkLst>
            <pc:docMk/>
            <pc:sldMk cId="1544467163" sldId="473"/>
            <ac:spMk id="6" creationId="{9D81D9B5-B3AD-C56A-7714-EA8E7E9498E7}"/>
          </ac:spMkLst>
        </pc:spChg>
        <pc:spChg chg="add del mod">
          <ac:chgData name="Esther McCartney" userId="003ee287-b963-4216-80c2-e989f2d52a36" providerId="ADAL" clId="{60D34955-58AA-448D-AB0D-989AB19BD28A}" dt="2026-02-26T23:26:19.328" v="71" actId="478"/>
          <ac:spMkLst>
            <pc:docMk/>
            <pc:sldMk cId="1544467163" sldId="473"/>
            <ac:spMk id="7" creationId="{EE13DA9A-0B9B-6800-EA8E-B5B7871E15C8}"/>
          </ac:spMkLst>
        </pc:spChg>
      </pc:sldChg>
      <pc:sldChg chg="addSp modSp mod setBg">
        <pc:chgData name="Esther McCartney" userId="003ee287-b963-4216-80c2-e989f2d52a36" providerId="ADAL" clId="{60D34955-58AA-448D-AB0D-989AB19BD28A}" dt="2026-02-26T23:27:04.265" v="85" actId="26606"/>
        <pc:sldMkLst>
          <pc:docMk/>
          <pc:sldMk cId="2994023099" sldId="474"/>
        </pc:sldMkLst>
        <pc:spChg chg="mod">
          <ac:chgData name="Esther McCartney" userId="003ee287-b963-4216-80c2-e989f2d52a36" providerId="ADAL" clId="{60D34955-58AA-448D-AB0D-989AB19BD28A}" dt="2026-02-26T23:27:04.265" v="85" actId="26606"/>
          <ac:spMkLst>
            <pc:docMk/>
            <pc:sldMk cId="2994023099" sldId="474"/>
            <ac:spMk id="3" creationId="{3E735150-9828-4453-F8F1-B7371D749792}"/>
          </ac:spMkLst>
        </pc:spChg>
        <pc:spChg chg="mod">
          <ac:chgData name="Esther McCartney" userId="003ee287-b963-4216-80c2-e989f2d52a36" providerId="ADAL" clId="{60D34955-58AA-448D-AB0D-989AB19BD28A}" dt="2026-02-26T23:27:04.265" v="85" actId="26606"/>
          <ac:spMkLst>
            <pc:docMk/>
            <pc:sldMk cId="2994023099" sldId="474"/>
            <ac:spMk id="6" creationId="{9D81D9B5-B3AD-C56A-7714-EA8E7E9498E7}"/>
          </ac:spMkLst>
        </pc:spChg>
        <pc:spChg chg="add">
          <ac:chgData name="Esther McCartney" userId="003ee287-b963-4216-80c2-e989f2d52a36" providerId="ADAL" clId="{60D34955-58AA-448D-AB0D-989AB19BD28A}" dt="2026-02-26T23:27:04.265" v="85" actId="26606"/>
          <ac:spMkLst>
            <pc:docMk/>
            <pc:sldMk cId="2994023099" sldId="474"/>
            <ac:spMk id="22" creationId="{20E145FF-1D18-4246-A2BA-9F6B4D53364C}"/>
          </ac:spMkLst>
        </pc:spChg>
        <pc:spChg chg="add">
          <ac:chgData name="Esther McCartney" userId="003ee287-b963-4216-80c2-e989f2d52a36" providerId="ADAL" clId="{60D34955-58AA-448D-AB0D-989AB19BD28A}" dt="2026-02-26T23:27:04.265" v="85" actId="26606"/>
          <ac:spMkLst>
            <pc:docMk/>
            <pc:sldMk cId="2994023099" sldId="474"/>
            <ac:spMk id="24" creationId="{712E451E-151A-4910-BF41-6A040B65982B}"/>
          </ac:spMkLst>
        </pc:spChg>
        <pc:spChg chg="add">
          <ac:chgData name="Esther McCartney" userId="003ee287-b963-4216-80c2-e989f2d52a36" providerId="ADAL" clId="{60D34955-58AA-448D-AB0D-989AB19BD28A}" dt="2026-02-26T23:27:04.265" v="85" actId="26606"/>
          <ac:spMkLst>
            <pc:docMk/>
            <pc:sldMk cId="2994023099" sldId="474"/>
            <ac:spMk id="26" creationId="{C296EFE4-A70C-4388-9A15-3F657B6615FD}"/>
          </ac:spMkLst>
        </pc:spChg>
        <pc:spChg chg="add">
          <ac:chgData name="Esther McCartney" userId="003ee287-b963-4216-80c2-e989f2d52a36" providerId="ADAL" clId="{60D34955-58AA-448D-AB0D-989AB19BD28A}" dt="2026-02-26T23:27:04.265" v="85" actId="26606"/>
          <ac:spMkLst>
            <pc:docMk/>
            <pc:sldMk cId="2994023099" sldId="474"/>
            <ac:spMk id="28" creationId="{425EBAFC-9388-432A-BCFD-EEA2F410D8EC}"/>
          </ac:spMkLst>
        </pc:spChg>
        <pc:grpChg chg="add">
          <ac:chgData name="Esther McCartney" userId="003ee287-b963-4216-80c2-e989f2d52a36" providerId="ADAL" clId="{60D34955-58AA-448D-AB0D-989AB19BD28A}" dt="2026-02-26T23:27:04.265" v="85" actId="26606"/>
          <ac:grpSpMkLst>
            <pc:docMk/>
            <pc:sldMk cId="2994023099" sldId="474"/>
            <ac:grpSpMk id="11" creationId="{7084313B-C03D-4981-9786-879159A60395}"/>
          </ac:grpSpMkLst>
        </pc:grpChg>
      </pc:sldChg>
      <pc:sldChg chg="addSp delSp modSp mod">
        <pc:chgData name="Esther McCartney" userId="003ee287-b963-4216-80c2-e989f2d52a36" providerId="ADAL" clId="{60D34955-58AA-448D-AB0D-989AB19BD28A}" dt="2026-02-26T23:28:03.025" v="96" actId="207"/>
        <pc:sldMkLst>
          <pc:docMk/>
          <pc:sldMk cId="3870916255" sldId="476"/>
        </pc:sldMkLst>
        <pc:spChg chg="mod">
          <ac:chgData name="Esther McCartney" userId="003ee287-b963-4216-80c2-e989f2d52a36" providerId="ADAL" clId="{60D34955-58AA-448D-AB0D-989AB19BD28A}" dt="2026-02-26T23:27:52.862" v="94" actId="1076"/>
          <ac:spMkLst>
            <pc:docMk/>
            <pc:sldMk cId="3870916255" sldId="476"/>
            <ac:spMk id="2" creationId="{00000000-0000-0000-0000-000000000000}"/>
          </ac:spMkLst>
        </pc:spChg>
        <pc:spChg chg="del mod">
          <ac:chgData name="Esther McCartney" userId="003ee287-b963-4216-80c2-e989f2d52a36" providerId="ADAL" clId="{60D34955-58AA-448D-AB0D-989AB19BD28A}" dt="2026-02-26T23:27:41.033" v="92" actId="26606"/>
          <ac:spMkLst>
            <pc:docMk/>
            <pc:sldMk cId="3870916255" sldId="476"/>
            <ac:spMk id="4" creationId="{00000000-0000-0000-0000-000000000000}"/>
          </ac:spMkLst>
        </pc:spChg>
        <pc:spChg chg="mod">
          <ac:chgData name="Esther McCartney" userId="003ee287-b963-4216-80c2-e989f2d52a36" providerId="ADAL" clId="{60D34955-58AA-448D-AB0D-989AB19BD28A}" dt="2026-02-26T23:28:03.025" v="96" actId="207"/>
          <ac:spMkLst>
            <pc:docMk/>
            <pc:sldMk cId="3870916255" sldId="476"/>
            <ac:spMk id="6" creationId="{9D81D9B5-B3AD-C56A-7714-EA8E7E9498E7}"/>
          </ac:spMkLst>
        </pc:spChg>
        <pc:graphicFrameChg chg="add">
          <ac:chgData name="Esther McCartney" userId="003ee287-b963-4216-80c2-e989f2d52a36" providerId="ADAL" clId="{60D34955-58AA-448D-AB0D-989AB19BD28A}" dt="2026-02-26T23:27:41.033" v="92" actId="26606"/>
          <ac:graphicFrameMkLst>
            <pc:docMk/>
            <pc:sldMk cId="3870916255" sldId="476"/>
            <ac:graphicFrameMk id="8" creationId="{C74D6B63-F67D-7A01-2A04-B6D08D03A210}"/>
          </ac:graphicFrameMkLst>
        </pc:graphicFrameChg>
      </pc:sldChg>
      <pc:sldChg chg="addSp delSp modSp mod">
        <pc:chgData name="Esther McCartney" userId="003ee287-b963-4216-80c2-e989f2d52a36" providerId="ADAL" clId="{60D34955-58AA-448D-AB0D-989AB19BD28A}" dt="2026-02-26T23:28:23.068" v="99" actId="1076"/>
        <pc:sldMkLst>
          <pc:docMk/>
          <pc:sldMk cId="3914581116" sldId="477"/>
        </pc:sldMkLst>
        <pc:spChg chg="del mod">
          <ac:chgData name="Esther McCartney" userId="003ee287-b963-4216-80c2-e989f2d52a36" providerId="ADAL" clId="{60D34955-58AA-448D-AB0D-989AB19BD28A}" dt="2026-02-26T23:28:12.874" v="97" actId="26606"/>
          <ac:spMkLst>
            <pc:docMk/>
            <pc:sldMk cId="3914581116" sldId="477"/>
            <ac:spMk id="2" creationId="{00000000-0000-0000-0000-000000000000}"/>
          </ac:spMkLst>
        </pc:spChg>
        <pc:spChg chg="mod">
          <ac:chgData name="Esther McCartney" userId="003ee287-b963-4216-80c2-e989f2d52a36" providerId="ADAL" clId="{60D34955-58AA-448D-AB0D-989AB19BD28A}" dt="2026-02-26T23:23:34.888" v="25" actId="27636"/>
          <ac:spMkLst>
            <pc:docMk/>
            <pc:sldMk cId="3914581116" sldId="477"/>
            <ac:spMk id="4" creationId="{00000000-0000-0000-0000-000000000000}"/>
          </ac:spMkLst>
        </pc:spChg>
        <pc:spChg chg="mod">
          <ac:chgData name="Esther McCartney" userId="003ee287-b963-4216-80c2-e989f2d52a36" providerId="ADAL" clId="{60D34955-58AA-448D-AB0D-989AB19BD28A}" dt="2026-02-26T23:28:23.068" v="99" actId="1076"/>
          <ac:spMkLst>
            <pc:docMk/>
            <pc:sldMk cId="3914581116" sldId="477"/>
            <ac:spMk id="6" creationId="{9D81D9B5-B3AD-C56A-7714-EA8E7E9498E7}"/>
          </ac:spMkLst>
        </pc:spChg>
        <pc:graphicFrameChg chg="add">
          <ac:chgData name="Esther McCartney" userId="003ee287-b963-4216-80c2-e989f2d52a36" providerId="ADAL" clId="{60D34955-58AA-448D-AB0D-989AB19BD28A}" dt="2026-02-26T23:28:12.874" v="97" actId="26606"/>
          <ac:graphicFrameMkLst>
            <pc:docMk/>
            <pc:sldMk cId="3914581116" sldId="477"/>
            <ac:graphicFrameMk id="8" creationId="{8E07D427-28FF-3C24-ED9C-F5B7E8CAAD27}"/>
          </ac:graphicFrameMkLst>
        </pc:graphicFrameChg>
      </pc:sldChg>
      <pc:sldChg chg="addSp delSp modSp mod">
        <pc:chgData name="Esther McCartney" userId="003ee287-b963-4216-80c2-e989f2d52a36" providerId="ADAL" clId="{60D34955-58AA-448D-AB0D-989AB19BD28A}" dt="2026-02-26T23:28:48.555" v="104" actId="207"/>
        <pc:sldMkLst>
          <pc:docMk/>
          <pc:sldMk cId="3763113330" sldId="478"/>
        </pc:sldMkLst>
        <pc:spChg chg="del">
          <ac:chgData name="Esther McCartney" userId="003ee287-b963-4216-80c2-e989f2d52a36" providerId="ADAL" clId="{60D34955-58AA-448D-AB0D-989AB19BD28A}" dt="2026-02-26T23:28:42.122" v="101" actId="478"/>
          <ac:spMkLst>
            <pc:docMk/>
            <pc:sldMk cId="3763113330" sldId="478"/>
            <ac:spMk id="2" creationId="{00000000-0000-0000-0000-000000000000}"/>
          </ac:spMkLst>
        </pc:spChg>
        <pc:spChg chg="del mod">
          <ac:chgData name="Esther McCartney" userId="003ee287-b963-4216-80c2-e989f2d52a36" providerId="ADAL" clId="{60D34955-58AA-448D-AB0D-989AB19BD28A}" dt="2026-02-26T23:28:37.211" v="100" actId="26606"/>
          <ac:spMkLst>
            <pc:docMk/>
            <pc:sldMk cId="3763113330" sldId="478"/>
            <ac:spMk id="4" creationId="{00000000-0000-0000-0000-000000000000}"/>
          </ac:spMkLst>
        </pc:spChg>
        <pc:spChg chg="add del mod">
          <ac:chgData name="Esther McCartney" userId="003ee287-b963-4216-80c2-e989f2d52a36" providerId="ADAL" clId="{60D34955-58AA-448D-AB0D-989AB19BD28A}" dt="2026-02-26T23:28:43.404" v="102" actId="478"/>
          <ac:spMkLst>
            <pc:docMk/>
            <pc:sldMk cId="3763113330" sldId="478"/>
            <ac:spMk id="5" creationId="{65CC9523-175D-B542-6FBE-A30B7B391FAD}"/>
          </ac:spMkLst>
        </pc:spChg>
        <pc:spChg chg="mod">
          <ac:chgData name="Esther McCartney" userId="003ee287-b963-4216-80c2-e989f2d52a36" providerId="ADAL" clId="{60D34955-58AA-448D-AB0D-989AB19BD28A}" dt="2026-02-26T23:28:48.555" v="104" actId="207"/>
          <ac:spMkLst>
            <pc:docMk/>
            <pc:sldMk cId="3763113330" sldId="478"/>
            <ac:spMk id="6" creationId="{9D81D9B5-B3AD-C56A-7714-EA8E7E9498E7}"/>
          </ac:spMkLst>
        </pc:spChg>
        <pc:graphicFrameChg chg="add">
          <ac:chgData name="Esther McCartney" userId="003ee287-b963-4216-80c2-e989f2d52a36" providerId="ADAL" clId="{60D34955-58AA-448D-AB0D-989AB19BD28A}" dt="2026-02-26T23:28:37.211" v="100" actId="26606"/>
          <ac:graphicFrameMkLst>
            <pc:docMk/>
            <pc:sldMk cId="3763113330" sldId="478"/>
            <ac:graphicFrameMk id="8" creationId="{4A8F5CA3-1CBE-097C-9CBE-DD04F6DECA7B}"/>
          </ac:graphicFrameMkLst>
        </pc:graphicFrameChg>
      </pc:sldChg>
      <pc:sldChg chg="addSp delSp modSp mod">
        <pc:chgData name="Esther McCartney" userId="003ee287-b963-4216-80c2-e989f2d52a36" providerId="ADAL" clId="{60D34955-58AA-448D-AB0D-989AB19BD28A}" dt="2026-02-26T23:29:31.538" v="112" actId="1076"/>
        <pc:sldMkLst>
          <pc:docMk/>
          <pc:sldMk cId="3756184029" sldId="479"/>
        </pc:sldMkLst>
        <pc:spChg chg="mod">
          <ac:chgData name="Esther McCartney" userId="003ee287-b963-4216-80c2-e989f2d52a36" providerId="ADAL" clId="{60D34955-58AA-448D-AB0D-989AB19BD28A}" dt="2026-02-26T23:29:25.243" v="110" actId="1076"/>
          <ac:spMkLst>
            <pc:docMk/>
            <pc:sldMk cId="3756184029" sldId="479"/>
            <ac:spMk id="2" creationId="{00000000-0000-0000-0000-000000000000}"/>
          </ac:spMkLst>
        </pc:spChg>
        <pc:spChg chg="del mod">
          <ac:chgData name="Esther McCartney" userId="003ee287-b963-4216-80c2-e989f2d52a36" providerId="ADAL" clId="{60D34955-58AA-448D-AB0D-989AB19BD28A}" dt="2026-02-26T23:29:07.152" v="105" actId="26606"/>
          <ac:spMkLst>
            <pc:docMk/>
            <pc:sldMk cId="3756184029" sldId="479"/>
            <ac:spMk id="4" creationId="{00000000-0000-0000-0000-000000000000}"/>
          </ac:spMkLst>
        </pc:spChg>
        <pc:spChg chg="mod">
          <ac:chgData name="Esther McCartney" userId="003ee287-b963-4216-80c2-e989f2d52a36" providerId="ADAL" clId="{60D34955-58AA-448D-AB0D-989AB19BD28A}" dt="2026-02-26T23:29:19.602" v="108" actId="1076"/>
          <ac:spMkLst>
            <pc:docMk/>
            <pc:sldMk cId="3756184029" sldId="479"/>
            <ac:spMk id="5" creationId="{00000000-0000-0000-0000-000000000000}"/>
          </ac:spMkLst>
        </pc:spChg>
        <pc:spChg chg="mod">
          <ac:chgData name="Esther McCartney" userId="003ee287-b963-4216-80c2-e989f2d52a36" providerId="ADAL" clId="{60D34955-58AA-448D-AB0D-989AB19BD28A}" dt="2026-02-26T23:29:31.538" v="112" actId="1076"/>
          <ac:spMkLst>
            <pc:docMk/>
            <pc:sldMk cId="3756184029" sldId="479"/>
            <ac:spMk id="6" creationId="{9D81D9B5-B3AD-C56A-7714-EA8E7E9498E7}"/>
          </ac:spMkLst>
        </pc:spChg>
        <pc:graphicFrameChg chg="add mod">
          <ac:chgData name="Esther McCartney" userId="003ee287-b963-4216-80c2-e989f2d52a36" providerId="ADAL" clId="{60D34955-58AA-448D-AB0D-989AB19BD28A}" dt="2026-02-26T23:29:22.436" v="109" actId="1076"/>
          <ac:graphicFrameMkLst>
            <pc:docMk/>
            <pc:sldMk cId="3756184029" sldId="479"/>
            <ac:graphicFrameMk id="8" creationId="{4547CDC9-BC97-30DA-7481-E9534B4E8EE7}"/>
          </ac:graphicFrameMkLst>
        </pc:graphicFrameChg>
      </pc:sldChg>
      <pc:sldChg chg="addSp modSp mod setBg">
        <pc:chgData name="Esther McCartney" userId="003ee287-b963-4216-80c2-e989f2d52a36" providerId="ADAL" clId="{60D34955-58AA-448D-AB0D-989AB19BD28A}" dt="2026-02-26T23:29:41.995" v="116" actId="20577"/>
        <pc:sldMkLst>
          <pc:docMk/>
          <pc:sldMk cId="483763812" sldId="480"/>
        </pc:sldMkLst>
        <pc:spChg chg="mod">
          <ac:chgData name="Esther McCartney" userId="003ee287-b963-4216-80c2-e989f2d52a36" providerId="ADAL" clId="{60D34955-58AA-448D-AB0D-989AB19BD28A}" dt="2026-02-26T23:29:41.995" v="116" actId="20577"/>
          <ac:spMkLst>
            <pc:docMk/>
            <pc:sldMk cId="483763812" sldId="480"/>
            <ac:spMk id="3" creationId="{3E735150-9828-4453-F8F1-B7371D749792}"/>
          </ac:spMkLst>
        </pc:spChg>
        <pc:spChg chg="mod">
          <ac:chgData name="Esther McCartney" userId="003ee287-b963-4216-80c2-e989f2d52a36" providerId="ADAL" clId="{60D34955-58AA-448D-AB0D-989AB19BD28A}" dt="2026-02-26T23:29:36.266" v="113" actId="26606"/>
          <ac:spMkLst>
            <pc:docMk/>
            <pc:sldMk cId="483763812" sldId="480"/>
            <ac:spMk id="6" creationId="{9D81D9B5-B3AD-C56A-7714-EA8E7E9498E7}"/>
          </ac:spMkLst>
        </pc:spChg>
        <pc:spChg chg="add">
          <ac:chgData name="Esther McCartney" userId="003ee287-b963-4216-80c2-e989f2d52a36" providerId="ADAL" clId="{60D34955-58AA-448D-AB0D-989AB19BD28A}" dt="2026-02-26T23:29:36.266" v="113" actId="26606"/>
          <ac:spMkLst>
            <pc:docMk/>
            <pc:sldMk cId="483763812" sldId="480"/>
            <ac:spMk id="22" creationId="{20E145FF-1D18-4246-A2BA-9F6B4D53364C}"/>
          </ac:spMkLst>
        </pc:spChg>
        <pc:spChg chg="add">
          <ac:chgData name="Esther McCartney" userId="003ee287-b963-4216-80c2-e989f2d52a36" providerId="ADAL" clId="{60D34955-58AA-448D-AB0D-989AB19BD28A}" dt="2026-02-26T23:29:36.266" v="113" actId="26606"/>
          <ac:spMkLst>
            <pc:docMk/>
            <pc:sldMk cId="483763812" sldId="480"/>
            <ac:spMk id="24" creationId="{B219AE65-9B94-44EA-BEF3-EF4BFA169C81}"/>
          </ac:spMkLst>
        </pc:spChg>
        <pc:spChg chg="add">
          <ac:chgData name="Esther McCartney" userId="003ee287-b963-4216-80c2-e989f2d52a36" providerId="ADAL" clId="{60D34955-58AA-448D-AB0D-989AB19BD28A}" dt="2026-02-26T23:29:36.266" v="113" actId="26606"/>
          <ac:spMkLst>
            <pc:docMk/>
            <pc:sldMk cId="483763812" sldId="480"/>
            <ac:spMk id="26" creationId="{F0C81A57-9CD5-461B-8FFE-4A8CB6CFBE01}"/>
          </ac:spMkLst>
        </pc:spChg>
        <pc:grpChg chg="add">
          <ac:chgData name="Esther McCartney" userId="003ee287-b963-4216-80c2-e989f2d52a36" providerId="ADAL" clId="{60D34955-58AA-448D-AB0D-989AB19BD28A}" dt="2026-02-26T23:29:36.266" v="113" actId="26606"/>
          <ac:grpSpMkLst>
            <pc:docMk/>
            <pc:sldMk cId="483763812" sldId="480"/>
            <ac:grpSpMk id="11" creationId="{7084313B-C03D-4981-9786-879159A60395}"/>
          </ac:grpSpMkLst>
        </pc:grpChg>
        <pc:grpChg chg="add">
          <ac:chgData name="Esther McCartney" userId="003ee287-b963-4216-80c2-e989f2d52a36" providerId="ADAL" clId="{60D34955-58AA-448D-AB0D-989AB19BD28A}" dt="2026-02-26T23:29:36.266" v="113" actId="26606"/>
          <ac:grpSpMkLst>
            <pc:docMk/>
            <pc:sldMk cId="483763812" sldId="480"/>
            <ac:grpSpMk id="28" creationId="{3086C462-37F4-494D-8292-CCB95221CC1A}"/>
          </ac:grpSpMkLst>
        </pc:grpChg>
        <pc:cxnChg chg="add">
          <ac:chgData name="Esther McCartney" userId="003ee287-b963-4216-80c2-e989f2d52a36" providerId="ADAL" clId="{60D34955-58AA-448D-AB0D-989AB19BD28A}" dt="2026-02-26T23:29:36.266" v="113" actId="26606"/>
          <ac:cxnSpMkLst>
            <pc:docMk/>
            <pc:sldMk cId="483763812" sldId="480"/>
            <ac:cxnSpMk id="32" creationId="{AD23B2CD-009B-425A-9616-1E1AD1D5AB46}"/>
          </ac:cxnSpMkLst>
        </pc:cxnChg>
      </pc:sldChg>
      <pc:sldChg chg="addSp modSp mod setBg">
        <pc:chgData name="Esther McCartney" userId="003ee287-b963-4216-80c2-e989f2d52a36" providerId="ADAL" clId="{60D34955-58AA-448D-AB0D-989AB19BD28A}" dt="2026-02-26T23:29:46.086" v="117" actId="26606"/>
        <pc:sldMkLst>
          <pc:docMk/>
          <pc:sldMk cId="1305485547" sldId="481"/>
        </pc:sldMkLst>
        <pc:spChg chg="mod">
          <ac:chgData name="Esther McCartney" userId="003ee287-b963-4216-80c2-e989f2d52a36" providerId="ADAL" clId="{60D34955-58AA-448D-AB0D-989AB19BD28A}" dt="2026-02-26T23:29:46.086" v="117" actId="26606"/>
          <ac:spMkLst>
            <pc:docMk/>
            <pc:sldMk cId="1305485547" sldId="481"/>
            <ac:spMk id="3" creationId="{3E735150-9828-4453-F8F1-B7371D749792}"/>
          </ac:spMkLst>
        </pc:spChg>
        <pc:spChg chg="mod">
          <ac:chgData name="Esther McCartney" userId="003ee287-b963-4216-80c2-e989f2d52a36" providerId="ADAL" clId="{60D34955-58AA-448D-AB0D-989AB19BD28A}" dt="2026-02-26T23:29:46.086" v="117" actId="26606"/>
          <ac:spMkLst>
            <pc:docMk/>
            <pc:sldMk cId="1305485547" sldId="481"/>
            <ac:spMk id="6" creationId="{9D81D9B5-B3AD-C56A-7714-EA8E7E9498E7}"/>
          </ac:spMkLst>
        </pc:spChg>
        <pc:spChg chg="add">
          <ac:chgData name="Esther McCartney" userId="003ee287-b963-4216-80c2-e989f2d52a36" providerId="ADAL" clId="{60D34955-58AA-448D-AB0D-989AB19BD28A}" dt="2026-02-26T23:29:46.086" v="117" actId="26606"/>
          <ac:spMkLst>
            <pc:docMk/>
            <pc:sldMk cId="1305485547" sldId="481"/>
            <ac:spMk id="22" creationId="{20E145FF-1D18-4246-A2BA-9F6B4D53364C}"/>
          </ac:spMkLst>
        </pc:spChg>
        <pc:spChg chg="add">
          <ac:chgData name="Esther McCartney" userId="003ee287-b963-4216-80c2-e989f2d52a36" providerId="ADAL" clId="{60D34955-58AA-448D-AB0D-989AB19BD28A}" dt="2026-02-26T23:29:46.086" v="117" actId="26606"/>
          <ac:spMkLst>
            <pc:docMk/>
            <pc:sldMk cId="1305485547" sldId="481"/>
            <ac:spMk id="24" creationId="{B219AE65-9B94-44EA-BEF3-EF4BFA169C81}"/>
          </ac:spMkLst>
        </pc:spChg>
        <pc:spChg chg="add">
          <ac:chgData name="Esther McCartney" userId="003ee287-b963-4216-80c2-e989f2d52a36" providerId="ADAL" clId="{60D34955-58AA-448D-AB0D-989AB19BD28A}" dt="2026-02-26T23:29:46.086" v="117" actId="26606"/>
          <ac:spMkLst>
            <pc:docMk/>
            <pc:sldMk cId="1305485547" sldId="481"/>
            <ac:spMk id="26" creationId="{F0C81A57-9CD5-461B-8FFE-4A8CB6CFBE01}"/>
          </ac:spMkLst>
        </pc:spChg>
        <pc:grpChg chg="add">
          <ac:chgData name="Esther McCartney" userId="003ee287-b963-4216-80c2-e989f2d52a36" providerId="ADAL" clId="{60D34955-58AA-448D-AB0D-989AB19BD28A}" dt="2026-02-26T23:29:46.086" v="117" actId="26606"/>
          <ac:grpSpMkLst>
            <pc:docMk/>
            <pc:sldMk cId="1305485547" sldId="481"/>
            <ac:grpSpMk id="11" creationId="{7084313B-C03D-4981-9786-879159A60395}"/>
          </ac:grpSpMkLst>
        </pc:grpChg>
        <pc:grpChg chg="add">
          <ac:chgData name="Esther McCartney" userId="003ee287-b963-4216-80c2-e989f2d52a36" providerId="ADAL" clId="{60D34955-58AA-448D-AB0D-989AB19BD28A}" dt="2026-02-26T23:29:46.086" v="117" actId="26606"/>
          <ac:grpSpMkLst>
            <pc:docMk/>
            <pc:sldMk cId="1305485547" sldId="481"/>
            <ac:grpSpMk id="28" creationId="{3086C462-37F4-494D-8292-CCB95221CC1A}"/>
          </ac:grpSpMkLst>
        </pc:grpChg>
        <pc:cxnChg chg="add">
          <ac:chgData name="Esther McCartney" userId="003ee287-b963-4216-80c2-e989f2d52a36" providerId="ADAL" clId="{60D34955-58AA-448D-AB0D-989AB19BD28A}" dt="2026-02-26T23:29:46.086" v="117" actId="26606"/>
          <ac:cxnSpMkLst>
            <pc:docMk/>
            <pc:sldMk cId="1305485547" sldId="481"/>
            <ac:cxnSpMk id="32" creationId="{AD23B2CD-009B-425A-9616-1E1AD1D5AB46}"/>
          </ac:cxnSpMkLst>
        </pc:cxnChg>
      </pc:sldChg>
      <pc:sldChg chg="modSp mod">
        <pc:chgData name="Esther McCartney" userId="003ee287-b963-4216-80c2-e989f2d52a36" providerId="ADAL" clId="{60D34955-58AA-448D-AB0D-989AB19BD28A}" dt="2026-02-26T23:30:19.153" v="121" actId="1076"/>
        <pc:sldMkLst>
          <pc:docMk/>
          <pc:sldMk cId="541616994" sldId="482"/>
        </pc:sldMkLst>
        <pc:spChg chg="mod">
          <ac:chgData name="Esther McCartney" userId="003ee287-b963-4216-80c2-e989f2d52a36" providerId="ADAL" clId="{60D34955-58AA-448D-AB0D-989AB19BD28A}" dt="2026-02-26T23:30:13.680" v="119" actId="1076"/>
          <ac:spMkLst>
            <pc:docMk/>
            <pc:sldMk cId="541616994" sldId="482"/>
            <ac:spMk id="2" creationId="{00000000-0000-0000-0000-000000000000}"/>
          </ac:spMkLst>
        </pc:spChg>
        <pc:spChg chg="mod">
          <ac:chgData name="Esther McCartney" userId="003ee287-b963-4216-80c2-e989f2d52a36" providerId="ADAL" clId="{60D34955-58AA-448D-AB0D-989AB19BD28A}" dt="2026-02-26T23:30:08.968" v="118" actId="1076"/>
          <ac:spMkLst>
            <pc:docMk/>
            <pc:sldMk cId="541616994" sldId="482"/>
            <ac:spMk id="4" creationId="{00000000-0000-0000-0000-000000000000}"/>
          </ac:spMkLst>
        </pc:spChg>
        <pc:spChg chg="mod">
          <ac:chgData name="Esther McCartney" userId="003ee287-b963-4216-80c2-e989f2d52a36" providerId="ADAL" clId="{60D34955-58AA-448D-AB0D-989AB19BD28A}" dt="2026-02-26T23:30:19.153" v="121" actId="1076"/>
          <ac:spMkLst>
            <pc:docMk/>
            <pc:sldMk cId="541616994" sldId="482"/>
            <ac:spMk id="6" creationId="{9D81D9B5-B3AD-C56A-7714-EA8E7E9498E7}"/>
          </ac:spMkLst>
        </pc:spChg>
      </pc:sldChg>
      <pc:sldChg chg="addSp modSp mod setBg">
        <pc:chgData name="Esther McCartney" userId="003ee287-b963-4216-80c2-e989f2d52a36" providerId="ADAL" clId="{60D34955-58AA-448D-AB0D-989AB19BD28A}" dt="2026-02-26T23:30:30.402" v="125" actId="20577"/>
        <pc:sldMkLst>
          <pc:docMk/>
          <pc:sldMk cId="1697476969" sldId="483"/>
        </pc:sldMkLst>
        <pc:spChg chg="mod">
          <ac:chgData name="Esther McCartney" userId="003ee287-b963-4216-80c2-e989f2d52a36" providerId="ADAL" clId="{60D34955-58AA-448D-AB0D-989AB19BD28A}" dt="2026-02-26T23:30:30.402" v="125" actId="20577"/>
          <ac:spMkLst>
            <pc:docMk/>
            <pc:sldMk cId="1697476969" sldId="483"/>
            <ac:spMk id="3" creationId="{3E735150-9828-4453-F8F1-B7371D749792}"/>
          </ac:spMkLst>
        </pc:spChg>
        <pc:spChg chg="mod">
          <ac:chgData name="Esther McCartney" userId="003ee287-b963-4216-80c2-e989f2d52a36" providerId="ADAL" clId="{60D34955-58AA-448D-AB0D-989AB19BD28A}" dt="2026-02-26T23:30:25.448" v="122" actId="26606"/>
          <ac:spMkLst>
            <pc:docMk/>
            <pc:sldMk cId="1697476969" sldId="483"/>
            <ac:spMk id="6" creationId="{9D81D9B5-B3AD-C56A-7714-EA8E7E9498E7}"/>
          </ac:spMkLst>
        </pc:spChg>
        <pc:spChg chg="add">
          <ac:chgData name="Esther McCartney" userId="003ee287-b963-4216-80c2-e989f2d52a36" providerId="ADAL" clId="{60D34955-58AA-448D-AB0D-989AB19BD28A}" dt="2026-02-26T23:30:25.448" v="122" actId="26606"/>
          <ac:spMkLst>
            <pc:docMk/>
            <pc:sldMk cId="1697476969" sldId="483"/>
            <ac:spMk id="22" creationId="{20E145FF-1D18-4246-A2BA-9F6B4D53364C}"/>
          </ac:spMkLst>
        </pc:spChg>
        <pc:spChg chg="add">
          <ac:chgData name="Esther McCartney" userId="003ee287-b963-4216-80c2-e989f2d52a36" providerId="ADAL" clId="{60D34955-58AA-448D-AB0D-989AB19BD28A}" dt="2026-02-26T23:30:25.448" v="122" actId="26606"/>
          <ac:spMkLst>
            <pc:docMk/>
            <pc:sldMk cId="1697476969" sldId="483"/>
            <ac:spMk id="24" creationId="{712E451E-151A-4910-BF41-6A040B65982B}"/>
          </ac:spMkLst>
        </pc:spChg>
        <pc:spChg chg="add">
          <ac:chgData name="Esther McCartney" userId="003ee287-b963-4216-80c2-e989f2d52a36" providerId="ADAL" clId="{60D34955-58AA-448D-AB0D-989AB19BD28A}" dt="2026-02-26T23:30:25.448" v="122" actId="26606"/>
          <ac:spMkLst>
            <pc:docMk/>
            <pc:sldMk cId="1697476969" sldId="483"/>
            <ac:spMk id="26" creationId="{C296EFE4-A70C-4388-9A15-3F657B6615FD}"/>
          </ac:spMkLst>
        </pc:spChg>
        <pc:spChg chg="add">
          <ac:chgData name="Esther McCartney" userId="003ee287-b963-4216-80c2-e989f2d52a36" providerId="ADAL" clId="{60D34955-58AA-448D-AB0D-989AB19BD28A}" dt="2026-02-26T23:30:25.448" v="122" actId="26606"/>
          <ac:spMkLst>
            <pc:docMk/>
            <pc:sldMk cId="1697476969" sldId="483"/>
            <ac:spMk id="28" creationId="{425EBAFC-9388-432A-BCFD-EEA2F410D8EC}"/>
          </ac:spMkLst>
        </pc:spChg>
        <pc:grpChg chg="add">
          <ac:chgData name="Esther McCartney" userId="003ee287-b963-4216-80c2-e989f2d52a36" providerId="ADAL" clId="{60D34955-58AA-448D-AB0D-989AB19BD28A}" dt="2026-02-26T23:30:25.448" v="122" actId="26606"/>
          <ac:grpSpMkLst>
            <pc:docMk/>
            <pc:sldMk cId="1697476969" sldId="483"/>
            <ac:grpSpMk id="11" creationId="{7084313B-C03D-4981-9786-879159A60395}"/>
          </ac:grpSpMkLst>
        </pc:grpChg>
      </pc:sldChg>
      <pc:sldChg chg="addSp modSp mod setBg">
        <pc:chgData name="Esther McCartney" userId="003ee287-b963-4216-80c2-e989f2d52a36" providerId="ADAL" clId="{60D34955-58AA-448D-AB0D-989AB19BD28A}" dt="2026-02-26T23:30:35.465" v="126" actId="26606"/>
        <pc:sldMkLst>
          <pc:docMk/>
          <pc:sldMk cId="1187389407" sldId="484"/>
        </pc:sldMkLst>
        <pc:spChg chg="mod">
          <ac:chgData name="Esther McCartney" userId="003ee287-b963-4216-80c2-e989f2d52a36" providerId="ADAL" clId="{60D34955-58AA-448D-AB0D-989AB19BD28A}" dt="2026-02-26T23:30:35.465" v="126" actId="26606"/>
          <ac:spMkLst>
            <pc:docMk/>
            <pc:sldMk cId="1187389407" sldId="484"/>
            <ac:spMk id="3" creationId="{3E735150-9828-4453-F8F1-B7371D749792}"/>
          </ac:spMkLst>
        </pc:spChg>
        <pc:spChg chg="mod">
          <ac:chgData name="Esther McCartney" userId="003ee287-b963-4216-80c2-e989f2d52a36" providerId="ADAL" clId="{60D34955-58AA-448D-AB0D-989AB19BD28A}" dt="2026-02-26T23:30:35.465" v="126" actId="26606"/>
          <ac:spMkLst>
            <pc:docMk/>
            <pc:sldMk cId="1187389407" sldId="484"/>
            <ac:spMk id="6" creationId="{9D81D9B5-B3AD-C56A-7714-EA8E7E9498E7}"/>
          </ac:spMkLst>
        </pc:spChg>
        <pc:spChg chg="add">
          <ac:chgData name="Esther McCartney" userId="003ee287-b963-4216-80c2-e989f2d52a36" providerId="ADAL" clId="{60D34955-58AA-448D-AB0D-989AB19BD28A}" dt="2026-02-26T23:30:35.465" v="126" actId="26606"/>
          <ac:spMkLst>
            <pc:docMk/>
            <pc:sldMk cId="1187389407" sldId="484"/>
            <ac:spMk id="22" creationId="{20E145FF-1D18-4246-A2BA-9F6B4D53364C}"/>
          </ac:spMkLst>
        </pc:spChg>
        <pc:spChg chg="add">
          <ac:chgData name="Esther McCartney" userId="003ee287-b963-4216-80c2-e989f2d52a36" providerId="ADAL" clId="{60D34955-58AA-448D-AB0D-989AB19BD28A}" dt="2026-02-26T23:30:35.465" v="126" actId="26606"/>
          <ac:spMkLst>
            <pc:docMk/>
            <pc:sldMk cId="1187389407" sldId="484"/>
            <ac:spMk id="24" creationId="{B219AE65-9B94-44EA-BEF3-EF4BFA169C81}"/>
          </ac:spMkLst>
        </pc:spChg>
        <pc:spChg chg="add">
          <ac:chgData name="Esther McCartney" userId="003ee287-b963-4216-80c2-e989f2d52a36" providerId="ADAL" clId="{60D34955-58AA-448D-AB0D-989AB19BD28A}" dt="2026-02-26T23:30:35.465" v="126" actId="26606"/>
          <ac:spMkLst>
            <pc:docMk/>
            <pc:sldMk cId="1187389407" sldId="484"/>
            <ac:spMk id="26" creationId="{F0C81A57-9CD5-461B-8FFE-4A8CB6CFBE01}"/>
          </ac:spMkLst>
        </pc:spChg>
        <pc:grpChg chg="add">
          <ac:chgData name="Esther McCartney" userId="003ee287-b963-4216-80c2-e989f2d52a36" providerId="ADAL" clId="{60D34955-58AA-448D-AB0D-989AB19BD28A}" dt="2026-02-26T23:30:35.465" v="126" actId="26606"/>
          <ac:grpSpMkLst>
            <pc:docMk/>
            <pc:sldMk cId="1187389407" sldId="484"/>
            <ac:grpSpMk id="11" creationId="{7084313B-C03D-4981-9786-879159A60395}"/>
          </ac:grpSpMkLst>
        </pc:grpChg>
        <pc:grpChg chg="add">
          <ac:chgData name="Esther McCartney" userId="003ee287-b963-4216-80c2-e989f2d52a36" providerId="ADAL" clId="{60D34955-58AA-448D-AB0D-989AB19BD28A}" dt="2026-02-26T23:30:35.465" v="126" actId="26606"/>
          <ac:grpSpMkLst>
            <pc:docMk/>
            <pc:sldMk cId="1187389407" sldId="484"/>
            <ac:grpSpMk id="28" creationId="{3086C462-37F4-494D-8292-CCB95221CC1A}"/>
          </ac:grpSpMkLst>
        </pc:grpChg>
        <pc:cxnChg chg="add">
          <ac:chgData name="Esther McCartney" userId="003ee287-b963-4216-80c2-e989f2d52a36" providerId="ADAL" clId="{60D34955-58AA-448D-AB0D-989AB19BD28A}" dt="2026-02-26T23:30:35.465" v="126" actId="26606"/>
          <ac:cxnSpMkLst>
            <pc:docMk/>
            <pc:sldMk cId="1187389407" sldId="484"/>
            <ac:cxnSpMk id="32" creationId="{AD23B2CD-009B-425A-9616-1E1AD1D5AB46}"/>
          </ac:cxnSpMkLst>
        </pc:cxnChg>
      </pc:sldChg>
      <pc:sldChg chg="addSp modSp mod setBg">
        <pc:chgData name="Esther McCartney" userId="003ee287-b963-4216-80c2-e989f2d52a36" providerId="ADAL" clId="{60D34955-58AA-448D-AB0D-989AB19BD28A}" dt="2026-02-26T23:30:46.361" v="132" actId="20577"/>
        <pc:sldMkLst>
          <pc:docMk/>
          <pc:sldMk cId="1582894983" sldId="485"/>
        </pc:sldMkLst>
        <pc:spChg chg="mod">
          <ac:chgData name="Esther McCartney" userId="003ee287-b963-4216-80c2-e989f2d52a36" providerId="ADAL" clId="{60D34955-58AA-448D-AB0D-989AB19BD28A}" dt="2026-02-26T23:30:46.361" v="132" actId="20577"/>
          <ac:spMkLst>
            <pc:docMk/>
            <pc:sldMk cId="1582894983" sldId="485"/>
            <ac:spMk id="3" creationId="{3E735150-9828-4453-F8F1-B7371D749792}"/>
          </ac:spMkLst>
        </pc:spChg>
        <pc:spChg chg="mod">
          <ac:chgData name="Esther McCartney" userId="003ee287-b963-4216-80c2-e989f2d52a36" providerId="ADAL" clId="{60D34955-58AA-448D-AB0D-989AB19BD28A}" dt="2026-02-26T23:30:40.114" v="127" actId="26606"/>
          <ac:spMkLst>
            <pc:docMk/>
            <pc:sldMk cId="1582894983" sldId="485"/>
            <ac:spMk id="6" creationId="{9D81D9B5-B3AD-C56A-7714-EA8E7E9498E7}"/>
          </ac:spMkLst>
        </pc:spChg>
        <pc:spChg chg="add">
          <ac:chgData name="Esther McCartney" userId="003ee287-b963-4216-80c2-e989f2d52a36" providerId="ADAL" clId="{60D34955-58AA-448D-AB0D-989AB19BD28A}" dt="2026-02-26T23:30:40.114" v="127" actId="26606"/>
          <ac:spMkLst>
            <pc:docMk/>
            <pc:sldMk cId="1582894983" sldId="485"/>
            <ac:spMk id="22" creationId="{20E145FF-1D18-4246-A2BA-9F6B4D53364C}"/>
          </ac:spMkLst>
        </pc:spChg>
        <pc:spChg chg="add">
          <ac:chgData name="Esther McCartney" userId="003ee287-b963-4216-80c2-e989f2d52a36" providerId="ADAL" clId="{60D34955-58AA-448D-AB0D-989AB19BD28A}" dt="2026-02-26T23:30:40.114" v="127" actId="26606"/>
          <ac:spMkLst>
            <pc:docMk/>
            <pc:sldMk cId="1582894983" sldId="485"/>
            <ac:spMk id="24" creationId="{B219AE65-9B94-44EA-BEF3-EF4BFA169C81}"/>
          </ac:spMkLst>
        </pc:spChg>
        <pc:spChg chg="add">
          <ac:chgData name="Esther McCartney" userId="003ee287-b963-4216-80c2-e989f2d52a36" providerId="ADAL" clId="{60D34955-58AA-448D-AB0D-989AB19BD28A}" dt="2026-02-26T23:30:40.114" v="127" actId="26606"/>
          <ac:spMkLst>
            <pc:docMk/>
            <pc:sldMk cId="1582894983" sldId="485"/>
            <ac:spMk id="26" creationId="{F0C81A57-9CD5-461B-8FFE-4A8CB6CFBE01}"/>
          </ac:spMkLst>
        </pc:spChg>
        <pc:grpChg chg="add">
          <ac:chgData name="Esther McCartney" userId="003ee287-b963-4216-80c2-e989f2d52a36" providerId="ADAL" clId="{60D34955-58AA-448D-AB0D-989AB19BD28A}" dt="2026-02-26T23:30:40.114" v="127" actId="26606"/>
          <ac:grpSpMkLst>
            <pc:docMk/>
            <pc:sldMk cId="1582894983" sldId="485"/>
            <ac:grpSpMk id="11" creationId="{7084313B-C03D-4981-9786-879159A60395}"/>
          </ac:grpSpMkLst>
        </pc:grpChg>
        <pc:grpChg chg="add">
          <ac:chgData name="Esther McCartney" userId="003ee287-b963-4216-80c2-e989f2d52a36" providerId="ADAL" clId="{60D34955-58AA-448D-AB0D-989AB19BD28A}" dt="2026-02-26T23:30:40.114" v="127" actId="26606"/>
          <ac:grpSpMkLst>
            <pc:docMk/>
            <pc:sldMk cId="1582894983" sldId="485"/>
            <ac:grpSpMk id="28" creationId="{3086C462-37F4-494D-8292-CCB95221CC1A}"/>
          </ac:grpSpMkLst>
        </pc:grpChg>
        <pc:cxnChg chg="add">
          <ac:chgData name="Esther McCartney" userId="003ee287-b963-4216-80c2-e989f2d52a36" providerId="ADAL" clId="{60D34955-58AA-448D-AB0D-989AB19BD28A}" dt="2026-02-26T23:30:40.114" v="127" actId="26606"/>
          <ac:cxnSpMkLst>
            <pc:docMk/>
            <pc:sldMk cId="1582894983" sldId="485"/>
            <ac:cxnSpMk id="32" creationId="{AD23B2CD-009B-425A-9616-1E1AD1D5AB46}"/>
          </ac:cxnSpMkLst>
        </pc:cxnChg>
      </pc:sldChg>
      <pc:sldChg chg="addSp modSp mod setBg">
        <pc:chgData name="Esther McCartney" userId="003ee287-b963-4216-80c2-e989f2d52a36" providerId="ADAL" clId="{60D34955-58AA-448D-AB0D-989AB19BD28A}" dt="2026-02-26T23:30:53.850" v="133" actId="26606"/>
        <pc:sldMkLst>
          <pc:docMk/>
          <pc:sldMk cId="2841596770" sldId="486"/>
        </pc:sldMkLst>
        <pc:spChg chg="mod">
          <ac:chgData name="Esther McCartney" userId="003ee287-b963-4216-80c2-e989f2d52a36" providerId="ADAL" clId="{60D34955-58AA-448D-AB0D-989AB19BD28A}" dt="2026-02-26T23:30:53.850" v="133" actId="26606"/>
          <ac:spMkLst>
            <pc:docMk/>
            <pc:sldMk cId="2841596770" sldId="486"/>
            <ac:spMk id="3" creationId="{3E735150-9828-4453-F8F1-B7371D749792}"/>
          </ac:spMkLst>
        </pc:spChg>
        <pc:spChg chg="mod">
          <ac:chgData name="Esther McCartney" userId="003ee287-b963-4216-80c2-e989f2d52a36" providerId="ADAL" clId="{60D34955-58AA-448D-AB0D-989AB19BD28A}" dt="2026-02-26T23:30:53.850" v="133" actId="26606"/>
          <ac:spMkLst>
            <pc:docMk/>
            <pc:sldMk cId="2841596770" sldId="486"/>
            <ac:spMk id="6" creationId="{9D81D9B5-B3AD-C56A-7714-EA8E7E9498E7}"/>
          </ac:spMkLst>
        </pc:spChg>
        <pc:spChg chg="add">
          <ac:chgData name="Esther McCartney" userId="003ee287-b963-4216-80c2-e989f2d52a36" providerId="ADAL" clId="{60D34955-58AA-448D-AB0D-989AB19BD28A}" dt="2026-02-26T23:30:53.850" v="133" actId="26606"/>
          <ac:spMkLst>
            <pc:docMk/>
            <pc:sldMk cId="2841596770" sldId="486"/>
            <ac:spMk id="22" creationId="{20E145FF-1D18-4246-A2BA-9F6B4D53364C}"/>
          </ac:spMkLst>
        </pc:spChg>
        <pc:spChg chg="add">
          <ac:chgData name="Esther McCartney" userId="003ee287-b963-4216-80c2-e989f2d52a36" providerId="ADAL" clId="{60D34955-58AA-448D-AB0D-989AB19BD28A}" dt="2026-02-26T23:30:53.850" v="133" actId="26606"/>
          <ac:spMkLst>
            <pc:docMk/>
            <pc:sldMk cId="2841596770" sldId="486"/>
            <ac:spMk id="24" creationId="{B219AE65-9B94-44EA-BEF3-EF4BFA169C81}"/>
          </ac:spMkLst>
        </pc:spChg>
        <pc:spChg chg="add">
          <ac:chgData name="Esther McCartney" userId="003ee287-b963-4216-80c2-e989f2d52a36" providerId="ADAL" clId="{60D34955-58AA-448D-AB0D-989AB19BD28A}" dt="2026-02-26T23:30:53.850" v="133" actId="26606"/>
          <ac:spMkLst>
            <pc:docMk/>
            <pc:sldMk cId="2841596770" sldId="486"/>
            <ac:spMk id="26" creationId="{F0C81A57-9CD5-461B-8FFE-4A8CB6CFBE01}"/>
          </ac:spMkLst>
        </pc:spChg>
        <pc:grpChg chg="add">
          <ac:chgData name="Esther McCartney" userId="003ee287-b963-4216-80c2-e989f2d52a36" providerId="ADAL" clId="{60D34955-58AA-448D-AB0D-989AB19BD28A}" dt="2026-02-26T23:30:53.850" v="133" actId="26606"/>
          <ac:grpSpMkLst>
            <pc:docMk/>
            <pc:sldMk cId="2841596770" sldId="486"/>
            <ac:grpSpMk id="11" creationId="{7084313B-C03D-4981-9786-879159A60395}"/>
          </ac:grpSpMkLst>
        </pc:grpChg>
        <pc:grpChg chg="add">
          <ac:chgData name="Esther McCartney" userId="003ee287-b963-4216-80c2-e989f2d52a36" providerId="ADAL" clId="{60D34955-58AA-448D-AB0D-989AB19BD28A}" dt="2026-02-26T23:30:53.850" v="133" actId="26606"/>
          <ac:grpSpMkLst>
            <pc:docMk/>
            <pc:sldMk cId="2841596770" sldId="486"/>
            <ac:grpSpMk id="28" creationId="{3086C462-37F4-494D-8292-CCB95221CC1A}"/>
          </ac:grpSpMkLst>
        </pc:grpChg>
        <pc:cxnChg chg="add">
          <ac:chgData name="Esther McCartney" userId="003ee287-b963-4216-80c2-e989f2d52a36" providerId="ADAL" clId="{60D34955-58AA-448D-AB0D-989AB19BD28A}" dt="2026-02-26T23:30:53.850" v="133" actId="26606"/>
          <ac:cxnSpMkLst>
            <pc:docMk/>
            <pc:sldMk cId="2841596770" sldId="486"/>
            <ac:cxnSpMk id="32" creationId="{AD23B2CD-009B-425A-9616-1E1AD1D5AB46}"/>
          </ac:cxnSpMkLst>
        </pc:cxnChg>
      </pc:sldChg>
      <pc:sldChg chg="addSp modSp mod setBg">
        <pc:chgData name="Esther McCartney" userId="003ee287-b963-4216-80c2-e989f2d52a36" providerId="ADAL" clId="{60D34955-58AA-448D-AB0D-989AB19BD28A}" dt="2026-02-26T23:31:00.471" v="134" actId="26606"/>
        <pc:sldMkLst>
          <pc:docMk/>
          <pc:sldMk cId="3188530108" sldId="487"/>
        </pc:sldMkLst>
        <pc:spChg chg="mod">
          <ac:chgData name="Esther McCartney" userId="003ee287-b963-4216-80c2-e989f2d52a36" providerId="ADAL" clId="{60D34955-58AA-448D-AB0D-989AB19BD28A}" dt="2026-02-26T23:31:00.471" v="134" actId="26606"/>
          <ac:spMkLst>
            <pc:docMk/>
            <pc:sldMk cId="3188530108" sldId="487"/>
            <ac:spMk id="3" creationId="{3E735150-9828-4453-F8F1-B7371D749792}"/>
          </ac:spMkLst>
        </pc:spChg>
        <pc:spChg chg="mod">
          <ac:chgData name="Esther McCartney" userId="003ee287-b963-4216-80c2-e989f2d52a36" providerId="ADAL" clId="{60D34955-58AA-448D-AB0D-989AB19BD28A}" dt="2026-02-26T23:31:00.471" v="134" actId="26606"/>
          <ac:spMkLst>
            <pc:docMk/>
            <pc:sldMk cId="3188530108" sldId="487"/>
            <ac:spMk id="6" creationId="{9D81D9B5-B3AD-C56A-7714-EA8E7E9498E7}"/>
          </ac:spMkLst>
        </pc:spChg>
        <pc:spChg chg="add">
          <ac:chgData name="Esther McCartney" userId="003ee287-b963-4216-80c2-e989f2d52a36" providerId="ADAL" clId="{60D34955-58AA-448D-AB0D-989AB19BD28A}" dt="2026-02-26T23:31:00.471" v="134" actId="26606"/>
          <ac:spMkLst>
            <pc:docMk/>
            <pc:sldMk cId="3188530108" sldId="487"/>
            <ac:spMk id="22" creationId="{20E145FF-1D18-4246-A2BA-9F6B4D53364C}"/>
          </ac:spMkLst>
        </pc:spChg>
        <pc:spChg chg="add">
          <ac:chgData name="Esther McCartney" userId="003ee287-b963-4216-80c2-e989f2d52a36" providerId="ADAL" clId="{60D34955-58AA-448D-AB0D-989AB19BD28A}" dt="2026-02-26T23:31:00.471" v="134" actId="26606"/>
          <ac:spMkLst>
            <pc:docMk/>
            <pc:sldMk cId="3188530108" sldId="487"/>
            <ac:spMk id="24" creationId="{712E451E-151A-4910-BF41-6A040B65982B}"/>
          </ac:spMkLst>
        </pc:spChg>
        <pc:spChg chg="add">
          <ac:chgData name="Esther McCartney" userId="003ee287-b963-4216-80c2-e989f2d52a36" providerId="ADAL" clId="{60D34955-58AA-448D-AB0D-989AB19BD28A}" dt="2026-02-26T23:31:00.471" v="134" actId="26606"/>
          <ac:spMkLst>
            <pc:docMk/>
            <pc:sldMk cId="3188530108" sldId="487"/>
            <ac:spMk id="26" creationId="{C296EFE4-A70C-4388-9A15-3F657B6615FD}"/>
          </ac:spMkLst>
        </pc:spChg>
        <pc:spChg chg="add">
          <ac:chgData name="Esther McCartney" userId="003ee287-b963-4216-80c2-e989f2d52a36" providerId="ADAL" clId="{60D34955-58AA-448D-AB0D-989AB19BD28A}" dt="2026-02-26T23:31:00.471" v="134" actId="26606"/>
          <ac:spMkLst>
            <pc:docMk/>
            <pc:sldMk cId="3188530108" sldId="487"/>
            <ac:spMk id="28" creationId="{425EBAFC-9388-432A-BCFD-EEA2F410D8EC}"/>
          </ac:spMkLst>
        </pc:spChg>
        <pc:grpChg chg="add">
          <ac:chgData name="Esther McCartney" userId="003ee287-b963-4216-80c2-e989f2d52a36" providerId="ADAL" clId="{60D34955-58AA-448D-AB0D-989AB19BD28A}" dt="2026-02-26T23:31:00.471" v="134" actId="26606"/>
          <ac:grpSpMkLst>
            <pc:docMk/>
            <pc:sldMk cId="3188530108" sldId="487"/>
            <ac:grpSpMk id="11" creationId="{7084313B-C03D-4981-9786-879159A60395}"/>
          </ac:grpSpMkLst>
        </pc:grpChg>
      </pc:sldChg>
      <pc:sldChg chg="addSp modSp mod setBg">
        <pc:chgData name="Esther McCartney" userId="003ee287-b963-4216-80c2-e989f2d52a36" providerId="ADAL" clId="{60D34955-58AA-448D-AB0D-989AB19BD28A}" dt="2026-02-26T23:31:05.569" v="135" actId="26606"/>
        <pc:sldMkLst>
          <pc:docMk/>
          <pc:sldMk cId="1001127522" sldId="488"/>
        </pc:sldMkLst>
        <pc:spChg chg="mod">
          <ac:chgData name="Esther McCartney" userId="003ee287-b963-4216-80c2-e989f2d52a36" providerId="ADAL" clId="{60D34955-58AA-448D-AB0D-989AB19BD28A}" dt="2026-02-26T23:31:05.569" v="135" actId="26606"/>
          <ac:spMkLst>
            <pc:docMk/>
            <pc:sldMk cId="1001127522" sldId="488"/>
            <ac:spMk id="3" creationId="{3E735150-9828-4453-F8F1-B7371D749792}"/>
          </ac:spMkLst>
        </pc:spChg>
        <pc:spChg chg="mod">
          <ac:chgData name="Esther McCartney" userId="003ee287-b963-4216-80c2-e989f2d52a36" providerId="ADAL" clId="{60D34955-58AA-448D-AB0D-989AB19BD28A}" dt="2026-02-26T23:31:05.569" v="135" actId="26606"/>
          <ac:spMkLst>
            <pc:docMk/>
            <pc:sldMk cId="1001127522" sldId="488"/>
            <ac:spMk id="6" creationId="{9D81D9B5-B3AD-C56A-7714-EA8E7E9498E7}"/>
          </ac:spMkLst>
        </pc:spChg>
        <pc:spChg chg="add">
          <ac:chgData name="Esther McCartney" userId="003ee287-b963-4216-80c2-e989f2d52a36" providerId="ADAL" clId="{60D34955-58AA-448D-AB0D-989AB19BD28A}" dt="2026-02-26T23:31:05.569" v="135" actId="26606"/>
          <ac:spMkLst>
            <pc:docMk/>
            <pc:sldMk cId="1001127522" sldId="488"/>
            <ac:spMk id="22" creationId="{20E145FF-1D18-4246-A2BA-9F6B4D53364C}"/>
          </ac:spMkLst>
        </pc:spChg>
        <pc:spChg chg="add">
          <ac:chgData name="Esther McCartney" userId="003ee287-b963-4216-80c2-e989f2d52a36" providerId="ADAL" clId="{60D34955-58AA-448D-AB0D-989AB19BD28A}" dt="2026-02-26T23:31:05.569" v="135" actId="26606"/>
          <ac:spMkLst>
            <pc:docMk/>
            <pc:sldMk cId="1001127522" sldId="488"/>
            <ac:spMk id="24" creationId="{712E451E-151A-4910-BF41-6A040B65982B}"/>
          </ac:spMkLst>
        </pc:spChg>
        <pc:spChg chg="add">
          <ac:chgData name="Esther McCartney" userId="003ee287-b963-4216-80c2-e989f2d52a36" providerId="ADAL" clId="{60D34955-58AA-448D-AB0D-989AB19BD28A}" dt="2026-02-26T23:31:05.569" v="135" actId="26606"/>
          <ac:spMkLst>
            <pc:docMk/>
            <pc:sldMk cId="1001127522" sldId="488"/>
            <ac:spMk id="26" creationId="{C296EFE4-A70C-4388-9A15-3F657B6615FD}"/>
          </ac:spMkLst>
        </pc:spChg>
        <pc:spChg chg="add">
          <ac:chgData name="Esther McCartney" userId="003ee287-b963-4216-80c2-e989f2d52a36" providerId="ADAL" clId="{60D34955-58AA-448D-AB0D-989AB19BD28A}" dt="2026-02-26T23:31:05.569" v="135" actId="26606"/>
          <ac:spMkLst>
            <pc:docMk/>
            <pc:sldMk cId="1001127522" sldId="488"/>
            <ac:spMk id="28" creationId="{425EBAFC-9388-432A-BCFD-EEA2F410D8EC}"/>
          </ac:spMkLst>
        </pc:spChg>
        <pc:grpChg chg="add">
          <ac:chgData name="Esther McCartney" userId="003ee287-b963-4216-80c2-e989f2d52a36" providerId="ADAL" clId="{60D34955-58AA-448D-AB0D-989AB19BD28A}" dt="2026-02-26T23:31:05.569" v="135" actId="26606"/>
          <ac:grpSpMkLst>
            <pc:docMk/>
            <pc:sldMk cId="1001127522" sldId="488"/>
            <ac:grpSpMk id="11" creationId="{7084313B-C03D-4981-9786-879159A60395}"/>
          </ac:grpSpMkLst>
        </pc:grpChg>
      </pc:sldChg>
      <pc:sldChg chg="addSp modSp mod setBg">
        <pc:chgData name="Esther McCartney" userId="003ee287-b963-4216-80c2-e989f2d52a36" providerId="ADAL" clId="{60D34955-58AA-448D-AB0D-989AB19BD28A}" dt="2026-02-26T23:31:10.613" v="136" actId="26606"/>
        <pc:sldMkLst>
          <pc:docMk/>
          <pc:sldMk cId="4171150344" sldId="489"/>
        </pc:sldMkLst>
        <pc:spChg chg="mod">
          <ac:chgData name="Esther McCartney" userId="003ee287-b963-4216-80c2-e989f2d52a36" providerId="ADAL" clId="{60D34955-58AA-448D-AB0D-989AB19BD28A}" dt="2026-02-26T23:31:10.613" v="136" actId="26606"/>
          <ac:spMkLst>
            <pc:docMk/>
            <pc:sldMk cId="4171150344" sldId="489"/>
            <ac:spMk id="3" creationId="{3E735150-9828-4453-F8F1-B7371D749792}"/>
          </ac:spMkLst>
        </pc:spChg>
        <pc:spChg chg="mod">
          <ac:chgData name="Esther McCartney" userId="003ee287-b963-4216-80c2-e989f2d52a36" providerId="ADAL" clId="{60D34955-58AA-448D-AB0D-989AB19BD28A}" dt="2026-02-26T23:31:10.613" v="136" actId="26606"/>
          <ac:spMkLst>
            <pc:docMk/>
            <pc:sldMk cId="4171150344" sldId="489"/>
            <ac:spMk id="6" creationId="{9D81D9B5-B3AD-C56A-7714-EA8E7E9498E7}"/>
          </ac:spMkLst>
        </pc:spChg>
        <pc:spChg chg="add">
          <ac:chgData name="Esther McCartney" userId="003ee287-b963-4216-80c2-e989f2d52a36" providerId="ADAL" clId="{60D34955-58AA-448D-AB0D-989AB19BD28A}" dt="2026-02-26T23:31:10.613" v="136" actId="26606"/>
          <ac:spMkLst>
            <pc:docMk/>
            <pc:sldMk cId="4171150344" sldId="489"/>
            <ac:spMk id="22" creationId="{20E145FF-1D18-4246-A2BA-9F6B4D53364C}"/>
          </ac:spMkLst>
        </pc:spChg>
        <pc:spChg chg="add">
          <ac:chgData name="Esther McCartney" userId="003ee287-b963-4216-80c2-e989f2d52a36" providerId="ADAL" clId="{60D34955-58AA-448D-AB0D-989AB19BD28A}" dt="2026-02-26T23:31:10.613" v="136" actId="26606"/>
          <ac:spMkLst>
            <pc:docMk/>
            <pc:sldMk cId="4171150344" sldId="489"/>
            <ac:spMk id="24" creationId="{B219AE65-9B94-44EA-BEF3-EF4BFA169C81}"/>
          </ac:spMkLst>
        </pc:spChg>
        <pc:spChg chg="add">
          <ac:chgData name="Esther McCartney" userId="003ee287-b963-4216-80c2-e989f2d52a36" providerId="ADAL" clId="{60D34955-58AA-448D-AB0D-989AB19BD28A}" dt="2026-02-26T23:31:10.613" v="136" actId="26606"/>
          <ac:spMkLst>
            <pc:docMk/>
            <pc:sldMk cId="4171150344" sldId="489"/>
            <ac:spMk id="26" creationId="{F0C81A57-9CD5-461B-8FFE-4A8CB6CFBE01}"/>
          </ac:spMkLst>
        </pc:spChg>
        <pc:grpChg chg="add">
          <ac:chgData name="Esther McCartney" userId="003ee287-b963-4216-80c2-e989f2d52a36" providerId="ADAL" clId="{60D34955-58AA-448D-AB0D-989AB19BD28A}" dt="2026-02-26T23:31:10.613" v="136" actId="26606"/>
          <ac:grpSpMkLst>
            <pc:docMk/>
            <pc:sldMk cId="4171150344" sldId="489"/>
            <ac:grpSpMk id="11" creationId="{7084313B-C03D-4981-9786-879159A60395}"/>
          </ac:grpSpMkLst>
        </pc:grpChg>
        <pc:grpChg chg="add">
          <ac:chgData name="Esther McCartney" userId="003ee287-b963-4216-80c2-e989f2d52a36" providerId="ADAL" clId="{60D34955-58AA-448D-AB0D-989AB19BD28A}" dt="2026-02-26T23:31:10.613" v="136" actId="26606"/>
          <ac:grpSpMkLst>
            <pc:docMk/>
            <pc:sldMk cId="4171150344" sldId="489"/>
            <ac:grpSpMk id="28" creationId="{3086C462-37F4-494D-8292-CCB95221CC1A}"/>
          </ac:grpSpMkLst>
        </pc:grpChg>
        <pc:cxnChg chg="add">
          <ac:chgData name="Esther McCartney" userId="003ee287-b963-4216-80c2-e989f2d52a36" providerId="ADAL" clId="{60D34955-58AA-448D-AB0D-989AB19BD28A}" dt="2026-02-26T23:31:10.613" v="136" actId="26606"/>
          <ac:cxnSpMkLst>
            <pc:docMk/>
            <pc:sldMk cId="4171150344" sldId="489"/>
            <ac:cxnSpMk id="32" creationId="{AD23B2CD-009B-425A-9616-1E1AD1D5AB46}"/>
          </ac:cxnSpMkLst>
        </pc:cxnChg>
      </pc:sldChg>
      <pc:sldChg chg="delSp modSp mod">
        <pc:chgData name="Esther McCartney" userId="003ee287-b963-4216-80c2-e989f2d52a36" providerId="ADAL" clId="{60D34955-58AA-448D-AB0D-989AB19BD28A}" dt="2026-02-26T23:24:59.203" v="49" actId="1076"/>
        <pc:sldMkLst>
          <pc:docMk/>
          <pc:sldMk cId="3485216713" sldId="490"/>
        </pc:sldMkLst>
        <pc:spChg chg="mod">
          <ac:chgData name="Esther McCartney" userId="003ee287-b963-4216-80c2-e989f2d52a36" providerId="ADAL" clId="{60D34955-58AA-448D-AB0D-989AB19BD28A}" dt="2026-02-26T23:24:34.179" v="41" actId="20577"/>
          <ac:spMkLst>
            <pc:docMk/>
            <pc:sldMk cId="3485216713" sldId="490"/>
            <ac:spMk id="2" creationId="{00000000-0000-0000-0000-000000000000}"/>
          </ac:spMkLst>
        </pc:spChg>
        <pc:spChg chg="mod">
          <ac:chgData name="Esther McCartney" userId="003ee287-b963-4216-80c2-e989f2d52a36" providerId="ADAL" clId="{60D34955-58AA-448D-AB0D-989AB19BD28A}" dt="2026-02-26T23:24:20.090" v="39" actId="1076"/>
          <ac:spMkLst>
            <pc:docMk/>
            <pc:sldMk cId="3485216713" sldId="490"/>
            <ac:spMk id="3" creationId="{3E735150-9828-4453-F8F1-B7371D749792}"/>
          </ac:spMkLst>
        </pc:spChg>
        <pc:spChg chg="mod">
          <ac:chgData name="Esther McCartney" userId="003ee287-b963-4216-80c2-e989f2d52a36" providerId="ADAL" clId="{60D34955-58AA-448D-AB0D-989AB19BD28A}" dt="2026-02-26T23:24:53.131" v="48" actId="1076"/>
          <ac:spMkLst>
            <pc:docMk/>
            <pc:sldMk cId="3485216713" sldId="490"/>
            <ac:spMk id="4" creationId="{00000000-0000-0000-0000-000000000000}"/>
          </ac:spMkLst>
        </pc:spChg>
        <pc:spChg chg="mod">
          <ac:chgData name="Esther McCartney" userId="003ee287-b963-4216-80c2-e989f2d52a36" providerId="ADAL" clId="{60D34955-58AA-448D-AB0D-989AB19BD28A}" dt="2026-02-26T23:24:16.533" v="38" actId="1076"/>
          <ac:spMkLst>
            <pc:docMk/>
            <pc:sldMk cId="3485216713" sldId="490"/>
            <ac:spMk id="5" creationId="{00000000-0000-0000-0000-000000000000}"/>
          </ac:spMkLst>
        </pc:spChg>
        <pc:spChg chg="mod">
          <ac:chgData name="Esther McCartney" userId="003ee287-b963-4216-80c2-e989f2d52a36" providerId="ADAL" clId="{60D34955-58AA-448D-AB0D-989AB19BD28A}" dt="2026-02-26T23:24:08.503" v="37" actId="207"/>
          <ac:spMkLst>
            <pc:docMk/>
            <pc:sldMk cId="3485216713" sldId="490"/>
            <ac:spMk id="6" creationId="{9D81D9B5-B3AD-C56A-7714-EA8E7E9498E7}"/>
          </ac:spMkLst>
        </pc:spChg>
        <pc:spChg chg="mod">
          <ac:chgData name="Esther McCartney" userId="003ee287-b963-4216-80c2-e989f2d52a36" providerId="ADAL" clId="{60D34955-58AA-448D-AB0D-989AB19BD28A}" dt="2026-02-26T23:24:40.896" v="45" actId="27636"/>
          <ac:spMkLst>
            <pc:docMk/>
            <pc:sldMk cId="3485216713" sldId="490"/>
            <ac:spMk id="7" creationId="{00000000-0000-0000-0000-000000000000}"/>
          </ac:spMkLst>
        </pc:spChg>
        <pc:spChg chg="mod">
          <ac:chgData name="Esther McCartney" userId="003ee287-b963-4216-80c2-e989f2d52a36" providerId="ADAL" clId="{60D34955-58AA-448D-AB0D-989AB19BD28A}" dt="2026-02-26T23:24:48.631" v="47" actId="1076"/>
          <ac:spMkLst>
            <pc:docMk/>
            <pc:sldMk cId="3485216713" sldId="490"/>
            <ac:spMk id="8" creationId="{00000000-0000-0000-0000-000000000000}"/>
          </ac:spMkLst>
        </pc:spChg>
        <pc:spChg chg="mod">
          <ac:chgData name="Esther McCartney" userId="003ee287-b963-4216-80c2-e989f2d52a36" providerId="ADAL" clId="{60D34955-58AA-448D-AB0D-989AB19BD28A}" dt="2026-02-26T23:24:59.203" v="49" actId="1076"/>
          <ac:spMkLst>
            <pc:docMk/>
            <pc:sldMk cId="3485216713" sldId="490"/>
            <ac:spMk id="9" creationId="{00000000-0000-0000-0000-000000000000}"/>
          </ac:spMkLst>
        </pc:spChg>
        <pc:graphicFrameChg chg="del mod">
          <ac:chgData name="Esther McCartney" userId="003ee287-b963-4216-80c2-e989f2d52a36" providerId="ADAL" clId="{60D34955-58AA-448D-AB0D-989AB19BD28A}" dt="2026-02-26T23:24:36.481" v="42" actId="478"/>
          <ac:graphicFrameMkLst>
            <pc:docMk/>
            <pc:sldMk cId="3485216713" sldId="490"/>
            <ac:graphicFrameMk id="17" creationId="{00000000-0000-0000-0000-000000000000}"/>
          </ac:graphicFrameMkLst>
        </pc:graphicFrameChg>
        <pc:graphicFrameChg chg="del mod">
          <ac:chgData name="Esther McCartney" userId="003ee287-b963-4216-80c2-e989f2d52a36" providerId="ADAL" clId="{60D34955-58AA-448D-AB0D-989AB19BD28A}" dt="2026-02-26T23:24:43.727" v="46" actId="478"/>
          <ac:graphicFrameMkLst>
            <pc:docMk/>
            <pc:sldMk cId="3485216713" sldId="490"/>
            <ac:graphicFrameMk id="18" creationId="{00000000-0000-0000-0000-000000000000}"/>
          </ac:graphicFrameMkLst>
        </pc:graphicFrameChg>
      </pc:sldChg>
      <pc:sldChg chg="modSp mod">
        <pc:chgData name="Esther McCartney" userId="003ee287-b963-4216-80c2-e989f2d52a36" providerId="ADAL" clId="{60D34955-58AA-448D-AB0D-989AB19BD28A}" dt="2026-02-26T23:27:21.516" v="88" actId="1076"/>
        <pc:sldMkLst>
          <pc:docMk/>
          <pc:sldMk cId="3966777179" sldId="491"/>
        </pc:sldMkLst>
        <pc:spChg chg="mod">
          <ac:chgData name="Esther McCartney" userId="003ee287-b963-4216-80c2-e989f2d52a36" providerId="ADAL" clId="{60D34955-58AA-448D-AB0D-989AB19BD28A}" dt="2026-02-26T23:27:17.222" v="87" actId="1076"/>
          <ac:spMkLst>
            <pc:docMk/>
            <pc:sldMk cId="3966777179" sldId="491"/>
            <ac:spMk id="2" creationId="{00000000-0000-0000-0000-000000000000}"/>
          </ac:spMkLst>
        </pc:spChg>
        <pc:spChg chg="mod">
          <ac:chgData name="Esther McCartney" userId="003ee287-b963-4216-80c2-e989f2d52a36" providerId="ADAL" clId="{60D34955-58AA-448D-AB0D-989AB19BD28A}" dt="2026-02-26T23:27:21.516" v="88" actId="1076"/>
          <ac:spMkLst>
            <pc:docMk/>
            <pc:sldMk cId="3966777179" sldId="491"/>
            <ac:spMk id="4" creationId="{00000000-0000-0000-0000-000000000000}"/>
          </ac:spMkLst>
        </pc:spChg>
        <pc:spChg chg="mod">
          <ac:chgData name="Esther McCartney" userId="003ee287-b963-4216-80c2-e989f2d52a36" providerId="ADAL" clId="{60D34955-58AA-448D-AB0D-989AB19BD28A}" dt="2026-02-26T23:23:34.613" v="9"/>
          <ac:spMkLst>
            <pc:docMk/>
            <pc:sldMk cId="3966777179" sldId="491"/>
            <ac:spMk id="6" creationId="{9D81D9B5-B3AD-C56A-7714-EA8E7E9498E7}"/>
          </ac:spMkLst>
        </pc:spChg>
      </pc:sldChg>
      <pc:sldChg chg="modSp mod">
        <pc:chgData name="Esther McCartney" userId="003ee287-b963-4216-80c2-e989f2d52a36" providerId="ADAL" clId="{60D34955-58AA-448D-AB0D-989AB19BD28A}" dt="2026-02-26T23:27:31.971" v="91" actId="207"/>
        <pc:sldMkLst>
          <pc:docMk/>
          <pc:sldMk cId="1531305617" sldId="492"/>
        </pc:sldMkLst>
        <pc:spChg chg="mod">
          <ac:chgData name="Esther McCartney" userId="003ee287-b963-4216-80c2-e989f2d52a36" providerId="ADAL" clId="{60D34955-58AA-448D-AB0D-989AB19BD28A}" dt="2026-02-26T23:27:31.971" v="91" actId="207"/>
          <ac:spMkLst>
            <pc:docMk/>
            <pc:sldMk cId="1531305617" sldId="492"/>
            <ac:spMk id="6" creationId="{9D81D9B5-B3AD-C56A-7714-EA8E7E9498E7}"/>
          </ac:spMkLst>
        </pc:spChg>
        <pc:spChg chg="mod">
          <ac:chgData name="Esther McCartney" userId="003ee287-b963-4216-80c2-e989f2d52a36" providerId="ADAL" clId="{60D34955-58AA-448D-AB0D-989AB19BD28A}" dt="2026-02-26T23:27:29.737" v="90" actId="1076"/>
          <ac:spMkLst>
            <pc:docMk/>
            <pc:sldMk cId="1531305617" sldId="492"/>
            <ac:spMk id="7" creationId="{00000000-0000-0000-0000-000000000000}"/>
          </ac:spMkLst>
        </pc:spChg>
        <pc:spChg chg="mod">
          <ac:chgData name="Esther McCartney" userId="003ee287-b963-4216-80c2-e989f2d52a36" providerId="ADAL" clId="{60D34955-58AA-448D-AB0D-989AB19BD28A}" dt="2026-02-26T23:27:26.789" v="89" actId="1076"/>
          <ac:spMkLst>
            <pc:docMk/>
            <pc:sldMk cId="1531305617" sldId="492"/>
            <ac:spMk id="8" creationId="{00000000-0000-0000-0000-000000000000}"/>
          </ac:spMkLst>
        </pc:spChg>
      </pc:sldChg>
      <pc:sldChg chg="addSp modSp mod setBg">
        <pc:chgData name="Esther McCartney" userId="003ee287-b963-4216-80c2-e989f2d52a36" providerId="ADAL" clId="{60D34955-58AA-448D-AB0D-989AB19BD28A}" dt="2026-02-26T23:25:55.782" v="68" actId="20577"/>
        <pc:sldMkLst>
          <pc:docMk/>
          <pc:sldMk cId="2727653236" sldId="493"/>
        </pc:sldMkLst>
        <pc:spChg chg="mod">
          <ac:chgData name="Esther McCartney" userId="003ee287-b963-4216-80c2-e989f2d52a36" providerId="ADAL" clId="{60D34955-58AA-448D-AB0D-989AB19BD28A}" dt="2026-02-26T23:25:55.782" v="68" actId="20577"/>
          <ac:spMkLst>
            <pc:docMk/>
            <pc:sldMk cId="2727653236" sldId="493"/>
            <ac:spMk id="3" creationId="{3E735150-9828-4453-F8F1-B7371D749792}"/>
          </ac:spMkLst>
        </pc:spChg>
        <pc:spChg chg="mod">
          <ac:chgData name="Esther McCartney" userId="003ee287-b963-4216-80c2-e989f2d52a36" providerId="ADAL" clId="{60D34955-58AA-448D-AB0D-989AB19BD28A}" dt="2026-02-26T23:25:31.531" v="54" actId="26606"/>
          <ac:spMkLst>
            <pc:docMk/>
            <pc:sldMk cId="2727653236" sldId="493"/>
            <ac:spMk id="6" creationId="{9D81D9B5-B3AD-C56A-7714-EA8E7E9498E7}"/>
          </ac:spMkLst>
        </pc:spChg>
        <pc:spChg chg="add">
          <ac:chgData name="Esther McCartney" userId="003ee287-b963-4216-80c2-e989f2d52a36" providerId="ADAL" clId="{60D34955-58AA-448D-AB0D-989AB19BD28A}" dt="2026-02-26T23:25:31.531" v="54" actId="26606"/>
          <ac:spMkLst>
            <pc:docMk/>
            <pc:sldMk cId="2727653236" sldId="493"/>
            <ac:spMk id="22" creationId="{20E145FF-1D18-4246-A2BA-9F6B4D53364C}"/>
          </ac:spMkLst>
        </pc:spChg>
        <pc:spChg chg="add">
          <ac:chgData name="Esther McCartney" userId="003ee287-b963-4216-80c2-e989f2d52a36" providerId="ADAL" clId="{60D34955-58AA-448D-AB0D-989AB19BD28A}" dt="2026-02-26T23:25:31.531" v="54" actId="26606"/>
          <ac:spMkLst>
            <pc:docMk/>
            <pc:sldMk cId="2727653236" sldId="493"/>
            <ac:spMk id="24" creationId="{B219AE65-9B94-44EA-BEF3-EF4BFA169C81}"/>
          </ac:spMkLst>
        </pc:spChg>
        <pc:spChg chg="add">
          <ac:chgData name="Esther McCartney" userId="003ee287-b963-4216-80c2-e989f2d52a36" providerId="ADAL" clId="{60D34955-58AA-448D-AB0D-989AB19BD28A}" dt="2026-02-26T23:25:31.531" v="54" actId="26606"/>
          <ac:spMkLst>
            <pc:docMk/>
            <pc:sldMk cId="2727653236" sldId="493"/>
            <ac:spMk id="26" creationId="{F0C81A57-9CD5-461B-8FFE-4A8CB6CFBE01}"/>
          </ac:spMkLst>
        </pc:spChg>
        <pc:grpChg chg="add">
          <ac:chgData name="Esther McCartney" userId="003ee287-b963-4216-80c2-e989f2d52a36" providerId="ADAL" clId="{60D34955-58AA-448D-AB0D-989AB19BD28A}" dt="2026-02-26T23:25:31.531" v="54" actId="26606"/>
          <ac:grpSpMkLst>
            <pc:docMk/>
            <pc:sldMk cId="2727653236" sldId="493"/>
            <ac:grpSpMk id="11" creationId="{7084313B-C03D-4981-9786-879159A60395}"/>
          </ac:grpSpMkLst>
        </pc:grpChg>
        <pc:grpChg chg="add">
          <ac:chgData name="Esther McCartney" userId="003ee287-b963-4216-80c2-e989f2d52a36" providerId="ADAL" clId="{60D34955-58AA-448D-AB0D-989AB19BD28A}" dt="2026-02-26T23:25:31.531" v="54" actId="26606"/>
          <ac:grpSpMkLst>
            <pc:docMk/>
            <pc:sldMk cId="2727653236" sldId="493"/>
            <ac:grpSpMk id="28" creationId="{3086C462-37F4-494D-8292-CCB95221CC1A}"/>
          </ac:grpSpMkLst>
        </pc:grpChg>
        <pc:cxnChg chg="add">
          <ac:chgData name="Esther McCartney" userId="003ee287-b963-4216-80c2-e989f2d52a36" providerId="ADAL" clId="{60D34955-58AA-448D-AB0D-989AB19BD28A}" dt="2026-02-26T23:25:31.531" v="54" actId="26606"/>
          <ac:cxnSpMkLst>
            <pc:docMk/>
            <pc:sldMk cId="2727653236" sldId="493"/>
            <ac:cxnSpMk id="32" creationId="{AD23B2CD-009B-425A-9616-1E1AD1D5AB46}"/>
          </ac:cxnSpMkLst>
        </pc:cxnChg>
      </pc:sldChg>
      <pc:sldChg chg="addSp delSp modSp add mod setBg">
        <pc:chgData name="Esther McCartney" userId="003ee287-b963-4216-80c2-e989f2d52a36" providerId="ADAL" clId="{60D34955-58AA-448D-AB0D-989AB19BD28A}" dt="2026-02-26T23:26:58.662" v="84" actId="26606"/>
        <pc:sldMkLst>
          <pc:docMk/>
          <pc:sldMk cId="1081879930" sldId="494"/>
        </pc:sldMkLst>
        <pc:spChg chg="del">
          <ac:chgData name="Esther McCartney" userId="003ee287-b963-4216-80c2-e989f2d52a36" providerId="ADAL" clId="{60D34955-58AA-448D-AB0D-989AB19BD28A}" dt="2026-02-26T23:26:50.563" v="79" actId="478"/>
          <ac:spMkLst>
            <pc:docMk/>
            <pc:sldMk cId="1081879930" sldId="494"/>
            <ac:spMk id="2" creationId="{79D66A8F-C767-4F51-90B4-ABDBABCACEA5}"/>
          </ac:spMkLst>
        </pc:spChg>
        <pc:spChg chg="del mod">
          <ac:chgData name="Esther McCartney" userId="003ee287-b963-4216-80c2-e989f2d52a36" providerId="ADAL" clId="{60D34955-58AA-448D-AB0D-989AB19BD28A}" dt="2026-02-26T23:26:46.757" v="77" actId="478"/>
          <ac:spMkLst>
            <pc:docMk/>
            <pc:sldMk cId="1081879930" sldId="494"/>
            <ac:spMk id="4" creationId="{CCD0505E-6389-4650-F5B2-2635D68CA706}"/>
          </ac:spMkLst>
        </pc:spChg>
        <pc:spChg chg="mod">
          <ac:chgData name="Esther McCartney" userId="003ee287-b963-4216-80c2-e989f2d52a36" providerId="ADAL" clId="{60D34955-58AA-448D-AB0D-989AB19BD28A}" dt="2026-02-26T23:26:58.662" v="84" actId="26606"/>
          <ac:spMkLst>
            <pc:docMk/>
            <pc:sldMk cId="1081879930" sldId="494"/>
            <ac:spMk id="5" creationId="{E31F7132-FF55-A244-C2CF-30B23EB06467}"/>
          </ac:spMkLst>
        </pc:spChg>
        <pc:spChg chg="mod">
          <ac:chgData name="Esther McCartney" userId="003ee287-b963-4216-80c2-e989f2d52a36" providerId="ADAL" clId="{60D34955-58AA-448D-AB0D-989AB19BD28A}" dt="2026-02-26T23:26:58.662" v="84" actId="26606"/>
          <ac:spMkLst>
            <pc:docMk/>
            <pc:sldMk cId="1081879930" sldId="494"/>
            <ac:spMk id="6" creationId="{6EF5370B-CFC3-596B-FC60-96D12B8D9962}"/>
          </ac:spMkLst>
        </pc:spChg>
        <pc:spChg chg="add del mod">
          <ac:chgData name="Esther McCartney" userId="003ee287-b963-4216-80c2-e989f2d52a36" providerId="ADAL" clId="{60D34955-58AA-448D-AB0D-989AB19BD28A}" dt="2026-02-26T23:26:54.979" v="82" actId="478"/>
          <ac:spMkLst>
            <pc:docMk/>
            <pc:sldMk cId="1081879930" sldId="494"/>
            <ac:spMk id="7" creationId="{AD9BDAFA-5CA8-9736-D880-4AF10BC707A3}"/>
          </ac:spMkLst>
        </pc:spChg>
        <pc:spChg chg="add del mod">
          <ac:chgData name="Esther McCartney" userId="003ee287-b963-4216-80c2-e989f2d52a36" providerId="ADAL" clId="{60D34955-58AA-448D-AB0D-989AB19BD28A}" dt="2026-02-26T23:26:53.250" v="81" actId="478"/>
          <ac:spMkLst>
            <pc:docMk/>
            <pc:sldMk cId="1081879930" sldId="494"/>
            <ac:spMk id="9" creationId="{4E7042E6-6977-0287-8E99-435BD83E4C6B}"/>
          </ac:spMkLst>
        </pc:spChg>
        <pc:spChg chg="add">
          <ac:chgData name="Esther McCartney" userId="003ee287-b963-4216-80c2-e989f2d52a36" providerId="ADAL" clId="{60D34955-58AA-448D-AB0D-989AB19BD28A}" dt="2026-02-26T23:26:58.662" v="84" actId="26606"/>
          <ac:spMkLst>
            <pc:docMk/>
            <pc:sldMk cId="1081879930" sldId="494"/>
            <ac:spMk id="22" creationId="{20E145FF-1D18-4246-A2BA-9F6B4D53364C}"/>
          </ac:spMkLst>
        </pc:spChg>
        <pc:spChg chg="add">
          <ac:chgData name="Esther McCartney" userId="003ee287-b963-4216-80c2-e989f2d52a36" providerId="ADAL" clId="{60D34955-58AA-448D-AB0D-989AB19BD28A}" dt="2026-02-26T23:26:58.662" v="84" actId="26606"/>
          <ac:spMkLst>
            <pc:docMk/>
            <pc:sldMk cId="1081879930" sldId="494"/>
            <ac:spMk id="24" creationId="{B219AE65-9B94-44EA-BEF3-EF4BFA169C81}"/>
          </ac:spMkLst>
        </pc:spChg>
        <pc:spChg chg="add">
          <ac:chgData name="Esther McCartney" userId="003ee287-b963-4216-80c2-e989f2d52a36" providerId="ADAL" clId="{60D34955-58AA-448D-AB0D-989AB19BD28A}" dt="2026-02-26T23:26:58.662" v="84" actId="26606"/>
          <ac:spMkLst>
            <pc:docMk/>
            <pc:sldMk cId="1081879930" sldId="494"/>
            <ac:spMk id="26" creationId="{F0C81A57-9CD5-461B-8FFE-4A8CB6CFBE01}"/>
          </ac:spMkLst>
        </pc:spChg>
        <pc:grpChg chg="add">
          <ac:chgData name="Esther McCartney" userId="003ee287-b963-4216-80c2-e989f2d52a36" providerId="ADAL" clId="{60D34955-58AA-448D-AB0D-989AB19BD28A}" dt="2026-02-26T23:26:58.662" v="84" actId="26606"/>
          <ac:grpSpMkLst>
            <pc:docMk/>
            <pc:sldMk cId="1081879930" sldId="494"/>
            <ac:grpSpMk id="11" creationId="{7084313B-C03D-4981-9786-879159A60395}"/>
          </ac:grpSpMkLst>
        </pc:grpChg>
        <pc:grpChg chg="add">
          <ac:chgData name="Esther McCartney" userId="003ee287-b963-4216-80c2-e989f2d52a36" providerId="ADAL" clId="{60D34955-58AA-448D-AB0D-989AB19BD28A}" dt="2026-02-26T23:26:58.662" v="84" actId="26606"/>
          <ac:grpSpMkLst>
            <pc:docMk/>
            <pc:sldMk cId="1081879930" sldId="494"/>
            <ac:grpSpMk id="28" creationId="{3086C462-37F4-494D-8292-CCB95221CC1A}"/>
          </ac:grpSpMkLst>
        </pc:grpChg>
        <pc:cxnChg chg="add">
          <ac:chgData name="Esther McCartney" userId="003ee287-b963-4216-80c2-e989f2d52a36" providerId="ADAL" clId="{60D34955-58AA-448D-AB0D-989AB19BD28A}" dt="2026-02-26T23:26:58.662" v="84" actId="26606"/>
          <ac:cxnSpMkLst>
            <pc:docMk/>
            <pc:sldMk cId="1081879930" sldId="494"/>
            <ac:cxnSpMk id="32" creationId="{AD23B2CD-009B-425A-9616-1E1AD1D5AB46}"/>
          </ac:cxnSpMkLst>
        </pc:cxn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F9ED07-D833-4F94-A702-A5A2FA5C42E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EB7AEF2B-8678-4A5E-AB8C-C4F2D9B8E62F}">
      <dgm:prSet/>
      <dgm:spPr/>
      <dgm:t>
        <a:bodyPr/>
        <a:lstStyle/>
        <a:p>
          <a:r>
            <a:rPr lang="en-US" b="1" i="0"/>
            <a:t>Precontemplation</a:t>
          </a:r>
          <a:r>
            <a:rPr lang="en-US" b="0" i="0"/>
            <a:t>—characterized by resistance to change or denying that a problem exists.</a:t>
          </a:r>
          <a:endParaRPr lang="en-US"/>
        </a:p>
      </dgm:t>
    </dgm:pt>
    <dgm:pt modelId="{6B38E655-90F0-4DBF-8FFF-29B9E5ABC512}" type="parTrans" cxnId="{D293D2E0-5856-4F49-A043-92A5850A6BB7}">
      <dgm:prSet/>
      <dgm:spPr/>
      <dgm:t>
        <a:bodyPr/>
        <a:lstStyle/>
        <a:p>
          <a:endParaRPr lang="en-US"/>
        </a:p>
      </dgm:t>
    </dgm:pt>
    <dgm:pt modelId="{92E3AA98-ABD4-4147-B542-0A8374F73081}" type="sibTrans" cxnId="{D293D2E0-5856-4F49-A043-92A5850A6BB7}">
      <dgm:prSet/>
      <dgm:spPr/>
      <dgm:t>
        <a:bodyPr/>
        <a:lstStyle/>
        <a:p>
          <a:endParaRPr lang="en-US"/>
        </a:p>
      </dgm:t>
    </dgm:pt>
    <dgm:pt modelId="{3536FCFF-F40E-4A43-9938-BA961ECF88CD}">
      <dgm:prSet/>
      <dgm:spPr/>
      <dgm:t>
        <a:bodyPr/>
        <a:lstStyle/>
        <a:p>
          <a:r>
            <a:rPr lang="en-US" b="1" i="0"/>
            <a:t>Contemplation</a:t>
          </a:r>
          <a:r>
            <a:rPr lang="en-US" b="0" i="0"/>
            <a:t>—evidence of ambivalence exists and the client is contemplating the effects of substance use as well as weighing the advantages and disadvantages of continued use.</a:t>
          </a:r>
          <a:endParaRPr lang="en-US"/>
        </a:p>
      </dgm:t>
    </dgm:pt>
    <dgm:pt modelId="{8E513B82-74FE-4907-90FE-C05FF8FE0ECC}" type="parTrans" cxnId="{A5C04B25-5432-441A-A8A7-639BC8F54713}">
      <dgm:prSet/>
      <dgm:spPr/>
      <dgm:t>
        <a:bodyPr/>
        <a:lstStyle/>
        <a:p>
          <a:endParaRPr lang="en-US"/>
        </a:p>
      </dgm:t>
    </dgm:pt>
    <dgm:pt modelId="{8B7832C3-CE48-44F8-8038-82D3EA78251A}" type="sibTrans" cxnId="{A5C04B25-5432-441A-A8A7-639BC8F54713}">
      <dgm:prSet/>
      <dgm:spPr/>
      <dgm:t>
        <a:bodyPr/>
        <a:lstStyle/>
        <a:p>
          <a:endParaRPr lang="en-US"/>
        </a:p>
      </dgm:t>
    </dgm:pt>
    <dgm:pt modelId="{CAFFD41E-FF78-4953-8657-C6415C9BF8FE}">
      <dgm:prSet/>
      <dgm:spPr/>
      <dgm:t>
        <a:bodyPr/>
        <a:lstStyle/>
        <a:p>
          <a:r>
            <a:rPr lang="en-US" b="1" i="0"/>
            <a:t>Preparation</a:t>
          </a:r>
          <a:r>
            <a:rPr lang="en-US" b="0" i="0"/>
            <a:t>—resistance has waned and the client has made a decision to change but is uncertain how to go about this process.</a:t>
          </a:r>
          <a:endParaRPr lang="en-US"/>
        </a:p>
      </dgm:t>
    </dgm:pt>
    <dgm:pt modelId="{950216F8-F89C-41AA-83F5-777E1E719FB1}" type="parTrans" cxnId="{00E7552F-6B7C-4B90-BE78-A8F2501F93B1}">
      <dgm:prSet/>
      <dgm:spPr/>
      <dgm:t>
        <a:bodyPr/>
        <a:lstStyle/>
        <a:p>
          <a:endParaRPr lang="en-US"/>
        </a:p>
      </dgm:t>
    </dgm:pt>
    <dgm:pt modelId="{03CBB7E9-B964-431F-AF1A-E0E2435BCC34}" type="sibTrans" cxnId="{00E7552F-6B7C-4B90-BE78-A8F2501F93B1}">
      <dgm:prSet/>
      <dgm:spPr/>
      <dgm:t>
        <a:bodyPr/>
        <a:lstStyle/>
        <a:p>
          <a:endParaRPr lang="en-US"/>
        </a:p>
      </dgm:t>
    </dgm:pt>
    <dgm:pt modelId="{324D7C66-974B-41D0-A8D8-7C3BA765A916}">
      <dgm:prSet/>
      <dgm:spPr/>
      <dgm:t>
        <a:bodyPr/>
        <a:lstStyle/>
        <a:p>
          <a:r>
            <a:rPr lang="en-US" b="1" i="0"/>
            <a:t>Action</a:t>
          </a:r>
          <a:r>
            <a:rPr lang="en-US" b="0" i="0"/>
            <a:t>—the client is committed to making a change and has demonstrated specific goals and behaviors toward this end.</a:t>
          </a:r>
          <a:endParaRPr lang="en-US"/>
        </a:p>
      </dgm:t>
    </dgm:pt>
    <dgm:pt modelId="{4A1E4B43-1833-49A5-A196-DCDF81764C0F}" type="parTrans" cxnId="{3A9937BD-266E-499E-9C0E-66488E0AC30D}">
      <dgm:prSet/>
      <dgm:spPr/>
      <dgm:t>
        <a:bodyPr/>
        <a:lstStyle/>
        <a:p>
          <a:endParaRPr lang="en-US"/>
        </a:p>
      </dgm:t>
    </dgm:pt>
    <dgm:pt modelId="{60A8FC3D-8D38-4D89-9217-0FA8E3CBD24F}" type="sibTrans" cxnId="{3A9937BD-266E-499E-9C0E-66488E0AC30D}">
      <dgm:prSet/>
      <dgm:spPr/>
      <dgm:t>
        <a:bodyPr/>
        <a:lstStyle/>
        <a:p>
          <a:endParaRPr lang="en-US"/>
        </a:p>
      </dgm:t>
    </dgm:pt>
    <dgm:pt modelId="{8BF7DDEB-F3DC-49EA-AF1A-D16FD9B0ED18}">
      <dgm:prSet/>
      <dgm:spPr/>
      <dgm:t>
        <a:bodyPr/>
        <a:lstStyle/>
        <a:p>
          <a:r>
            <a:rPr lang="en-US" b="1" i="0"/>
            <a:t>Maintenance</a:t>
          </a:r>
          <a:r>
            <a:rPr lang="en-US" b="0" i="0"/>
            <a:t>—the client has maintained a period of abstinence and is working on maintaining recovery and addressing relapse issues and triggers.</a:t>
          </a:r>
          <a:endParaRPr lang="en-US"/>
        </a:p>
      </dgm:t>
    </dgm:pt>
    <dgm:pt modelId="{CF33FAA3-015A-4AD0-BBC7-CF8A662143C4}" type="parTrans" cxnId="{6D677C69-6966-42A1-BF57-D4D980DB0291}">
      <dgm:prSet/>
      <dgm:spPr/>
      <dgm:t>
        <a:bodyPr/>
        <a:lstStyle/>
        <a:p>
          <a:endParaRPr lang="en-US"/>
        </a:p>
      </dgm:t>
    </dgm:pt>
    <dgm:pt modelId="{665A8D8F-217F-4D47-8BCD-2819E6D62DED}" type="sibTrans" cxnId="{6D677C69-6966-42A1-BF57-D4D980DB0291}">
      <dgm:prSet/>
      <dgm:spPr/>
      <dgm:t>
        <a:bodyPr/>
        <a:lstStyle/>
        <a:p>
          <a:endParaRPr lang="en-US"/>
        </a:p>
      </dgm:t>
    </dgm:pt>
    <dgm:pt modelId="{620090E6-887B-4596-ACBF-2541F37306D3}" type="pres">
      <dgm:prSet presAssocID="{1EF9ED07-D833-4F94-A702-A5A2FA5C42E4}" presName="linear" presStyleCnt="0">
        <dgm:presLayoutVars>
          <dgm:animLvl val="lvl"/>
          <dgm:resizeHandles val="exact"/>
        </dgm:presLayoutVars>
      </dgm:prSet>
      <dgm:spPr/>
    </dgm:pt>
    <dgm:pt modelId="{D3A9CDA6-E7EB-4471-9AFF-69C0ABCA7245}" type="pres">
      <dgm:prSet presAssocID="{EB7AEF2B-8678-4A5E-AB8C-C4F2D9B8E62F}" presName="parentText" presStyleLbl="node1" presStyleIdx="0" presStyleCnt="5">
        <dgm:presLayoutVars>
          <dgm:chMax val="0"/>
          <dgm:bulletEnabled val="1"/>
        </dgm:presLayoutVars>
      </dgm:prSet>
      <dgm:spPr/>
    </dgm:pt>
    <dgm:pt modelId="{25DFF2DB-3A7D-4C50-B71C-A6CA44520CA2}" type="pres">
      <dgm:prSet presAssocID="{92E3AA98-ABD4-4147-B542-0A8374F73081}" presName="spacer" presStyleCnt="0"/>
      <dgm:spPr/>
    </dgm:pt>
    <dgm:pt modelId="{43FA67E7-F63A-4E50-A72D-A606FC37CCF6}" type="pres">
      <dgm:prSet presAssocID="{3536FCFF-F40E-4A43-9938-BA961ECF88CD}" presName="parentText" presStyleLbl="node1" presStyleIdx="1" presStyleCnt="5">
        <dgm:presLayoutVars>
          <dgm:chMax val="0"/>
          <dgm:bulletEnabled val="1"/>
        </dgm:presLayoutVars>
      </dgm:prSet>
      <dgm:spPr/>
    </dgm:pt>
    <dgm:pt modelId="{D0E52D47-91AF-459A-8184-C22E8A258DD0}" type="pres">
      <dgm:prSet presAssocID="{8B7832C3-CE48-44F8-8038-82D3EA78251A}" presName="spacer" presStyleCnt="0"/>
      <dgm:spPr/>
    </dgm:pt>
    <dgm:pt modelId="{E3495BAF-E7D0-42BC-BDA1-46B048642279}" type="pres">
      <dgm:prSet presAssocID="{CAFFD41E-FF78-4953-8657-C6415C9BF8FE}" presName="parentText" presStyleLbl="node1" presStyleIdx="2" presStyleCnt="5">
        <dgm:presLayoutVars>
          <dgm:chMax val="0"/>
          <dgm:bulletEnabled val="1"/>
        </dgm:presLayoutVars>
      </dgm:prSet>
      <dgm:spPr/>
    </dgm:pt>
    <dgm:pt modelId="{DCDEC7CE-901B-4CA6-96D6-F403FE3170D6}" type="pres">
      <dgm:prSet presAssocID="{03CBB7E9-B964-431F-AF1A-E0E2435BCC34}" presName="spacer" presStyleCnt="0"/>
      <dgm:spPr/>
    </dgm:pt>
    <dgm:pt modelId="{6F89DB41-B547-4367-AC47-B4DAECDE4D1C}" type="pres">
      <dgm:prSet presAssocID="{324D7C66-974B-41D0-A8D8-7C3BA765A916}" presName="parentText" presStyleLbl="node1" presStyleIdx="3" presStyleCnt="5">
        <dgm:presLayoutVars>
          <dgm:chMax val="0"/>
          <dgm:bulletEnabled val="1"/>
        </dgm:presLayoutVars>
      </dgm:prSet>
      <dgm:spPr/>
    </dgm:pt>
    <dgm:pt modelId="{C323D7FC-BED5-4E8D-A999-8EDCAFEDE6DF}" type="pres">
      <dgm:prSet presAssocID="{60A8FC3D-8D38-4D89-9217-0FA8E3CBD24F}" presName="spacer" presStyleCnt="0"/>
      <dgm:spPr/>
    </dgm:pt>
    <dgm:pt modelId="{73104769-0D27-4384-96BC-F9DDF3A41518}" type="pres">
      <dgm:prSet presAssocID="{8BF7DDEB-F3DC-49EA-AF1A-D16FD9B0ED18}" presName="parentText" presStyleLbl="node1" presStyleIdx="4" presStyleCnt="5">
        <dgm:presLayoutVars>
          <dgm:chMax val="0"/>
          <dgm:bulletEnabled val="1"/>
        </dgm:presLayoutVars>
      </dgm:prSet>
      <dgm:spPr/>
    </dgm:pt>
  </dgm:ptLst>
  <dgm:cxnLst>
    <dgm:cxn modelId="{964E3813-6637-4AF2-93F4-37D9FEBA04A2}" type="presOf" srcId="{CAFFD41E-FF78-4953-8657-C6415C9BF8FE}" destId="{E3495BAF-E7D0-42BC-BDA1-46B048642279}" srcOrd="0" destOrd="0" presId="urn:microsoft.com/office/officeart/2005/8/layout/vList2"/>
    <dgm:cxn modelId="{9471C415-CB30-4397-9CFA-D2A41CDC417E}" type="presOf" srcId="{8BF7DDEB-F3DC-49EA-AF1A-D16FD9B0ED18}" destId="{73104769-0D27-4384-96BC-F9DDF3A41518}" srcOrd="0" destOrd="0" presId="urn:microsoft.com/office/officeart/2005/8/layout/vList2"/>
    <dgm:cxn modelId="{A5C04B25-5432-441A-A8A7-639BC8F54713}" srcId="{1EF9ED07-D833-4F94-A702-A5A2FA5C42E4}" destId="{3536FCFF-F40E-4A43-9938-BA961ECF88CD}" srcOrd="1" destOrd="0" parTransId="{8E513B82-74FE-4907-90FE-C05FF8FE0ECC}" sibTransId="{8B7832C3-CE48-44F8-8038-82D3EA78251A}"/>
    <dgm:cxn modelId="{00E7552F-6B7C-4B90-BE78-A8F2501F93B1}" srcId="{1EF9ED07-D833-4F94-A702-A5A2FA5C42E4}" destId="{CAFFD41E-FF78-4953-8657-C6415C9BF8FE}" srcOrd="2" destOrd="0" parTransId="{950216F8-F89C-41AA-83F5-777E1E719FB1}" sibTransId="{03CBB7E9-B964-431F-AF1A-E0E2435BCC34}"/>
    <dgm:cxn modelId="{2F1D2849-69E7-473F-A838-2D1070987E78}" type="presOf" srcId="{3536FCFF-F40E-4A43-9938-BA961ECF88CD}" destId="{43FA67E7-F63A-4E50-A72D-A606FC37CCF6}" srcOrd="0" destOrd="0" presId="urn:microsoft.com/office/officeart/2005/8/layout/vList2"/>
    <dgm:cxn modelId="{6D677C69-6966-42A1-BF57-D4D980DB0291}" srcId="{1EF9ED07-D833-4F94-A702-A5A2FA5C42E4}" destId="{8BF7DDEB-F3DC-49EA-AF1A-D16FD9B0ED18}" srcOrd="4" destOrd="0" parTransId="{CF33FAA3-015A-4AD0-BBC7-CF8A662143C4}" sibTransId="{665A8D8F-217F-4D47-8BCD-2819E6D62DED}"/>
    <dgm:cxn modelId="{3CA67677-8826-4870-B0E4-D982FB0C84AA}" type="presOf" srcId="{324D7C66-974B-41D0-A8D8-7C3BA765A916}" destId="{6F89DB41-B547-4367-AC47-B4DAECDE4D1C}" srcOrd="0" destOrd="0" presId="urn:microsoft.com/office/officeart/2005/8/layout/vList2"/>
    <dgm:cxn modelId="{3BD2D2A6-280E-4B6A-BA71-107E11E5DC1A}" type="presOf" srcId="{EB7AEF2B-8678-4A5E-AB8C-C4F2D9B8E62F}" destId="{D3A9CDA6-E7EB-4471-9AFF-69C0ABCA7245}" srcOrd="0" destOrd="0" presId="urn:microsoft.com/office/officeart/2005/8/layout/vList2"/>
    <dgm:cxn modelId="{3A9937BD-266E-499E-9C0E-66488E0AC30D}" srcId="{1EF9ED07-D833-4F94-A702-A5A2FA5C42E4}" destId="{324D7C66-974B-41D0-A8D8-7C3BA765A916}" srcOrd="3" destOrd="0" parTransId="{4A1E4B43-1833-49A5-A196-DCDF81764C0F}" sibTransId="{60A8FC3D-8D38-4D89-9217-0FA8E3CBD24F}"/>
    <dgm:cxn modelId="{D293D2E0-5856-4F49-A043-92A5850A6BB7}" srcId="{1EF9ED07-D833-4F94-A702-A5A2FA5C42E4}" destId="{EB7AEF2B-8678-4A5E-AB8C-C4F2D9B8E62F}" srcOrd="0" destOrd="0" parTransId="{6B38E655-90F0-4DBF-8FFF-29B9E5ABC512}" sibTransId="{92E3AA98-ABD4-4147-B542-0A8374F73081}"/>
    <dgm:cxn modelId="{6AF67FEC-B779-436C-86AA-0847CAE367A1}" type="presOf" srcId="{1EF9ED07-D833-4F94-A702-A5A2FA5C42E4}" destId="{620090E6-887B-4596-ACBF-2541F37306D3}" srcOrd="0" destOrd="0" presId="urn:microsoft.com/office/officeart/2005/8/layout/vList2"/>
    <dgm:cxn modelId="{7C632E69-D5FB-4029-99B9-4F56283449CA}" type="presParOf" srcId="{620090E6-887B-4596-ACBF-2541F37306D3}" destId="{D3A9CDA6-E7EB-4471-9AFF-69C0ABCA7245}" srcOrd="0" destOrd="0" presId="urn:microsoft.com/office/officeart/2005/8/layout/vList2"/>
    <dgm:cxn modelId="{95CD6717-6933-498A-B29E-8451B1BD6DE2}" type="presParOf" srcId="{620090E6-887B-4596-ACBF-2541F37306D3}" destId="{25DFF2DB-3A7D-4C50-B71C-A6CA44520CA2}" srcOrd="1" destOrd="0" presId="urn:microsoft.com/office/officeart/2005/8/layout/vList2"/>
    <dgm:cxn modelId="{DB7CD6A8-2C00-41F1-B20F-8FD4904C55C4}" type="presParOf" srcId="{620090E6-887B-4596-ACBF-2541F37306D3}" destId="{43FA67E7-F63A-4E50-A72D-A606FC37CCF6}" srcOrd="2" destOrd="0" presId="urn:microsoft.com/office/officeart/2005/8/layout/vList2"/>
    <dgm:cxn modelId="{A211E625-D376-4F98-98A7-674975A6AF37}" type="presParOf" srcId="{620090E6-887B-4596-ACBF-2541F37306D3}" destId="{D0E52D47-91AF-459A-8184-C22E8A258DD0}" srcOrd="3" destOrd="0" presId="urn:microsoft.com/office/officeart/2005/8/layout/vList2"/>
    <dgm:cxn modelId="{C2C816DC-D45C-4AE7-8206-0001C7FB1F20}" type="presParOf" srcId="{620090E6-887B-4596-ACBF-2541F37306D3}" destId="{E3495BAF-E7D0-42BC-BDA1-46B048642279}" srcOrd="4" destOrd="0" presId="urn:microsoft.com/office/officeart/2005/8/layout/vList2"/>
    <dgm:cxn modelId="{A59A460D-FF76-4B03-BE46-10C25FD26F1C}" type="presParOf" srcId="{620090E6-887B-4596-ACBF-2541F37306D3}" destId="{DCDEC7CE-901B-4CA6-96D6-F403FE3170D6}" srcOrd="5" destOrd="0" presId="urn:microsoft.com/office/officeart/2005/8/layout/vList2"/>
    <dgm:cxn modelId="{D4C342C9-66E2-4A47-9BAA-172B5EAE35F7}" type="presParOf" srcId="{620090E6-887B-4596-ACBF-2541F37306D3}" destId="{6F89DB41-B547-4367-AC47-B4DAECDE4D1C}" srcOrd="6" destOrd="0" presId="urn:microsoft.com/office/officeart/2005/8/layout/vList2"/>
    <dgm:cxn modelId="{7D91D80B-E3AA-4E05-A367-A80DF074700F}" type="presParOf" srcId="{620090E6-887B-4596-ACBF-2541F37306D3}" destId="{C323D7FC-BED5-4E8D-A999-8EDCAFEDE6DF}" srcOrd="7" destOrd="0" presId="urn:microsoft.com/office/officeart/2005/8/layout/vList2"/>
    <dgm:cxn modelId="{4F554F84-6F79-4095-B71D-809E40E65BB6}" type="presParOf" srcId="{620090E6-887B-4596-ACBF-2541F37306D3}" destId="{73104769-0D27-4384-96BC-F9DDF3A41518}"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061D690-F179-4CFC-A9F6-AC4E78EEBB3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654C50F-1C61-406E-B51A-6F6891DA2D0A}">
      <dgm:prSet/>
      <dgm:spPr/>
      <dgm:t>
        <a:bodyPr/>
        <a:lstStyle/>
        <a:p>
          <a:r>
            <a:rPr lang="en-US" b="0" i="0"/>
            <a:t>Miller and Rollnick (2013) integrated their motivational interviewing (M I) approach into the stages-of-change model based on the belief that motivation is not intrinsically driven as part of one’s personality or personal traits but rather is developed through interpersonal interactions.</a:t>
          </a:r>
          <a:endParaRPr lang="en-US"/>
        </a:p>
      </dgm:t>
    </dgm:pt>
    <dgm:pt modelId="{918E3491-A285-4CD2-93F3-EE11ED69796D}" type="parTrans" cxnId="{59B5015B-7297-47B7-ACF9-E8062A06540B}">
      <dgm:prSet/>
      <dgm:spPr/>
      <dgm:t>
        <a:bodyPr/>
        <a:lstStyle/>
        <a:p>
          <a:endParaRPr lang="en-US"/>
        </a:p>
      </dgm:t>
    </dgm:pt>
    <dgm:pt modelId="{F830BC09-1C86-4716-937F-3BDA0A94C750}" type="sibTrans" cxnId="{59B5015B-7297-47B7-ACF9-E8062A06540B}">
      <dgm:prSet/>
      <dgm:spPr/>
      <dgm:t>
        <a:bodyPr/>
        <a:lstStyle/>
        <a:p>
          <a:endParaRPr lang="en-US"/>
        </a:p>
      </dgm:t>
    </dgm:pt>
    <dgm:pt modelId="{C04735ED-E9B0-4CB2-AD9A-5DDDFC95C345}">
      <dgm:prSet/>
      <dgm:spPr/>
      <dgm:t>
        <a:bodyPr/>
        <a:lstStyle/>
        <a:p>
          <a:r>
            <a:rPr lang="en-US" b="0" i="0"/>
            <a:t>They identified M I as a client-centered, directive, transtheoretical approach emphasizing empathic communication to bring about a client’s intrinsic motivation to change that aligns with values and beliefs.</a:t>
          </a:r>
          <a:endParaRPr lang="en-US"/>
        </a:p>
      </dgm:t>
    </dgm:pt>
    <dgm:pt modelId="{56BA7783-AA3D-4929-9149-FCD567CBF931}" type="parTrans" cxnId="{58E9EFFB-E8D3-4AF2-B061-F7F3E49A0654}">
      <dgm:prSet/>
      <dgm:spPr/>
      <dgm:t>
        <a:bodyPr/>
        <a:lstStyle/>
        <a:p>
          <a:endParaRPr lang="en-US"/>
        </a:p>
      </dgm:t>
    </dgm:pt>
    <dgm:pt modelId="{784A25AF-4946-4CD4-9CB6-FD2F32C85F38}" type="sibTrans" cxnId="{58E9EFFB-E8D3-4AF2-B061-F7F3E49A0654}">
      <dgm:prSet/>
      <dgm:spPr/>
      <dgm:t>
        <a:bodyPr/>
        <a:lstStyle/>
        <a:p>
          <a:endParaRPr lang="en-US"/>
        </a:p>
      </dgm:t>
    </dgm:pt>
    <dgm:pt modelId="{604B8660-1E16-4302-B33A-C2E9B9506DDD}">
      <dgm:prSet/>
      <dgm:spPr/>
      <dgm:t>
        <a:bodyPr/>
        <a:lstStyle/>
        <a:p>
          <a:r>
            <a:rPr lang="en-US" b="0" i="0"/>
            <a:t>Miller and Rollnick (2013) developed four central processes that serve as the basis for M I:</a:t>
          </a:r>
          <a:endParaRPr lang="en-US"/>
        </a:p>
      </dgm:t>
    </dgm:pt>
    <dgm:pt modelId="{A082B66F-834E-4045-B747-09D3574D7389}" type="parTrans" cxnId="{EA426D66-958C-4AE1-AFE5-8393D06054AF}">
      <dgm:prSet/>
      <dgm:spPr/>
      <dgm:t>
        <a:bodyPr/>
        <a:lstStyle/>
        <a:p>
          <a:endParaRPr lang="en-US"/>
        </a:p>
      </dgm:t>
    </dgm:pt>
    <dgm:pt modelId="{4115E9A8-F292-40E5-97D3-ED39D137C4B4}" type="sibTrans" cxnId="{EA426D66-958C-4AE1-AFE5-8393D06054AF}">
      <dgm:prSet/>
      <dgm:spPr/>
      <dgm:t>
        <a:bodyPr/>
        <a:lstStyle/>
        <a:p>
          <a:endParaRPr lang="en-US"/>
        </a:p>
      </dgm:t>
    </dgm:pt>
    <dgm:pt modelId="{7E93A891-31E9-4B81-9AFD-0A2E11156525}" type="pres">
      <dgm:prSet presAssocID="{C061D690-F179-4CFC-A9F6-AC4E78EEBB33}" presName="linear" presStyleCnt="0">
        <dgm:presLayoutVars>
          <dgm:animLvl val="lvl"/>
          <dgm:resizeHandles val="exact"/>
        </dgm:presLayoutVars>
      </dgm:prSet>
      <dgm:spPr/>
    </dgm:pt>
    <dgm:pt modelId="{F5ACCFFF-BFF6-43E6-A5A5-E6453FE55503}" type="pres">
      <dgm:prSet presAssocID="{4654C50F-1C61-406E-B51A-6F6891DA2D0A}" presName="parentText" presStyleLbl="node1" presStyleIdx="0" presStyleCnt="2">
        <dgm:presLayoutVars>
          <dgm:chMax val="0"/>
          <dgm:bulletEnabled val="1"/>
        </dgm:presLayoutVars>
      </dgm:prSet>
      <dgm:spPr/>
    </dgm:pt>
    <dgm:pt modelId="{71176718-FA4A-4F7A-B45C-265E49E990E0}" type="pres">
      <dgm:prSet presAssocID="{4654C50F-1C61-406E-B51A-6F6891DA2D0A}" presName="childText" presStyleLbl="revTx" presStyleIdx="0" presStyleCnt="1">
        <dgm:presLayoutVars>
          <dgm:bulletEnabled val="1"/>
        </dgm:presLayoutVars>
      </dgm:prSet>
      <dgm:spPr/>
    </dgm:pt>
    <dgm:pt modelId="{6A44F3AF-11CD-412D-BB68-00C85A36C271}" type="pres">
      <dgm:prSet presAssocID="{604B8660-1E16-4302-B33A-C2E9B9506DDD}" presName="parentText" presStyleLbl="node1" presStyleIdx="1" presStyleCnt="2">
        <dgm:presLayoutVars>
          <dgm:chMax val="0"/>
          <dgm:bulletEnabled val="1"/>
        </dgm:presLayoutVars>
      </dgm:prSet>
      <dgm:spPr/>
    </dgm:pt>
  </dgm:ptLst>
  <dgm:cxnLst>
    <dgm:cxn modelId="{D0810E29-4C2E-4C17-BF49-D2FF9074F943}" type="presOf" srcId="{C04735ED-E9B0-4CB2-AD9A-5DDDFC95C345}" destId="{71176718-FA4A-4F7A-B45C-265E49E990E0}" srcOrd="0" destOrd="0" presId="urn:microsoft.com/office/officeart/2005/8/layout/vList2"/>
    <dgm:cxn modelId="{66065535-CF48-46F9-AAF8-B79225A0A229}" type="presOf" srcId="{C061D690-F179-4CFC-A9F6-AC4E78EEBB33}" destId="{7E93A891-31E9-4B81-9AFD-0A2E11156525}" srcOrd="0" destOrd="0" presId="urn:microsoft.com/office/officeart/2005/8/layout/vList2"/>
    <dgm:cxn modelId="{59B5015B-7297-47B7-ACF9-E8062A06540B}" srcId="{C061D690-F179-4CFC-A9F6-AC4E78EEBB33}" destId="{4654C50F-1C61-406E-B51A-6F6891DA2D0A}" srcOrd="0" destOrd="0" parTransId="{918E3491-A285-4CD2-93F3-EE11ED69796D}" sibTransId="{F830BC09-1C86-4716-937F-3BDA0A94C750}"/>
    <dgm:cxn modelId="{29F74743-1616-46DA-82A3-2CDED050975E}" type="presOf" srcId="{4654C50F-1C61-406E-B51A-6F6891DA2D0A}" destId="{F5ACCFFF-BFF6-43E6-A5A5-E6453FE55503}" srcOrd="0" destOrd="0" presId="urn:microsoft.com/office/officeart/2005/8/layout/vList2"/>
    <dgm:cxn modelId="{EA426D66-958C-4AE1-AFE5-8393D06054AF}" srcId="{C061D690-F179-4CFC-A9F6-AC4E78EEBB33}" destId="{604B8660-1E16-4302-B33A-C2E9B9506DDD}" srcOrd="1" destOrd="0" parTransId="{A082B66F-834E-4045-B747-09D3574D7389}" sibTransId="{4115E9A8-F292-40E5-97D3-ED39D137C4B4}"/>
    <dgm:cxn modelId="{5FAC614C-0935-40E2-82A0-529845E7B697}" type="presOf" srcId="{604B8660-1E16-4302-B33A-C2E9B9506DDD}" destId="{6A44F3AF-11CD-412D-BB68-00C85A36C271}" srcOrd="0" destOrd="0" presId="urn:microsoft.com/office/officeart/2005/8/layout/vList2"/>
    <dgm:cxn modelId="{58E9EFFB-E8D3-4AF2-B061-F7F3E49A0654}" srcId="{4654C50F-1C61-406E-B51A-6F6891DA2D0A}" destId="{C04735ED-E9B0-4CB2-AD9A-5DDDFC95C345}" srcOrd="0" destOrd="0" parTransId="{56BA7783-AA3D-4929-9149-FCD567CBF931}" sibTransId="{784A25AF-4946-4CD4-9CB6-FD2F32C85F38}"/>
    <dgm:cxn modelId="{24A72024-EB18-4309-A2B0-C6F7769A480D}" type="presParOf" srcId="{7E93A891-31E9-4B81-9AFD-0A2E11156525}" destId="{F5ACCFFF-BFF6-43E6-A5A5-E6453FE55503}" srcOrd="0" destOrd="0" presId="urn:microsoft.com/office/officeart/2005/8/layout/vList2"/>
    <dgm:cxn modelId="{091E8507-C80C-4055-8AA5-BB4275E53913}" type="presParOf" srcId="{7E93A891-31E9-4B81-9AFD-0A2E11156525}" destId="{71176718-FA4A-4F7A-B45C-265E49E990E0}" srcOrd="1" destOrd="0" presId="urn:microsoft.com/office/officeart/2005/8/layout/vList2"/>
    <dgm:cxn modelId="{A653178E-A709-4B01-A560-437D8A244FFB}" type="presParOf" srcId="{7E93A891-31E9-4B81-9AFD-0A2E11156525}" destId="{6A44F3AF-11CD-412D-BB68-00C85A36C271}"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60D1443-8311-49DE-ACA0-4574C1512A4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9A4E28C-41A7-4047-AA00-91EFCF8D5791}">
      <dgm:prSet/>
      <dgm:spPr/>
      <dgm:t>
        <a:bodyPr/>
        <a:lstStyle/>
        <a:p>
          <a:r>
            <a:rPr lang="en-US" b="1" i="0"/>
            <a:t>Level 0.5 </a:t>
          </a:r>
          <a:r>
            <a:rPr lang="en-US" b="0" i="0"/>
            <a:t>(Early Intervention) involves screening, brief intervention, referral, and treatment; early intervention services were expanded as a way to reach out to the nearly 20 million individuals who are pursuing addiction treatment</a:t>
          </a:r>
          <a:endParaRPr lang="en-US"/>
        </a:p>
      </dgm:t>
    </dgm:pt>
    <dgm:pt modelId="{38F79B9D-2C89-4710-AD47-CB28F5ECBFAE}" type="parTrans" cxnId="{8497105D-B3E2-4A01-966F-9CFB9421D6F0}">
      <dgm:prSet/>
      <dgm:spPr/>
      <dgm:t>
        <a:bodyPr/>
        <a:lstStyle/>
        <a:p>
          <a:endParaRPr lang="en-US"/>
        </a:p>
      </dgm:t>
    </dgm:pt>
    <dgm:pt modelId="{CD78356F-812F-4DF8-B346-AAB730C9EB13}" type="sibTrans" cxnId="{8497105D-B3E2-4A01-966F-9CFB9421D6F0}">
      <dgm:prSet/>
      <dgm:spPr/>
      <dgm:t>
        <a:bodyPr/>
        <a:lstStyle/>
        <a:p>
          <a:endParaRPr lang="en-US"/>
        </a:p>
      </dgm:t>
    </dgm:pt>
    <dgm:pt modelId="{2D20E13C-3785-463E-BB0D-DB8BF325A422}">
      <dgm:prSet/>
      <dgm:spPr/>
      <dgm:t>
        <a:bodyPr/>
        <a:lstStyle/>
        <a:p>
          <a:r>
            <a:rPr lang="en-US" b="1" i="0"/>
            <a:t>Level 1</a:t>
          </a:r>
          <a:r>
            <a:rPr lang="en-US" b="0" i="0"/>
            <a:t> (Outpatient Services) is considered a gateway for substance use treatment as well as a level of care that can focus on ongoing chronic addiction and abstinence</a:t>
          </a:r>
          <a:endParaRPr lang="en-US"/>
        </a:p>
      </dgm:t>
    </dgm:pt>
    <dgm:pt modelId="{2F936D67-B834-40B9-B258-17A4C5ABDCE0}" type="parTrans" cxnId="{675CDEC1-84A3-46D7-92AE-5E7AB636BCD9}">
      <dgm:prSet/>
      <dgm:spPr/>
      <dgm:t>
        <a:bodyPr/>
        <a:lstStyle/>
        <a:p>
          <a:endParaRPr lang="en-US"/>
        </a:p>
      </dgm:t>
    </dgm:pt>
    <dgm:pt modelId="{C8CFDA13-854F-43B0-AFDD-C5335E8B71C7}" type="sibTrans" cxnId="{675CDEC1-84A3-46D7-92AE-5E7AB636BCD9}">
      <dgm:prSet/>
      <dgm:spPr/>
      <dgm:t>
        <a:bodyPr/>
        <a:lstStyle/>
        <a:p>
          <a:endParaRPr lang="en-US"/>
        </a:p>
      </dgm:t>
    </dgm:pt>
    <dgm:pt modelId="{574C062A-EDFD-4812-B308-DFA40C75583B}">
      <dgm:prSet/>
      <dgm:spPr/>
      <dgm:t>
        <a:bodyPr/>
        <a:lstStyle/>
        <a:p>
          <a:r>
            <a:rPr lang="en-US" b="1" i="0"/>
            <a:t>Level 2</a:t>
          </a:r>
          <a:r>
            <a:rPr lang="en-US" b="0" i="0"/>
            <a:t> (Intensive Outpatient/Partial Hospitalization Services)</a:t>
          </a:r>
          <a:endParaRPr lang="en-US"/>
        </a:p>
      </dgm:t>
    </dgm:pt>
    <dgm:pt modelId="{4F44CAF2-68A6-4B82-89E9-F00D7A24B61F}" type="parTrans" cxnId="{AFA1A0CF-BC12-4E5C-88AF-62B0BBD8F135}">
      <dgm:prSet/>
      <dgm:spPr/>
      <dgm:t>
        <a:bodyPr/>
        <a:lstStyle/>
        <a:p>
          <a:endParaRPr lang="en-US"/>
        </a:p>
      </dgm:t>
    </dgm:pt>
    <dgm:pt modelId="{C99B1BE4-B98A-433F-BE28-AFFD0230FAEE}" type="sibTrans" cxnId="{AFA1A0CF-BC12-4E5C-88AF-62B0BBD8F135}">
      <dgm:prSet/>
      <dgm:spPr/>
      <dgm:t>
        <a:bodyPr/>
        <a:lstStyle/>
        <a:p>
          <a:endParaRPr lang="en-US"/>
        </a:p>
      </dgm:t>
    </dgm:pt>
    <dgm:pt modelId="{26AF19D4-C371-4014-A701-55BBADC7D86E}">
      <dgm:prSet/>
      <dgm:spPr/>
      <dgm:t>
        <a:bodyPr/>
        <a:lstStyle/>
        <a:p>
          <a:r>
            <a:rPr lang="en-US" b="1" i="0"/>
            <a:t>Level 3 </a:t>
          </a:r>
          <a:r>
            <a:rPr lang="en-US" b="0" i="0"/>
            <a:t>(Residential/Inpatient Services)</a:t>
          </a:r>
          <a:endParaRPr lang="en-US"/>
        </a:p>
      </dgm:t>
    </dgm:pt>
    <dgm:pt modelId="{1BD0DD15-4EB1-4D80-A876-189D333E2B4F}" type="parTrans" cxnId="{B7DBDC96-F89F-4363-9AD1-5216B95BFD08}">
      <dgm:prSet/>
      <dgm:spPr/>
      <dgm:t>
        <a:bodyPr/>
        <a:lstStyle/>
        <a:p>
          <a:endParaRPr lang="en-US"/>
        </a:p>
      </dgm:t>
    </dgm:pt>
    <dgm:pt modelId="{EB6BA906-4547-4253-9D8A-D4B5F470217E}" type="sibTrans" cxnId="{B7DBDC96-F89F-4363-9AD1-5216B95BFD08}">
      <dgm:prSet/>
      <dgm:spPr/>
      <dgm:t>
        <a:bodyPr/>
        <a:lstStyle/>
        <a:p>
          <a:endParaRPr lang="en-US"/>
        </a:p>
      </dgm:t>
    </dgm:pt>
    <dgm:pt modelId="{4061DD34-9093-4E05-8F46-B871E035F62D}">
      <dgm:prSet/>
      <dgm:spPr/>
      <dgm:t>
        <a:bodyPr/>
        <a:lstStyle/>
        <a:p>
          <a:r>
            <a:rPr lang="en-US" b="1" i="0"/>
            <a:t>Level 4</a:t>
          </a:r>
          <a:r>
            <a:rPr lang="en-US" b="0" i="0"/>
            <a:t> (Medically Managed Intensive Inpatient Services)</a:t>
          </a:r>
          <a:endParaRPr lang="en-US"/>
        </a:p>
      </dgm:t>
    </dgm:pt>
    <dgm:pt modelId="{14EF7F36-8959-44BB-B3D9-12EFF5C07E70}" type="parTrans" cxnId="{18CDB4A9-40FF-447F-B6C8-AE65F5FC387A}">
      <dgm:prSet/>
      <dgm:spPr/>
      <dgm:t>
        <a:bodyPr/>
        <a:lstStyle/>
        <a:p>
          <a:endParaRPr lang="en-US"/>
        </a:p>
      </dgm:t>
    </dgm:pt>
    <dgm:pt modelId="{31D16CBB-DC82-485A-834D-75B07D89207E}" type="sibTrans" cxnId="{18CDB4A9-40FF-447F-B6C8-AE65F5FC387A}">
      <dgm:prSet/>
      <dgm:spPr/>
      <dgm:t>
        <a:bodyPr/>
        <a:lstStyle/>
        <a:p>
          <a:endParaRPr lang="en-US"/>
        </a:p>
      </dgm:t>
    </dgm:pt>
    <dgm:pt modelId="{539BD1DF-0537-4176-8E19-6AD1FBA632A0}" type="pres">
      <dgm:prSet presAssocID="{960D1443-8311-49DE-ACA0-4574C1512A43}" presName="linear" presStyleCnt="0">
        <dgm:presLayoutVars>
          <dgm:animLvl val="lvl"/>
          <dgm:resizeHandles val="exact"/>
        </dgm:presLayoutVars>
      </dgm:prSet>
      <dgm:spPr/>
    </dgm:pt>
    <dgm:pt modelId="{436CD0BD-26A2-4433-8942-B9ECDDC992D3}" type="pres">
      <dgm:prSet presAssocID="{D9A4E28C-41A7-4047-AA00-91EFCF8D5791}" presName="parentText" presStyleLbl="node1" presStyleIdx="0" presStyleCnt="5">
        <dgm:presLayoutVars>
          <dgm:chMax val="0"/>
          <dgm:bulletEnabled val="1"/>
        </dgm:presLayoutVars>
      </dgm:prSet>
      <dgm:spPr/>
    </dgm:pt>
    <dgm:pt modelId="{D55C7150-2EEB-45D4-A9A4-1CB0A40C64CA}" type="pres">
      <dgm:prSet presAssocID="{CD78356F-812F-4DF8-B346-AAB730C9EB13}" presName="spacer" presStyleCnt="0"/>
      <dgm:spPr/>
    </dgm:pt>
    <dgm:pt modelId="{C47356C0-2AB0-445B-9492-508A341CCF1C}" type="pres">
      <dgm:prSet presAssocID="{2D20E13C-3785-463E-BB0D-DB8BF325A422}" presName="parentText" presStyleLbl="node1" presStyleIdx="1" presStyleCnt="5">
        <dgm:presLayoutVars>
          <dgm:chMax val="0"/>
          <dgm:bulletEnabled val="1"/>
        </dgm:presLayoutVars>
      </dgm:prSet>
      <dgm:spPr/>
    </dgm:pt>
    <dgm:pt modelId="{3A571208-DF95-4414-A39C-E5419692EEFA}" type="pres">
      <dgm:prSet presAssocID="{C8CFDA13-854F-43B0-AFDD-C5335E8B71C7}" presName="spacer" presStyleCnt="0"/>
      <dgm:spPr/>
    </dgm:pt>
    <dgm:pt modelId="{A3B8C9DC-5F47-4A30-8EAD-0D1A8A3DE351}" type="pres">
      <dgm:prSet presAssocID="{574C062A-EDFD-4812-B308-DFA40C75583B}" presName="parentText" presStyleLbl="node1" presStyleIdx="2" presStyleCnt="5">
        <dgm:presLayoutVars>
          <dgm:chMax val="0"/>
          <dgm:bulletEnabled val="1"/>
        </dgm:presLayoutVars>
      </dgm:prSet>
      <dgm:spPr/>
    </dgm:pt>
    <dgm:pt modelId="{CA1893BD-179F-4444-A206-D79AAA775A75}" type="pres">
      <dgm:prSet presAssocID="{C99B1BE4-B98A-433F-BE28-AFFD0230FAEE}" presName="spacer" presStyleCnt="0"/>
      <dgm:spPr/>
    </dgm:pt>
    <dgm:pt modelId="{6828888F-09EC-4565-AE0C-1CFF237EACC2}" type="pres">
      <dgm:prSet presAssocID="{26AF19D4-C371-4014-A701-55BBADC7D86E}" presName="parentText" presStyleLbl="node1" presStyleIdx="3" presStyleCnt="5">
        <dgm:presLayoutVars>
          <dgm:chMax val="0"/>
          <dgm:bulletEnabled val="1"/>
        </dgm:presLayoutVars>
      </dgm:prSet>
      <dgm:spPr/>
    </dgm:pt>
    <dgm:pt modelId="{5E2975F2-B15D-4C95-85F7-3FF937624036}" type="pres">
      <dgm:prSet presAssocID="{EB6BA906-4547-4253-9D8A-D4B5F470217E}" presName="spacer" presStyleCnt="0"/>
      <dgm:spPr/>
    </dgm:pt>
    <dgm:pt modelId="{02386F6A-9167-489B-A00C-FA04B2C6687B}" type="pres">
      <dgm:prSet presAssocID="{4061DD34-9093-4E05-8F46-B871E035F62D}" presName="parentText" presStyleLbl="node1" presStyleIdx="4" presStyleCnt="5">
        <dgm:presLayoutVars>
          <dgm:chMax val="0"/>
          <dgm:bulletEnabled val="1"/>
        </dgm:presLayoutVars>
      </dgm:prSet>
      <dgm:spPr/>
    </dgm:pt>
  </dgm:ptLst>
  <dgm:cxnLst>
    <dgm:cxn modelId="{04990A1D-CE32-46D7-BE63-0581781F9692}" type="presOf" srcId="{960D1443-8311-49DE-ACA0-4574C1512A43}" destId="{539BD1DF-0537-4176-8E19-6AD1FBA632A0}" srcOrd="0" destOrd="0" presId="urn:microsoft.com/office/officeart/2005/8/layout/vList2"/>
    <dgm:cxn modelId="{2730D538-ED71-467D-91FA-9F806348FA76}" type="presOf" srcId="{26AF19D4-C371-4014-A701-55BBADC7D86E}" destId="{6828888F-09EC-4565-AE0C-1CFF237EACC2}" srcOrd="0" destOrd="0" presId="urn:microsoft.com/office/officeart/2005/8/layout/vList2"/>
    <dgm:cxn modelId="{8497105D-B3E2-4A01-966F-9CFB9421D6F0}" srcId="{960D1443-8311-49DE-ACA0-4574C1512A43}" destId="{D9A4E28C-41A7-4047-AA00-91EFCF8D5791}" srcOrd="0" destOrd="0" parTransId="{38F79B9D-2C89-4710-AD47-CB28F5ECBFAE}" sibTransId="{CD78356F-812F-4DF8-B346-AAB730C9EB13}"/>
    <dgm:cxn modelId="{9BA5E474-9FC6-478E-B089-FF83D49C1F52}" type="presOf" srcId="{2D20E13C-3785-463E-BB0D-DB8BF325A422}" destId="{C47356C0-2AB0-445B-9492-508A341CCF1C}" srcOrd="0" destOrd="0" presId="urn:microsoft.com/office/officeart/2005/8/layout/vList2"/>
    <dgm:cxn modelId="{4ADB577F-0C16-48A2-B3B2-9EBA0817F0D5}" type="presOf" srcId="{D9A4E28C-41A7-4047-AA00-91EFCF8D5791}" destId="{436CD0BD-26A2-4433-8942-B9ECDDC992D3}" srcOrd="0" destOrd="0" presId="urn:microsoft.com/office/officeart/2005/8/layout/vList2"/>
    <dgm:cxn modelId="{B7DBDC96-F89F-4363-9AD1-5216B95BFD08}" srcId="{960D1443-8311-49DE-ACA0-4574C1512A43}" destId="{26AF19D4-C371-4014-A701-55BBADC7D86E}" srcOrd="3" destOrd="0" parTransId="{1BD0DD15-4EB1-4D80-A876-189D333E2B4F}" sibTransId="{EB6BA906-4547-4253-9D8A-D4B5F470217E}"/>
    <dgm:cxn modelId="{18CDB4A9-40FF-447F-B6C8-AE65F5FC387A}" srcId="{960D1443-8311-49DE-ACA0-4574C1512A43}" destId="{4061DD34-9093-4E05-8F46-B871E035F62D}" srcOrd="4" destOrd="0" parTransId="{14EF7F36-8959-44BB-B3D9-12EFF5C07E70}" sibTransId="{31D16CBB-DC82-485A-834D-75B07D89207E}"/>
    <dgm:cxn modelId="{B9DF02B0-429B-4AF6-8694-DCEB7614C0D8}" type="presOf" srcId="{574C062A-EDFD-4812-B308-DFA40C75583B}" destId="{A3B8C9DC-5F47-4A30-8EAD-0D1A8A3DE351}" srcOrd="0" destOrd="0" presId="urn:microsoft.com/office/officeart/2005/8/layout/vList2"/>
    <dgm:cxn modelId="{899CE2B4-2EA1-4966-8F46-E1083BDBA081}" type="presOf" srcId="{4061DD34-9093-4E05-8F46-B871E035F62D}" destId="{02386F6A-9167-489B-A00C-FA04B2C6687B}" srcOrd="0" destOrd="0" presId="urn:microsoft.com/office/officeart/2005/8/layout/vList2"/>
    <dgm:cxn modelId="{675CDEC1-84A3-46D7-92AE-5E7AB636BCD9}" srcId="{960D1443-8311-49DE-ACA0-4574C1512A43}" destId="{2D20E13C-3785-463E-BB0D-DB8BF325A422}" srcOrd="1" destOrd="0" parTransId="{2F936D67-B834-40B9-B258-17A4C5ABDCE0}" sibTransId="{C8CFDA13-854F-43B0-AFDD-C5335E8B71C7}"/>
    <dgm:cxn modelId="{AFA1A0CF-BC12-4E5C-88AF-62B0BBD8F135}" srcId="{960D1443-8311-49DE-ACA0-4574C1512A43}" destId="{574C062A-EDFD-4812-B308-DFA40C75583B}" srcOrd="2" destOrd="0" parTransId="{4F44CAF2-68A6-4B82-89E9-F00D7A24B61F}" sibTransId="{C99B1BE4-B98A-433F-BE28-AFFD0230FAEE}"/>
    <dgm:cxn modelId="{B8DF11B2-B87A-4A68-AFC8-23982DE2E276}" type="presParOf" srcId="{539BD1DF-0537-4176-8E19-6AD1FBA632A0}" destId="{436CD0BD-26A2-4433-8942-B9ECDDC992D3}" srcOrd="0" destOrd="0" presId="urn:microsoft.com/office/officeart/2005/8/layout/vList2"/>
    <dgm:cxn modelId="{2BA10A17-45FC-4F96-9B9A-8E3CF8DADFB0}" type="presParOf" srcId="{539BD1DF-0537-4176-8E19-6AD1FBA632A0}" destId="{D55C7150-2EEB-45D4-A9A4-1CB0A40C64CA}" srcOrd="1" destOrd="0" presId="urn:microsoft.com/office/officeart/2005/8/layout/vList2"/>
    <dgm:cxn modelId="{704D6DCB-5D40-4DEF-9CCD-B36ACD86157F}" type="presParOf" srcId="{539BD1DF-0537-4176-8E19-6AD1FBA632A0}" destId="{C47356C0-2AB0-445B-9492-508A341CCF1C}" srcOrd="2" destOrd="0" presId="urn:microsoft.com/office/officeart/2005/8/layout/vList2"/>
    <dgm:cxn modelId="{230C6CC1-C2AE-4A4A-961B-59D665FC710A}" type="presParOf" srcId="{539BD1DF-0537-4176-8E19-6AD1FBA632A0}" destId="{3A571208-DF95-4414-A39C-E5419692EEFA}" srcOrd="3" destOrd="0" presId="urn:microsoft.com/office/officeart/2005/8/layout/vList2"/>
    <dgm:cxn modelId="{552D999B-25F3-4A65-974B-961B154341E2}" type="presParOf" srcId="{539BD1DF-0537-4176-8E19-6AD1FBA632A0}" destId="{A3B8C9DC-5F47-4A30-8EAD-0D1A8A3DE351}" srcOrd="4" destOrd="0" presId="urn:microsoft.com/office/officeart/2005/8/layout/vList2"/>
    <dgm:cxn modelId="{357A0A91-64ED-46CC-BE54-2614A68FA667}" type="presParOf" srcId="{539BD1DF-0537-4176-8E19-6AD1FBA632A0}" destId="{CA1893BD-179F-4444-A206-D79AAA775A75}" srcOrd="5" destOrd="0" presId="urn:microsoft.com/office/officeart/2005/8/layout/vList2"/>
    <dgm:cxn modelId="{2F8E8F63-BC65-44AB-A133-0CF97F71BC63}" type="presParOf" srcId="{539BD1DF-0537-4176-8E19-6AD1FBA632A0}" destId="{6828888F-09EC-4565-AE0C-1CFF237EACC2}" srcOrd="6" destOrd="0" presId="urn:microsoft.com/office/officeart/2005/8/layout/vList2"/>
    <dgm:cxn modelId="{7451A4E2-F265-44F3-9B9D-862572BDD4BF}" type="presParOf" srcId="{539BD1DF-0537-4176-8E19-6AD1FBA632A0}" destId="{5E2975F2-B15D-4C95-85F7-3FF937624036}" srcOrd="7" destOrd="0" presId="urn:microsoft.com/office/officeart/2005/8/layout/vList2"/>
    <dgm:cxn modelId="{F61483F9-91C7-405F-BF24-3C8DC5FF2702}" type="presParOf" srcId="{539BD1DF-0537-4176-8E19-6AD1FBA632A0}" destId="{02386F6A-9167-489B-A00C-FA04B2C6687B}"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49A413B-3861-489E-8C75-B7996D0FC5A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8AB55277-D2A9-4579-BF90-3C120C7D7CB8}">
      <dgm:prSet/>
      <dgm:spPr/>
      <dgm:t>
        <a:bodyPr/>
        <a:lstStyle/>
        <a:p>
          <a:r>
            <a:rPr lang="en-US" b="0" i="0"/>
            <a:t>Acute intoxication and/or withdrawal potential—assessing withdrawal management across different levels of care and making preparations for continued addiction services</a:t>
          </a:r>
          <a:endParaRPr lang="en-US"/>
        </a:p>
      </dgm:t>
    </dgm:pt>
    <dgm:pt modelId="{87319DF9-7ACC-450E-BB4C-3F2A5A34A7F2}" type="parTrans" cxnId="{BC62ADAD-E11B-430E-8A0E-205FDABB51E9}">
      <dgm:prSet/>
      <dgm:spPr/>
      <dgm:t>
        <a:bodyPr/>
        <a:lstStyle/>
        <a:p>
          <a:endParaRPr lang="en-US"/>
        </a:p>
      </dgm:t>
    </dgm:pt>
    <dgm:pt modelId="{430C394B-FCE9-417B-ADF9-CF07C0F89B65}" type="sibTrans" cxnId="{BC62ADAD-E11B-430E-8A0E-205FDABB51E9}">
      <dgm:prSet/>
      <dgm:spPr/>
      <dgm:t>
        <a:bodyPr/>
        <a:lstStyle/>
        <a:p>
          <a:endParaRPr lang="en-US"/>
        </a:p>
      </dgm:t>
    </dgm:pt>
    <dgm:pt modelId="{3A5257B5-6AEE-4614-BCCC-98E06E11E0BE}">
      <dgm:prSet/>
      <dgm:spPr/>
      <dgm:t>
        <a:bodyPr/>
        <a:lstStyle/>
        <a:p>
          <a:r>
            <a:rPr lang="en-US" b="0" i="0"/>
            <a:t>Biomedical conditions and complications</a:t>
          </a:r>
          <a:endParaRPr lang="en-US"/>
        </a:p>
      </dgm:t>
    </dgm:pt>
    <dgm:pt modelId="{B92DA949-8D26-4486-B0F4-B76BD13363C4}" type="parTrans" cxnId="{F0C4FC9C-FA1E-42F6-BA73-B04D7111D967}">
      <dgm:prSet/>
      <dgm:spPr/>
      <dgm:t>
        <a:bodyPr/>
        <a:lstStyle/>
        <a:p>
          <a:endParaRPr lang="en-US"/>
        </a:p>
      </dgm:t>
    </dgm:pt>
    <dgm:pt modelId="{0A76D048-5283-4C6D-99C7-075ACBE3B215}" type="sibTrans" cxnId="{F0C4FC9C-FA1E-42F6-BA73-B04D7111D967}">
      <dgm:prSet/>
      <dgm:spPr/>
      <dgm:t>
        <a:bodyPr/>
        <a:lstStyle/>
        <a:p>
          <a:endParaRPr lang="en-US"/>
        </a:p>
      </dgm:t>
    </dgm:pt>
    <dgm:pt modelId="{9E1FD418-2543-4C0E-9726-1B144E67E08D}">
      <dgm:prSet/>
      <dgm:spPr/>
      <dgm:t>
        <a:bodyPr/>
        <a:lstStyle/>
        <a:p>
          <a:r>
            <a:rPr lang="en-US" b="0" i="0"/>
            <a:t>Emotional, behavioral, or cognitive conditions and complications</a:t>
          </a:r>
          <a:endParaRPr lang="en-US"/>
        </a:p>
      </dgm:t>
    </dgm:pt>
    <dgm:pt modelId="{F77ACA1C-5139-476B-AE01-4485EFD52482}" type="parTrans" cxnId="{01F92C60-9502-40FA-9692-5B1E5D9A2FFA}">
      <dgm:prSet/>
      <dgm:spPr/>
      <dgm:t>
        <a:bodyPr/>
        <a:lstStyle/>
        <a:p>
          <a:endParaRPr lang="en-US"/>
        </a:p>
      </dgm:t>
    </dgm:pt>
    <dgm:pt modelId="{588AD8C0-585B-4352-9004-9CC5CD870245}" type="sibTrans" cxnId="{01F92C60-9502-40FA-9692-5B1E5D9A2FFA}">
      <dgm:prSet/>
      <dgm:spPr/>
      <dgm:t>
        <a:bodyPr/>
        <a:lstStyle/>
        <a:p>
          <a:endParaRPr lang="en-US"/>
        </a:p>
      </dgm:t>
    </dgm:pt>
    <dgm:pt modelId="{3F77CB44-22B0-4509-8B35-1C96B5DFB8BC}">
      <dgm:prSet/>
      <dgm:spPr/>
      <dgm:t>
        <a:bodyPr/>
        <a:lstStyle/>
        <a:p>
          <a:r>
            <a:rPr lang="en-US" b="0" i="0"/>
            <a:t>Readiness to change</a:t>
          </a:r>
          <a:endParaRPr lang="en-US"/>
        </a:p>
      </dgm:t>
    </dgm:pt>
    <dgm:pt modelId="{E4F998FA-AA4F-4FF1-B079-B0D7D22201BF}" type="parTrans" cxnId="{CE2E8D62-FD73-4DA9-AB9F-CF0901615093}">
      <dgm:prSet/>
      <dgm:spPr/>
      <dgm:t>
        <a:bodyPr/>
        <a:lstStyle/>
        <a:p>
          <a:endParaRPr lang="en-US"/>
        </a:p>
      </dgm:t>
    </dgm:pt>
    <dgm:pt modelId="{E0A31231-5356-4FD2-A380-BE4F652109D7}" type="sibTrans" cxnId="{CE2E8D62-FD73-4DA9-AB9F-CF0901615093}">
      <dgm:prSet/>
      <dgm:spPr/>
      <dgm:t>
        <a:bodyPr/>
        <a:lstStyle/>
        <a:p>
          <a:endParaRPr lang="en-US"/>
        </a:p>
      </dgm:t>
    </dgm:pt>
    <dgm:pt modelId="{B145037E-8EBD-4C46-860E-2BF2822DFF2E}">
      <dgm:prSet/>
      <dgm:spPr/>
      <dgm:t>
        <a:bodyPr/>
        <a:lstStyle/>
        <a:p>
          <a:r>
            <a:rPr lang="en-US" b="0" i="0"/>
            <a:t>Relapse, continued use, or continued problem potential—greater focus on addressing early stages of change</a:t>
          </a:r>
          <a:endParaRPr lang="en-US"/>
        </a:p>
      </dgm:t>
    </dgm:pt>
    <dgm:pt modelId="{08905B27-321F-4759-86DF-EC02A5CFB32D}" type="parTrans" cxnId="{51125693-BEE3-49A0-9B53-A3E5C9DB5BAE}">
      <dgm:prSet/>
      <dgm:spPr/>
      <dgm:t>
        <a:bodyPr/>
        <a:lstStyle/>
        <a:p>
          <a:endParaRPr lang="en-US"/>
        </a:p>
      </dgm:t>
    </dgm:pt>
    <dgm:pt modelId="{2E8E8CBE-A6CE-40FE-B326-EA18AEBC953A}" type="sibTrans" cxnId="{51125693-BEE3-49A0-9B53-A3E5C9DB5BAE}">
      <dgm:prSet/>
      <dgm:spPr/>
      <dgm:t>
        <a:bodyPr/>
        <a:lstStyle/>
        <a:p>
          <a:endParaRPr lang="en-US"/>
        </a:p>
      </dgm:t>
    </dgm:pt>
    <dgm:pt modelId="{AA97AEE0-89AE-433A-8B29-B3039CCA97AD}">
      <dgm:prSet/>
      <dgm:spPr/>
      <dgm:t>
        <a:bodyPr/>
        <a:lstStyle/>
        <a:p>
          <a:r>
            <a:rPr lang="en-US" b="0" i="0"/>
            <a:t>Recovery/living environment</a:t>
          </a:r>
          <a:endParaRPr lang="en-US"/>
        </a:p>
      </dgm:t>
    </dgm:pt>
    <dgm:pt modelId="{5617BF6E-A0CE-4775-AD7D-24B2874E7718}" type="parTrans" cxnId="{83DFFF97-8E90-4C45-8B0E-4902801D8368}">
      <dgm:prSet/>
      <dgm:spPr/>
      <dgm:t>
        <a:bodyPr/>
        <a:lstStyle/>
        <a:p>
          <a:endParaRPr lang="en-US"/>
        </a:p>
      </dgm:t>
    </dgm:pt>
    <dgm:pt modelId="{CA8C644E-0A99-4A43-A5A4-BAE02C79B73E}" type="sibTrans" cxnId="{83DFFF97-8E90-4C45-8B0E-4902801D8368}">
      <dgm:prSet/>
      <dgm:spPr/>
      <dgm:t>
        <a:bodyPr/>
        <a:lstStyle/>
        <a:p>
          <a:endParaRPr lang="en-US"/>
        </a:p>
      </dgm:t>
    </dgm:pt>
    <dgm:pt modelId="{3F35F0C9-6522-4987-AFA1-1558C730700A}" type="pres">
      <dgm:prSet presAssocID="{049A413B-3861-489E-8C75-B7996D0FC5A3}" presName="linear" presStyleCnt="0">
        <dgm:presLayoutVars>
          <dgm:animLvl val="lvl"/>
          <dgm:resizeHandles val="exact"/>
        </dgm:presLayoutVars>
      </dgm:prSet>
      <dgm:spPr/>
    </dgm:pt>
    <dgm:pt modelId="{AE9E46A9-3D3F-4717-9DA7-BDA5300CA635}" type="pres">
      <dgm:prSet presAssocID="{8AB55277-D2A9-4579-BF90-3C120C7D7CB8}" presName="parentText" presStyleLbl="node1" presStyleIdx="0" presStyleCnt="6">
        <dgm:presLayoutVars>
          <dgm:chMax val="0"/>
          <dgm:bulletEnabled val="1"/>
        </dgm:presLayoutVars>
      </dgm:prSet>
      <dgm:spPr/>
    </dgm:pt>
    <dgm:pt modelId="{1BC70AD2-8EAF-4868-80CC-7359B8237930}" type="pres">
      <dgm:prSet presAssocID="{430C394B-FCE9-417B-ADF9-CF07C0F89B65}" presName="spacer" presStyleCnt="0"/>
      <dgm:spPr/>
    </dgm:pt>
    <dgm:pt modelId="{FDCEC2B5-080D-4E3E-A62A-81BCA069BBFA}" type="pres">
      <dgm:prSet presAssocID="{3A5257B5-6AEE-4614-BCCC-98E06E11E0BE}" presName="parentText" presStyleLbl="node1" presStyleIdx="1" presStyleCnt="6">
        <dgm:presLayoutVars>
          <dgm:chMax val="0"/>
          <dgm:bulletEnabled val="1"/>
        </dgm:presLayoutVars>
      </dgm:prSet>
      <dgm:spPr/>
    </dgm:pt>
    <dgm:pt modelId="{93803D50-E7F7-4097-B951-6ABE33F1DA0F}" type="pres">
      <dgm:prSet presAssocID="{0A76D048-5283-4C6D-99C7-075ACBE3B215}" presName="spacer" presStyleCnt="0"/>
      <dgm:spPr/>
    </dgm:pt>
    <dgm:pt modelId="{B2DA0A61-BB02-4548-A15E-42AE70B0ED36}" type="pres">
      <dgm:prSet presAssocID="{9E1FD418-2543-4C0E-9726-1B144E67E08D}" presName="parentText" presStyleLbl="node1" presStyleIdx="2" presStyleCnt="6">
        <dgm:presLayoutVars>
          <dgm:chMax val="0"/>
          <dgm:bulletEnabled val="1"/>
        </dgm:presLayoutVars>
      </dgm:prSet>
      <dgm:spPr/>
    </dgm:pt>
    <dgm:pt modelId="{0987F65E-F21B-4209-A31A-E9166C9CE40F}" type="pres">
      <dgm:prSet presAssocID="{588AD8C0-585B-4352-9004-9CC5CD870245}" presName="spacer" presStyleCnt="0"/>
      <dgm:spPr/>
    </dgm:pt>
    <dgm:pt modelId="{A80CBE28-B887-4F80-8E75-FB0542ACE20A}" type="pres">
      <dgm:prSet presAssocID="{3F77CB44-22B0-4509-8B35-1C96B5DFB8BC}" presName="parentText" presStyleLbl="node1" presStyleIdx="3" presStyleCnt="6">
        <dgm:presLayoutVars>
          <dgm:chMax val="0"/>
          <dgm:bulletEnabled val="1"/>
        </dgm:presLayoutVars>
      </dgm:prSet>
      <dgm:spPr/>
    </dgm:pt>
    <dgm:pt modelId="{F9E6ED3C-86EB-4AD9-97C4-E0DF01ACECDA}" type="pres">
      <dgm:prSet presAssocID="{E0A31231-5356-4FD2-A380-BE4F652109D7}" presName="spacer" presStyleCnt="0"/>
      <dgm:spPr/>
    </dgm:pt>
    <dgm:pt modelId="{5A4A192A-51BE-4264-AA73-4E683D6D979E}" type="pres">
      <dgm:prSet presAssocID="{B145037E-8EBD-4C46-860E-2BF2822DFF2E}" presName="parentText" presStyleLbl="node1" presStyleIdx="4" presStyleCnt="6">
        <dgm:presLayoutVars>
          <dgm:chMax val="0"/>
          <dgm:bulletEnabled val="1"/>
        </dgm:presLayoutVars>
      </dgm:prSet>
      <dgm:spPr/>
    </dgm:pt>
    <dgm:pt modelId="{8488CC9A-9218-4F8A-ACCE-ECAC2F3E855E}" type="pres">
      <dgm:prSet presAssocID="{2E8E8CBE-A6CE-40FE-B326-EA18AEBC953A}" presName="spacer" presStyleCnt="0"/>
      <dgm:spPr/>
    </dgm:pt>
    <dgm:pt modelId="{D4B8902B-3645-440E-A352-5F2E53E2E3E0}" type="pres">
      <dgm:prSet presAssocID="{AA97AEE0-89AE-433A-8B29-B3039CCA97AD}" presName="parentText" presStyleLbl="node1" presStyleIdx="5" presStyleCnt="6">
        <dgm:presLayoutVars>
          <dgm:chMax val="0"/>
          <dgm:bulletEnabled val="1"/>
        </dgm:presLayoutVars>
      </dgm:prSet>
      <dgm:spPr/>
    </dgm:pt>
  </dgm:ptLst>
  <dgm:cxnLst>
    <dgm:cxn modelId="{60FC9810-1371-4E5F-85E4-72E023354CF9}" type="presOf" srcId="{3A5257B5-6AEE-4614-BCCC-98E06E11E0BE}" destId="{FDCEC2B5-080D-4E3E-A62A-81BCA069BBFA}" srcOrd="0" destOrd="0" presId="urn:microsoft.com/office/officeart/2005/8/layout/vList2"/>
    <dgm:cxn modelId="{608B3E20-41D5-449C-9258-70B3EDE3F925}" type="presOf" srcId="{049A413B-3861-489E-8C75-B7996D0FC5A3}" destId="{3F35F0C9-6522-4987-AFA1-1558C730700A}" srcOrd="0" destOrd="0" presId="urn:microsoft.com/office/officeart/2005/8/layout/vList2"/>
    <dgm:cxn modelId="{CAF43322-5AD9-4C43-B674-0ED539C9DD31}" type="presOf" srcId="{B145037E-8EBD-4C46-860E-2BF2822DFF2E}" destId="{5A4A192A-51BE-4264-AA73-4E683D6D979E}" srcOrd="0" destOrd="0" presId="urn:microsoft.com/office/officeart/2005/8/layout/vList2"/>
    <dgm:cxn modelId="{0E276534-20C7-480A-B6D2-48A4D32E8903}" type="presOf" srcId="{9E1FD418-2543-4C0E-9726-1B144E67E08D}" destId="{B2DA0A61-BB02-4548-A15E-42AE70B0ED36}" srcOrd="0" destOrd="0" presId="urn:microsoft.com/office/officeart/2005/8/layout/vList2"/>
    <dgm:cxn modelId="{6659305D-6013-4BE5-A6B6-5C8C6A4B21C0}" type="presOf" srcId="{8AB55277-D2A9-4579-BF90-3C120C7D7CB8}" destId="{AE9E46A9-3D3F-4717-9DA7-BDA5300CA635}" srcOrd="0" destOrd="0" presId="urn:microsoft.com/office/officeart/2005/8/layout/vList2"/>
    <dgm:cxn modelId="{01F92C60-9502-40FA-9692-5B1E5D9A2FFA}" srcId="{049A413B-3861-489E-8C75-B7996D0FC5A3}" destId="{9E1FD418-2543-4C0E-9726-1B144E67E08D}" srcOrd="2" destOrd="0" parTransId="{F77ACA1C-5139-476B-AE01-4485EFD52482}" sibTransId="{588AD8C0-585B-4352-9004-9CC5CD870245}"/>
    <dgm:cxn modelId="{CE2E8D62-FD73-4DA9-AB9F-CF0901615093}" srcId="{049A413B-3861-489E-8C75-B7996D0FC5A3}" destId="{3F77CB44-22B0-4509-8B35-1C96B5DFB8BC}" srcOrd="3" destOrd="0" parTransId="{E4F998FA-AA4F-4FF1-B079-B0D7D22201BF}" sibTransId="{E0A31231-5356-4FD2-A380-BE4F652109D7}"/>
    <dgm:cxn modelId="{E1E26259-CEE3-4A42-8035-1796883B6E01}" type="presOf" srcId="{3F77CB44-22B0-4509-8B35-1C96B5DFB8BC}" destId="{A80CBE28-B887-4F80-8E75-FB0542ACE20A}" srcOrd="0" destOrd="0" presId="urn:microsoft.com/office/officeart/2005/8/layout/vList2"/>
    <dgm:cxn modelId="{51125693-BEE3-49A0-9B53-A3E5C9DB5BAE}" srcId="{049A413B-3861-489E-8C75-B7996D0FC5A3}" destId="{B145037E-8EBD-4C46-860E-2BF2822DFF2E}" srcOrd="4" destOrd="0" parTransId="{08905B27-321F-4759-86DF-EC02A5CFB32D}" sibTransId="{2E8E8CBE-A6CE-40FE-B326-EA18AEBC953A}"/>
    <dgm:cxn modelId="{83DFFF97-8E90-4C45-8B0E-4902801D8368}" srcId="{049A413B-3861-489E-8C75-B7996D0FC5A3}" destId="{AA97AEE0-89AE-433A-8B29-B3039CCA97AD}" srcOrd="5" destOrd="0" parTransId="{5617BF6E-A0CE-4775-AD7D-24B2874E7718}" sibTransId="{CA8C644E-0A99-4A43-A5A4-BAE02C79B73E}"/>
    <dgm:cxn modelId="{F0C4FC9C-FA1E-42F6-BA73-B04D7111D967}" srcId="{049A413B-3861-489E-8C75-B7996D0FC5A3}" destId="{3A5257B5-6AEE-4614-BCCC-98E06E11E0BE}" srcOrd="1" destOrd="0" parTransId="{B92DA949-8D26-4486-B0F4-B76BD13363C4}" sibTransId="{0A76D048-5283-4C6D-99C7-075ACBE3B215}"/>
    <dgm:cxn modelId="{BC62ADAD-E11B-430E-8A0E-205FDABB51E9}" srcId="{049A413B-3861-489E-8C75-B7996D0FC5A3}" destId="{8AB55277-D2A9-4579-BF90-3C120C7D7CB8}" srcOrd="0" destOrd="0" parTransId="{87319DF9-7ACC-450E-BB4C-3F2A5A34A7F2}" sibTransId="{430C394B-FCE9-417B-ADF9-CF07C0F89B65}"/>
    <dgm:cxn modelId="{96718AF3-1D71-45B6-83E2-ABF316102FA3}" type="presOf" srcId="{AA97AEE0-89AE-433A-8B29-B3039CCA97AD}" destId="{D4B8902B-3645-440E-A352-5F2E53E2E3E0}" srcOrd="0" destOrd="0" presId="urn:microsoft.com/office/officeart/2005/8/layout/vList2"/>
    <dgm:cxn modelId="{55AF4DCB-FDD2-4701-9D51-A81ADD4616D6}" type="presParOf" srcId="{3F35F0C9-6522-4987-AFA1-1558C730700A}" destId="{AE9E46A9-3D3F-4717-9DA7-BDA5300CA635}" srcOrd="0" destOrd="0" presId="urn:microsoft.com/office/officeart/2005/8/layout/vList2"/>
    <dgm:cxn modelId="{6C9CC084-89D8-4B14-8E53-5952B9DC145B}" type="presParOf" srcId="{3F35F0C9-6522-4987-AFA1-1558C730700A}" destId="{1BC70AD2-8EAF-4868-80CC-7359B8237930}" srcOrd="1" destOrd="0" presId="urn:microsoft.com/office/officeart/2005/8/layout/vList2"/>
    <dgm:cxn modelId="{16676EE4-D6BC-435C-A322-892D60E765B8}" type="presParOf" srcId="{3F35F0C9-6522-4987-AFA1-1558C730700A}" destId="{FDCEC2B5-080D-4E3E-A62A-81BCA069BBFA}" srcOrd="2" destOrd="0" presId="urn:microsoft.com/office/officeart/2005/8/layout/vList2"/>
    <dgm:cxn modelId="{C67963E1-CFE9-4BD5-B57B-FF83102F8ECF}" type="presParOf" srcId="{3F35F0C9-6522-4987-AFA1-1558C730700A}" destId="{93803D50-E7F7-4097-B951-6ABE33F1DA0F}" srcOrd="3" destOrd="0" presId="urn:microsoft.com/office/officeart/2005/8/layout/vList2"/>
    <dgm:cxn modelId="{60722DD2-52D8-4285-864B-D88F54F3287D}" type="presParOf" srcId="{3F35F0C9-6522-4987-AFA1-1558C730700A}" destId="{B2DA0A61-BB02-4548-A15E-42AE70B0ED36}" srcOrd="4" destOrd="0" presId="urn:microsoft.com/office/officeart/2005/8/layout/vList2"/>
    <dgm:cxn modelId="{0CF06325-539B-4110-9C2E-F73783CCB6A3}" type="presParOf" srcId="{3F35F0C9-6522-4987-AFA1-1558C730700A}" destId="{0987F65E-F21B-4209-A31A-E9166C9CE40F}" srcOrd="5" destOrd="0" presId="urn:microsoft.com/office/officeart/2005/8/layout/vList2"/>
    <dgm:cxn modelId="{2DDAFEE9-82C7-4F1D-8F12-E8F986A7C8B0}" type="presParOf" srcId="{3F35F0C9-6522-4987-AFA1-1558C730700A}" destId="{A80CBE28-B887-4F80-8E75-FB0542ACE20A}" srcOrd="6" destOrd="0" presId="urn:microsoft.com/office/officeart/2005/8/layout/vList2"/>
    <dgm:cxn modelId="{1D26C401-0D50-45F7-A561-1D99FABA77D7}" type="presParOf" srcId="{3F35F0C9-6522-4987-AFA1-1558C730700A}" destId="{F9E6ED3C-86EB-4AD9-97C4-E0DF01ACECDA}" srcOrd="7" destOrd="0" presId="urn:microsoft.com/office/officeart/2005/8/layout/vList2"/>
    <dgm:cxn modelId="{4EEF84D2-8DC3-4F44-9ABD-2D27003FB93F}" type="presParOf" srcId="{3F35F0C9-6522-4987-AFA1-1558C730700A}" destId="{5A4A192A-51BE-4264-AA73-4E683D6D979E}" srcOrd="8" destOrd="0" presId="urn:microsoft.com/office/officeart/2005/8/layout/vList2"/>
    <dgm:cxn modelId="{0D865114-AD1A-43F2-AF90-308396974129}" type="presParOf" srcId="{3F35F0C9-6522-4987-AFA1-1558C730700A}" destId="{8488CC9A-9218-4F8A-ACCE-ECAC2F3E855E}" srcOrd="9" destOrd="0" presId="urn:microsoft.com/office/officeart/2005/8/layout/vList2"/>
    <dgm:cxn modelId="{3BC9D1F1-57BA-4BCF-851D-2578BA888C85}" type="presParOf" srcId="{3F35F0C9-6522-4987-AFA1-1558C730700A}" destId="{D4B8902B-3645-440E-A352-5F2E53E2E3E0}"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A9CDA6-E7EB-4471-9AFF-69C0ABCA7245}">
      <dsp:nvSpPr>
        <dsp:cNvPr id="0" name=""/>
        <dsp:cNvSpPr/>
      </dsp:nvSpPr>
      <dsp:spPr>
        <a:xfrm>
          <a:off x="0" y="160429"/>
          <a:ext cx="8229600" cy="5561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a:t>Precontemplation</a:t>
          </a:r>
          <a:r>
            <a:rPr lang="en-US" sz="1400" b="0" i="0" kern="1200"/>
            <a:t>—characterized by resistance to change or denying that a problem exists.</a:t>
          </a:r>
          <a:endParaRPr lang="en-US" sz="1400" kern="1200"/>
        </a:p>
      </dsp:txBody>
      <dsp:txXfrm>
        <a:off x="27149" y="187578"/>
        <a:ext cx="8175302" cy="501854"/>
      </dsp:txXfrm>
    </dsp:sp>
    <dsp:sp modelId="{43FA67E7-F63A-4E50-A72D-A606FC37CCF6}">
      <dsp:nvSpPr>
        <dsp:cNvPr id="0" name=""/>
        <dsp:cNvSpPr/>
      </dsp:nvSpPr>
      <dsp:spPr>
        <a:xfrm>
          <a:off x="0" y="756901"/>
          <a:ext cx="8229600" cy="5561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a:t>Contemplation</a:t>
          </a:r>
          <a:r>
            <a:rPr lang="en-US" sz="1400" b="0" i="0" kern="1200"/>
            <a:t>—evidence of ambivalence exists and the client is contemplating the effects of substance use as well as weighing the advantages and disadvantages of continued use.</a:t>
          </a:r>
          <a:endParaRPr lang="en-US" sz="1400" kern="1200"/>
        </a:p>
      </dsp:txBody>
      <dsp:txXfrm>
        <a:off x="27149" y="784050"/>
        <a:ext cx="8175302" cy="501854"/>
      </dsp:txXfrm>
    </dsp:sp>
    <dsp:sp modelId="{E3495BAF-E7D0-42BC-BDA1-46B048642279}">
      <dsp:nvSpPr>
        <dsp:cNvPr id="0" name=""/>
        <dsp:cNvSpPr/>
      </dsp:nvSpPr>
      <dsp:spPr>
        <a:xfrm>
          <a:off x="0" y="1353373"/>
          <a:ext cx="8229600" cy="5561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a:t>Preparation</a:t>
          </a:r>
          <a:r>
            <a:rPr lang="en-US" sz="1400" b="0" i="0" kern="1200"/>
            <a:t>—resistance has waned and the client has made a decision to change but is uncertain how to go about this process.</a:t>
          </a:r>
          <a:endParaRPr lang="en-US" sz="1400" kern="1200"/>
        </a:p>
      </dsp:txBody>
      <dsp:txXfrm>
        <a:off x="27149" y="1380522"/>
        <a:ext cx="8175302" cy="501854"/>
      </dsp:txXfrm>
    </dsp:sp>
    <dsp:sp modelId="{6F89DB41-B547-4367-AC47-B4DAECDE4D1C}">
      <dsp:nvSpPr>
        <dsp:cNvPr id="0" name=""/>
        <dsp:cNvSpPr/>
      </dsp:nvSpPr>
      <dsp:spPr>
        <a:xfrm>
          <a:off x="0" y="1949845"/>
          <a:ext cx="8229600" cy="5561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a:t>Action</a:t>
          </a:r>
          <a:r>
            <a:rPr lang="en-US" sz="1400" b="0" i="0" kern="1200"/>
            <a:t>—the client is committed to making a change and has demonstrated specific goals and behaviors toward this end.</a:t>
          </a:r>
          <a:endParaRPr lang="en-US" sz="1400" kern="1200"/>
        </a:p>
      </dsp:txBody>
      <dsp:txXfrm>
        <a:off x="27149" y="1976994"/>
        <a:ext cx="8175302" cy="501854"/>
      </dsp:txXfrm>
    </dsp:sp>
    <dsp:sp modelId="{73104769-0D27-4384-96BC-F9DDF3A41518}">
      <dsp:nvSpPr>
        <dsp:cNvPr id="0" name=""/>
        <dsp:cNvSpPr/>
      </dsp:nvSpPr>
      <dsp:spPr>
        <a:xfrm>
          <a:off x="0" y="2546317"/>
          <a:ext cx="8229600" cy="5561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a:t>Maintenance</a:t>
          </a:r>
          <a:r>
            <a:rPr lang="en-US" sz="1400" b="0" i="0" kern="1200"/>
            <a:t>—the client has maintained a period of abstinence and is working on maintaining recovery and addressing relapse issues and triggers.</a:t>
          </a:r>
          <a:endParaRPr lang="en-US" sz="1400" kern="1200"/>
        </a:p>
      </dsp:txBody>
      <dsp:txXfrm>
        <a:off x="27149" y="2573466"/>
        <a:ext cx="8175302" cy="5018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ACCFFF-BFF6-43E6-A5A5-E6453FE55503}">
      <dsp:nvSpPr>
        <dsp:cNvPr id="0" name=""/>
        <dsp:cNvSpPr/>
      </dsp:nvSpPr>
      <dsp:spPr>
        <a:xfrm>
          <a:off x="0" y="233391"/>
          <a:ext cx="8486776" cy="7862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0" i="0" kern="1200"/>
            <a:t>Miller and Rollnick (2013) integrated their motivational interviewing (M I) approach into the stages-of-change model based on the belief that motivation is not intrinsically driven as part of one’s personality or personal traits but rather is developed through interpersonal interactions.</a:t>
          </a:r>
          <a:endParaRPr lang="en-US" sz="1400" kern="1200"/>
        </a:p>
      </dsp:txBody>
      <dsp:txXfrm>
        <a:off x="38381" y="271772"/>
        <a:ext cx="8410014" cy="709478"/>
      </dsp:txXfrm>
    </dsp:sp>
    <dsp:sp modelId="{71176718-FA4A-4F7A-B45C-265E49E990E0}">
      <dsp:nvSpPr>
        <dsp:cNvPr id="0" name=""/>
        <dsp:cNvSpPr/>
      </dsp:nvSpPr>
      <dsp:spPr>
        <a:xfrm>
          <a:off x="0" y="1019631"/>
          <a:ext cx="8486776" cy="34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9455" tIns="17780" rIns="99568" bIns="17780" numCol="1" spcCol="1270" anchor="t" anchorCtr="0">
          <a:noAutofit/>
        </a:bodyPr>
        <a:lstStyle/>
        <a:p>
          <a:pPr marL="57150" lvl="1" indent="-57150" algn="l" defTabSz="488950">
            <a:lnSpc>
              <a:spcPct val="90000"/>
            </a:lnSpc>
            <a:spcBef>
              <a:spcPct val="0"/>
            </a:spcBef>
            <a:spcAft>
              <a:spcPct val="20000"/>
            </a:spcAft>
            <a:buChar char="•"/>
          </a:pPr>
          <a:r>
            <a:rPr lang="en-US" sz="1100" b="0" i="0" kern="1200"/>
            <a:t>They identified M I as a client-centered, directive, transtheoretical approach emphasizing empathic communication to bring about a client’s intrinsic motivation to change that aligns with values and beliefs.</a:t>
          </a:r>
          <a:endParaRPr lang="en-US" sz="1100" kern="1200"/>
        </a:p>
      </dsp:txBody>
      <dsp:txXfrm>
        <a:off x="0" y="1019631"/>
        <a:ext cx="8486776" cy="347760"/>
      </dsp:txXfrm>
    </dsp:sp>
    <dsp:sp modelId="{6A44F3AF-11CD-412D-BB68-00C85A36C271}">
      <dsp:nvSpPr>
        <dsp:cNvPr id="0" name=""/>
        <dsp:cNvSpPr/>
      </dsp:nvSpPr>
      <dsp:spPr>
        <a:xfrm>
          <a:off x="0" y="1367391"/>
          <a:ext cx="8486776" cy="7862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0" i="0" kern="1200"/>
            <a:t>Miller and Rollnick (2013) developed four central processes that serve as the basis for M I:</a:t>
          </a:r>
          <a:endParaRPr lang="en-US" sz="1400" kern="1200"/>
        </a:p>
      </dsp:txBody>
      <dsp:txXfrm>
        <a:off x="38381" y="1405772"/>
        <a:ext cx="8410014" cy="7094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6CD0BD-26A2-4433-8942-B9ECDDC992D3}">
      <dsp:nvSpPr>
        <dsp:cNvPr id="0" name=""/>
        <dsp:cNvSpPr/>
      </dsp:nvSpPr>
      <dsp:spPr>
        <a:xfrm>
          <a:off x="0" y="20085"/>
          <a:ext cx="8229600" cy="6739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1" i="0" kern="1200"/>
            <a:t>Level 0.5 </a:t>
          </a:r>
          <a:r>
            <a:rPr lang="en-US" sz="1200" b="0" i="0" kern="1200"/>
            <a:t>(Early Intervention) involves screening, brief intervention, referral, and treatment; early intervention services were expanded as a way to reach out to the nearly 20 million individuals who are pursuing addiction treatment</a:t>
          </a:r>
          <a:endParaRPr lang="en-US" sz="1200" kern="1200"/>
        </a:p>
      </dsp:txBody>
      <dsp:txXfrm>
        <a:off x="32898" y="52983"/>
        <a:ext cx="8163804" cy="608124"/>
      </dsp:txXfrm>
    </dsp:sp>
    <dsp:sp modelId="{C47356C0-2AB0-445B-9492-508A341CCF1C}">
      <dsp:nvSpPr>
        <dsp:cNvPr id="0" name=""/>
        <dsp:cNvSpPr/>
      </dsp:nvSpPr>
      <dsp:spPr>
        <a:xfrm>
          <a:off x="0" y="728565"/>
          <a:ext cx="8229600" cy="6739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1" i="0" kern="1200"/>
            <a:t>Level 1</a:t>
          </a:r>
          <a:r>
            <a:rPr lang="en-US" sz="1200" b="0" i="0" kern="1200"/>
            <a:t> (Outpatient Services) is considered a gateway for substance use treatment as well as a level of care that can focus on ongoing chronic addiction and abstinence</a:t>
          </a:r>
          <a:endParaRPr lang="en-US" sz="1200" kern="1200"/>
        </a:p>
      </dsp:txBody>
      <dsp:txXfrm>
        <a:off x="32898" y="761463"/>
        <a:ext cx="8163804" cy="608124"/>
      </dsp:txXfrm>
    </dsp:sp>
    <dsp:sp modelId="{A3B8C9DC-5F47-4A30-8EAD-0D1A8A3DE351}">
      <dsp:nvSpPr>
        <dsp:cNvPr id="0" name=""/>
        <dsp:cNvSpPr/>
      </dsp:nvSpPr>
      <dsp:spPr>
        <a:xfrm>
          <a:off x="0" y="1437045"/>
          <a:ext cx="8229600" cy="6739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1" i="0" kern="1200"/>
            <a:t>Level 2</a:t>
          </a:r>
          <a:r>
            <a:rPr lang="en-US" sz="1200" b="0" i="0" kern="1200"/>
            <a:t> (Intensive Outpatient/Partial Hospitalization Services)</a:t>
          </a:r>
          <a:endParaRPr lang="en-US" sz="1200" kern="1200"/>
        </a:p>
      </dsp:txBody>
      <dsp:txXfrm>
        <a:off x="32898" y="1469943"/>
        <a:ext cx="8163804" cy="608124"/>
      </dsp:txXfrm>
    </dsp:sp>
    <dsp:sp modelId="{6828888F-09EC-4565-AE0C-1CFF237EACC2}">
      <dsp:nvSpPr>
        <dsp:cNvPr id="0" name=""/>
        <dsp:cNvSpPr/>
      </dsp:nvSpPr>
      <dsp:spPr>
        <a:xfrm>
          <a:off x="0" y="2145525"/>
          <a:ext cx="8229600" cy="6739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1" i="0" kern="1200"/>
            <a:t>Level 3 </a:t>
          </a:r>
          <a:r>
            <a:rPr lang="en-US" sz="1200" b="0" i="0" kern="1200"/>
            <a:t>(Residential/Inpatient Services)</a:t>
          </a:r>
          <a:endParaRPr lang="en-US" sz="1200" kern="1200"/>
        </a:p>
      </dsp:txBody>
      <dsp:txXfrm>
        <a:off x="32898" y="2178423"/>
        <a:ext cx="8163804" cy="608124"/>
      </dsp:txXfrm>
    </dsp:sp>
    <dsp:sp modelId="{02386F6A-9167-489B-A00C-FA04B2C6687B}">
      <dsp:nvSpPr>
        <dsp:cNvPr id="0" name=""/>
        <dsp:cNvSpPr/>
      </dsp:nvSpPr>
      <dsp:spPr>
        <a:xfrm>
          <a:off x="0" y="2854005"/>
          <a:ext cx="8229600" cy="6739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1" i="0" kern="1200"/>
            <a:t>Level 4</a:t>
          </a:r>
          <a:r>
            <a:rPr lang="en-US" sz="1200" b="0" i="0" kern="1200"/>
            <a:t> (Medically Managed Intensive Inpatient Services)</a:t>
          </a:r>
          <a:endParaRPr lang="en-US" sz="1200" kern="1200"/>
        </a:p>
      </dsp:txBody>
      <dsp:txXfrm>
        <a:off x="32898" y="2886903"/>
        <a:ext cx="8163804" cy="60812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9E46A9-3D3F-4717-9DA7-BDA5300CA635}">
      <dsp:nvSpPr>
        <dsp:cNvPr id="0" name=""/>
        <dsp:cNvSpPr/>
      </dsp:nvSpPr>
      <dsp:spPr>
        <a:xfrm>
          <a:off x="0" y="99735"/>
          <a:ext cx="8218488" cy="3580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i="0" kern="1200"/>
            <a:t>Acute intoxication and/or withdrawal potential—assessing withdrawal management across different levels of care and making preparations for continued addiction services</a:t>
          </a:r>
          <a:endParaRPr lang="en-US" sz="900" kern="1200"/>
        </a:p>
      </dsp:txBody>
      <dsp:txXfrm>
        <a:off x="17477" y="117212"/>
        <a:ext cx="8183534" cy="323066"/>
      </dsp:txXfrm>
    </dsp:sp>
    <dsp:sp modelId="{FDCEC2B5-080D-4E3E-A62A-81BCA069BBFA}">
      <dsp:nvSpPr>
        <dsp:cNvPr id="0" name=""/>
        <dsp:cNvSpPr/>
      </dsp:nvSpPr>
      <dsp:spPr>
        <a:xfrm>
          <a:off x="0" y="483675"/>
          <a:ext cx="8218488" cy="3580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i="0" kern="1200"/>
            <a:t>Biomedical conditions and complications</a:t>
          </a:r>
          <a:endParaRPr lang="en-US" sz="900" kern="1200"/>
        </a:p>
      </dsp:txBody>
      <dsp:txXfrm>
        <a:off x="17477" y="501152"/>
        <a:ext cx="8183534" cy="323066"/>
      </dsp:txXfrm>
    </dsp:sp>
    <dsp:sp modelId="{B2DA0A61-BB02-4548-A15E-42AE70B0ED36}">
      <dsp:nvSpPr>
        <dsp:cNvPr id="0" name=""/>
        <dsp:cNvSpPr/>
      </dsp:nvSpPr>
      <dsp:spPr>
        <a:xfrm>
          <a:off x="0" y="867615"/>
          <a:ext cx="8218488" cy="3580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i="0" kern="1200"/>
            <a:t>Emotional, behavioral, or cognitive conditions and complications</a:t>
          </a:r>
          <a:endParaRPr lang="en-US" sz="900" kern="1200"/>
        </a:p>
      </dsp:txBody>
      <dsp:txXfrm>
        <a:off x="17477" y="885092"/>
        <a:ext cx="8183534" cy="323066"/>
      </dsp:txXfrm>
    </dsp:sp>
    <dsp:sp modelId="{A80CBE28-B887-4F80-8E75-FB0542ACE20A}">
      <dsp:nvSpPr>
        <dsp:cNvPr id="0" name=""/>
        <dsp:cNvSpPr/>
      </dsp:nvSpPr>
      <dsp:spPr>
        <a:xfrm>
          <a:off x="0" y="1251555"/>
          <a:ext cx="8218488" cy="3580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i="0" kern="1200"/>
            <a:t>Readiness to change</a:t>
          </a:r>
          <a:endParaRPr lang="en-US" sz="900" kern="1200"/>
        </a:p>
      </dsp:txBody>
      <dsp:txXfrm>
        <a:off x="17477" y="1269032"/>
        <a:ext cx="8183534" cy="323066"/>
      </dsp:txXfrm>
    </dsp:sp>
    <dsp:sp modelId="{5A4A192A-51BE-4264-AA73-4E683D6D979E}">
      <dsp:nvSpPr>
        <dsp:cNvPr id="0" name=""/>
        <dsp:cNvSpPr/>
      </dsp:nvSpPr>
      <dsp:spPr>
        <a:xfrm>
          <a:off x="0" y="1635495"/>
          <a:ext cx="8218488" cy="3580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i="0" kern="1200"/>
            <a:t>Relapse, continued use, or continued problem potential—greater focus on addressing early stages of change</a:t>
          </a:r>
          <a:endParaRPr lang="en-US" sz="900" kern="1200"/>
        </a:p>
      </dsp:txBody>
      <dsp:txXfrm>
        <a:off x="17477" y="1652972"/>
        <a:ext cx="8183534" cy="323066"/>
      </dsp:txXfrm>
    </dsp:sp>
    <dsp:sp modelId="{D4B8902B-3645-440E-A352-5F2E53E2E3E0}">
      <dsp:nvSpPr>
        <dsp:cNvPr id="0" name=""/>
        <dsp:cNvSpPr/>
      </dsp:nvSpPr>
      <dsp:spPr>
        <a:xfrm>
          <a:off x="0" y="2019435"/>
          <a:ext cx="8218488" cy="3580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i="0" kern="1200"/>
            <a:t>Recovery/living environment</a:t>
          </a:r>
          <a:endParaRPr lang="en-US" sz="900" kern="1200"/>
        </a:p>
      </dsp:txBody>
      <dsp:txXfrm>
        <a:off x="17477" y="2036912"/>
        <a:ext cx="8183534" cy="32306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2/26/2026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96432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9"/>
            <a:ext cx="3657600" cy="1262062"/>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3" name="Content Placeholder 2">
            <a:extLst>
              <a:ext uri="{FF2B5EF4-FFF2-40B4-BE49-F238E27FC236}">
                <a16:creationId xmlns:a16="http://schemas.microsoft.com/office/drawing/2014/main" id="{A13192F1-5420-4735-B9E5-A0EE76B4D8A1}"/>
              </a:ext>
            </a:extLst>
          </p:cNvPr>
          <p:cNvSpPr>
            <a:spLocks noGrp="1"/>
          </p:cNvSpPr>
          <p:nvPr>
            <p:ph sz="quarter" idx="18"/>
          </p:nvPr>
        </p:nvSpPr>
        <p:spPr>
          <a:xfrm>
            <a:off x="5400675" y="4867275"/>
            <a:ext cx="3209925" cy="1009650"/>
          </a:xfrm>
        </p:spPr>
        <p:txBody>
          <a:bodyPr/>
          <a:lstStyle>
            <a:lvl3pPr marL="1143000" indent="-127000">
              <a:buFont typeface="Arial" panose="020B0604020202020204" pitchFamily="34" charset="0"/>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pPr>
              <a:defRPr/>
            </a:pPr>
            <a:endParaRPr lang="en-US" dirty="0">
              <a:solidFill>
                <a:schemeClr val="tx1"/>
              </a:solidFill>
            </a:endParaRPr>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r>
              <a:rPr lang="en-US"/>
              <a:t>
              </a:t>
            </a:r>
            <a:endParaRPr lang="en-US" dirty="0"/>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38452454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43331271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r>
              <a:rPr lang="en-US"/>
              <a:t>
              </a:t>
            </a:r>
            <a:endParaRPr lang="en-US" dirty="0"/>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94836727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08729753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dirty="0">
              <a:solidFill>
                <a:schemeClr val="tx1"/>
              </a:solidFill>
            </a:endParaRPr>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85512800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dirty="0">
              <a:solidFill>
                <a:schemeClr val="tx1"/>
              </a:solidFill>
            </a:endParaRPr>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92882828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pPr>
              <a:defRPr/>
            </a:pPr>
            <a:endParaRPr lang="en-US" dirty="0">
              <a:solidFill>
                <a:schemeClr val="tx1"/>
              </a:solidFill>
            </a:endParaRPr>
          </a:p>
        </p:txBody>
      </p:sp>
      <p:sp>
        <p:nvSpPr>
          <p:cNvPr id="3" name="Footer Placeholder 2"/>
          <p:cNvSpPr>
            <a:spLocks noGrp="1"/>
          </p:cNvSpPr>
          <p:nvPr>
            <p:ph type="ftr" sz="quarter" idx="11"/>
          </p:nvPr>
        </p:nvSpPr>
        <p:spPr/>
        <p:txBody>
          <a:bodyPr/>
          <a:lstStyle/>
          <a:p>
            <a:r>
              <a:rPr lang="en-US"/>
              <a:t>
              </a:t>
            </a:r>
            <a:endParaRPr lang="en-US" dirty="0"/>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44661526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r>
              <a:rPr lang="en-US"/>
              <a:t>
              </a:t>
            </a:r>
            <a:endParaRPr lang="en-US" dirty="0"/>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17729006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r>
              <a:rPr lang="en-US"/>
              <a:t>
              </a:t>
            </a:r>
            <a:endParaRPr lang="en-US" dirty="0"/>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19816077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r>
              <a:rPr lang="en-US"/>
              <a:t>
              </a:t>
            </a:r>
            <a:endParaRPr lang="en-US" dirty="0"/>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51024177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r>
              <a:rPr lang="en-US"/>
              <a:t>
              </a:t>
            </a:r>
            <a:endParaRPr lang="en-US" dirty="0"/>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69660365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r>
              <a:rPr lang="en-US"/>
              <a:t>
              </a:t>
            </a:r>
            <a:endParaRPr lang="en-US" dirty="0"/>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63248411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r>
              <a:rPr lang="en-US"/>
              <a:t>
              </a:t>
            </a:r>
            <a:endParaRPr lang="en-US" dirty="0"/>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89679536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pPr>
              <a:defRPr/>
            </a:pPr>
            <a:endParaRPr lang="en-US" dirty="0">
              <a:solidFill>
                <a:schemeClr val="tx1"/>
              </a:solidFill>
            </a:endParaRPr>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66105271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pPr>
              <a:defRPr/>
            </a:pPr>
            <a:endParaRPr lang="en-US" dirty="0">
              <a:solidFill>
                <a:schemeClr val="tx1"/>
              </a:solidFill>
            </a:endParaRPr>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776203259"/>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621301" y="6387910"/>
            <a:ext cx="990599" cy="228659"/>
          </a:xfrm>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a:xfrm>
            <a:off x="516133" y="6387910"/>
            <a:ext cx="3859795" cy="228660"/>
          </a:xfrm>
        </p:spPr>
        <p:txBody>
          <a:bodyPr/>
          <a:lstStyle/>
          <a:p>
            <a:r>
              <a:rPr lang="en-US"/>
              <a:t>
              </a:t>
            </a:r>
            <a:endParaRPr lang="en-US" dirty="0"/>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736205829"/>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a:xfrm>
            <a:off x="538546" y="6365498"/>
            <a:ext cx="3859795" cy="228660"/>
          </a:xfrm>
        </p:spPr>
        <p:txBody>
          <a:bodyPr/>
          <a:lstStyle/>
          <a:p>
            <a:r>
              <a:rPr lang="en-US"/>
              <a:t>
              </a:t>
            </a:r>
            <a:endParaRPr lang="en-US" dirty="0"/>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538277311"/>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9"/>
            <a:ext cx="3657600" cy="1262062"/>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3" name="Content Placeholder 2">
            <a:extLst>
              <a:ext uri="{FF2B5EF4-FFF2-40B4-BE49-F238E27FC236}">
                <a16:creationId xmlns:a16="http://schemas.microsoft.com/office/drawing/2014/main" id="{A13192F1-5420-4735-B9E5-A0EE76B4D8A1}"/>
              </a:ext>
            </a:extLst>
          </p:cNvPr>
          <p:cNvSpPr>
            <a:spLocks noGrp="1"/>
          </p:cNvSpPr>
          <p:nvPr>
            <p:ph sz="quarter" idx="18"/>
          </p:nvPr>
        </p:nvSpPr>
        <p:spPr>
          <a:xfrm>
            <a:off x="5400675" y="4867275"/>
            <a:ext cx="3209925" cy="1009650"/>
          </a:xfrm>
        </p:spPr>
        <p:txBody>
          <a:bodyPr/>
          <a:lstStyle>
            <a:lvl3pPr marL="1143000" indent="-127000">
              <a:buFont typeface="Arial" panose="020B0604020202020204" pitchFamily="34" charset="0"/>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658109309"/>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5831357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976291819"/>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1351210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8" name="Content Placeholder 6">
            <a:extLst>
              <a:ext uri="{FF2B5EF4-FFF2-40B4-BE49-F238E27FC236}">
                <a16:creationId xmlns:a16="http://schemas.microsoft.com/office/drawing/2014/main" id="{820D01C0-4FD2-4065-9EC3-96A308398288}"/>
              </a:ext>
            </a:extLst>
          </p:cNvPr>
          <p:cNvSpPr>
            <a:spLocks noGrp="1"/>
          </p:cNvSpPr>
          <p:nvPr>
            <p:ph sz="quarter" idx="15"/>
          </p:nvPr>
        </p:nvSpPr>
        <p:spPr>
          <a:xfrm>
            <a:off x="609600" y="41243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253109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4.xml"/><Relationship Id="rId18" Type="http://schemas.openxmlformats.org/officeDocument/2006/relationships/slideLayout" Target="../slideLayouts/slideLayout19.xml"/><Relationship Id="rId26" Type="http://schemas.openxmlformats.org/officeDocument/2006/relationships/slideLayout" Target="../slideLayouts/slideLayout27.xml"/><Relationship Id="rId3" Type="http://schemas.openxmlformats.org/officeDocument/2006/relationships/slideLayout" Target="../slideLayouts/slideLayout4.xml"/><Relationship Id="rId21" Type="http://schemas.openxmlformats.org/officeDocument/2006/relationships/slideLayout" Target="../slideLayouts/slideLayout22.xml"/><Relationship Id="rId34" Type="http://schemas.openxmlformats.org/officeDocument/2006/relationships/image" Target="../media/image1.jpeg"/><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5" Type="http://schemas.openxmlformats.org/officeDocument/2006/relationships/slideLayout" Target="../slideLayouts/slideLayout26.xml"/><Relationship Id="rId33" Type="http://schemas.openxmlformats.org/officeDocument/2006/relationships/theme" Target="../theme/theme2.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slideLayout" Target="../slideLayouts/slideLayout21.xml"/><Relationship Id="rId29" Type="http://schemas.openxmlformats.org/officeDocument/2006/relationships/slideLayout" Target="../slideLayouts/slideLayout30.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24" Type="http://schemas.openxmlformats.org/officeDocument/2006/relationships/slideLayout" Target="../slideLayouts/slideLayout25.xml"/><Relationship Id="rId32" Type="http://schemas.openxmlformats.org/officeDocument/2006/relationships/slideLayout" Target="../slideLayouts/slideLayout33.xml"/><Relationship Id="rId5" Type="http://schemas.openxmlformats.org/officeDocument/2006/relationships/slideLayout" Target="../slideLayouts/slideLayout6.xml"/><Relationship Id="rId15" Type="http://schemas.openxmlformats.org/officeDocument/2006/relationships/slideLayout" Target="../slideLayouts/slideLayout16.xml"/><Relationship Id="rId23" Type="http://schemas.openxmlformats.org/officeDocument/2006/relationships/slideLayout" Target="../slideLayouts/slideLayout24.xml"/><Relationship Id="rId28" Type="http://schemas.openxmlformats.org/officeDocument/2006/relationships/slideLayout" Target="../slideLayouts/slideLayout29.xml"/><Relationship Id="rId10" Type="http://schemas.openxmlformats.org/officeDocument/2006/relationships/slideLayout" Target="../slideLayouts/slideLayout11.xml"/><Relationship Id="rId19" Type="http://schemas.openxmlformats.org/officeDocument/2006/relationships/slideLayout" Target="../slideLayouts/slideLayout20.xml"/><Relationship Id="rId31" Type="http://schemas.openxmlformats.org/officeDocument/2006/relationships/slideLayout" Target="../slideLayouts/slideLayout32.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 Id="rId22" Type="http://schemas.openxmlformats.org/officeDocument/2006/relationships/slideLayout" Target="../slideLayouts/slideLayout23.xml"/><Relationship Id="rId27" Type="http://schemas.openxmlformats.org/officeDocument/2006/relationships/slideLayout" Target="../slideLayouts/slideLayout28.xml"/><Relationship Id="rId30" Type="http://schemas.openxmlformats.org/officeDocument/2006/relationships/slideLayout" Target="../slideLayouts/slideLayout31.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34">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pPr>
              <a:defRPr/>
            </a:pPr>
            <a:endParaRPr lang="en-US" dirty="0">
              <a:solidFill>
                <a:schemeClr val="tx1"/>
              </a:solidFill>
            </a:endParaRPr>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r>
              <a:rPr lang="en-US" dirty="0"/>
              <a:t>
              </a:t>
            </a:r>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447086196"/>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1" r:id="rId18"/>
    <p:sldLayoutId id="2147483722" r:id="rId19"/>
    <p:sldLayoutId id="2147483723" r:id="rId20"/>
    <p:sldLayoutId id="2147483724" r:id="rId21"/>
    <p:sldLayoutId id="2147483664" r:id="rId22"/>
    <p:sldLayoutId id="2147483683" r:id="rId23"/>
    <p:sldLayoutId id="2147483676" r:id="rId24"/>
    <p:sldLayoutId id="2147483677" r:id="rId25"/>
    <p:sldLayoutId id="2147483678" r:id="rId26"/>
    <p:sldLayoutId id="2147483679" r:id="rId27"/>
    <p:sldLayoutId id="2147483681" r:id="rId28"/>
    <p:sldLayoutId id="2147483671" r:id="rId29"/>
    <p:sldLayoutId id="2147483673" r:id="rId30"/>
    <p:sldLayoutId id="2147483670" r:id="rId31"/>
    <p:sldLayoutId id="2147483669" r:id="rId32"/>
  </p:sldLayoutIdLst>
  <p:hf sldNum="0" hdr="0" ftr="0" dt="0"/>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0"/>
              </a:ext>
            </a:extLst>
          </p:cNvPr>
          <p:cNvSpPr>
            <a:spLocks noGrp="1"/>
          </p:cNvSpPr>
          <p:nvPr>
            <p:ph sz="quarter" idx="13"/>
          </p:nvPr>
        </p:nvSpPr>
        <p:spPr>
          <a:xfrm>
            <a:off x="765463" y="3425056"/>
            <a:ext cx="3806537" cy="1224461"/>
          </a:xfrm>
        </p:spPr>
        <p:txBody>
          <a:bodyPr/>
          <a:lstStyle/>
          <a:p>
            <a:pPr marL="0" algn="ctr"/>
            <a:r>
              <a:rPr lang="en-US" b="1" noProof="0" dirty="0">
                <a:solidFill>
                  <a:schemeClr val="tx1"/>
                </a:solidFill>
                <a:latin typeface="+mn-lt"/>
              </a:rPr>
              <a:t>Chapter 7</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val="0"/>
              </a:ext>
            </a:extLst>
          </p:cNvPr>
          <p:cNvSpPr>
            <a:spLocks noGrp="1"/>
          </p:cNvSpPr>
          <p:nvPr>
            <p:ph sz="quarter" idx="14"/>
          </p:nvPr>
        </p:nvSpPr>
        <p:spPr>
          <a:xfrm>
            <a:off x="4954731" y="3252789"/>
            <a:ext cx="3806538" cy="1266960"/>
          </a:xfrm>
        </p:spPr>
        <p:txBody>
          <a:bodyPr>
            <a:normAutofit fontScale="77500" lnSpcReduction="20000"/>
          </a:bodyPr>
          <a:lstStyle/>
          <a:p>
            <a:pPr defTabSz="914400">
              <a:defRPr/>
            </a:pPr>
            <a:r>
              <a:rPr lang="en-US" noProof="0" dirty="0"/>
              <a:t>Understanding and Treating Substance Use Disorders with Clients in Crisis</a:t>
            </a:r>
            <a:endParaRPr lang="en-US" noProof="0" dirty="0">
              <a:solidFill>
                <a:schemeClr val="tx1"/>
              </a:solidFill>
            </a:endParaRPr>
          </a:p>
        </p:txBody>
      </p:sp>
    </p:spTree>
    <p:extLst>
      <p:ext uri="{BB962C8B-B14F-4D97-AF65-F5344CB8AC3E}">
        <p14:creationId xmlns:p14="http://schemas.microsoft.com/office/powerpoint/2010/main" val="1522204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2" name="Rectangle 11">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0"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2" name="Rectangle 21">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4" name="Rectangle 23">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8" name="Group 27">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9" name="Rectangle 28">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Substance Use and Society</a:t>
            </a:r>
          </a:p>
        </p:txBody>
      </p:sp>
      <p:cxnSp>
        <p:nvCxnSpPr>
          <p:cNvPr id="32" name="Straight Connector 31">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300" noProof="0">
                <a:solidFill>
                  <a:schemeClr val="tx1"/>
                </a:solidFill>
                <a:ea typeface="+mn-ea"/>
                <a:cs typeface="+mn-cs"/>
              </a:rPr>
              <a:t>Data from the 2019 National Survey on Drug Use and Health (S A M H S A)</a:t>
            </a:r>
          </a:p>
          <a:p>
            <a:pPr lvl="1">
              <a:lnSpc>
                <a:spcPct val="90000"/>
              </a:lnSpc>
              <a:buClr>
                <a:schemeClr val="accent1"/>
              </a:buClr>
              <a:buSzPct val="80000"/>
            </a:pPr>
            <a:r>
              <a:rPr lang="en-US" sz="1300" noProof="0">
                <a:solidFill>
                  <a:schemeClr val="tx1"/>
                </a:solidFill>
                <a:ea typeface="+mn-ea"/>
                <a:cs typeface="+mn-cs"/>
              </a:rPr>
              <a:t>Over 50% of Americans age 12 years and older (about 132 million people) are current consumers of alcohol.</a:t>
            </a:r>
          </a:p>
          <a:p>
            <a:pPr lvl="1">
              <a:lnSpc>
                <a:spcPct val="90000"/>
              </a:lnSpc>
              <a:buClr>
                <a:schemeClr val="accent1"/>
              </a:buClr>
              <a:buSzPct val="80000"/>
            </a:pPr>
            <a:r>
              <a:rPr lang="en-US" sz="1300" noProof="0">
                <a:solidFill>
                  <a:schemeClr val="tx1"/>
                </a:solidFill>
                <a:ea typeface="+mn-ea"/>
                <a:cs typeface="+mn-cs"/>
              </a:rPr>
              <a:t>Over 21% of Americans age 12 years and older (nearly 58 million people) are current users of tobacco products.</a:t>
            </a:r>
          </a:p>
          <a:p>
            <a:pPr lvl="1">
              <a:lnSpc>
                <a:spcPct val="90000"/>
              </a:lnSpc>
              <a:buClr>
                <a:schemeClr val="accent1"/>
              </a:buClr>
              <a:buSzPct val="80000"/>
            </a:pPr>
            <a:r>
              <a:rPr lang="en-US" sz="1300" noProof="0">
                <a:solidFill>
                  <a:schemeClr val="tx1"/>
                </a:solidFill>
                <a:ea typeface="+mn-ea"/>
                <a:cs typeface="+mn-cs"/>
              </a:rPr>
              <a:t>Over 20% of Americans age 12 years and older (nearly 57 million people) reported using an illicit drug in 2019.</a:t>
            </a:r>
          </a:p>
          <a:p>
            <a:pPr lvl="2">
              <a:lnSpc>
                <a:spcPct val="90000"/>
              </a:lnSpc>
              <a:buClr>
                <a:schemeClr val="accent1"/>
              </a:buClr>
              <a:buSzPct val="80000"/>
              <a:buFont typeface="Wingdings 3" charset="2"/>
              <a:buChar char=""/>
            </a:pPr>
            <a:r>
              <a:rPr lang="en-US" sz="1300" noProof="0">
                <a:solidFill>
                  <a:schemeClr val="tx1"/>
                </a:solidFill>
                <a:ea typeface="+mn-ea"/>
                <a:cs typeface="+mn-cs"/>
              </a:rPr>
              <a:t>A majority (53%) of those reporting use of nonmedical prescription type drugs indicated the illicit substances were acquired from family and friends.</a:t>
            </a:r>
          </a:p>
          <a:p>
            <a:pPr lvl="1">
              <a:lnSpc>
                <a:spcPct val="90000"/>
              </a:lnSpc>
              <a:buClr>
                <a:schemeClr val="accent1"/>
              </a:buClr>
              <a:buSzPct val="80000"/>
            </a:pPr>
            <a:r>
              <a:rPr lang="en-US" sz="1300" noProof="0">
                <a:solidFill>
                  <a:schemeClr val="tx1"/>
                </a:solidFill>
                <a:ea typeface="+mn-ea"/>
                <a:cs typeface="+mn-cs"/>
              </a:rPr>
              <a:t>Of the 20.4 million who reported needing treatment for an illicit drug or alcohol problem, only 2.3 million (11%) received treatment.</a:t>
            </a:r>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2" name="Rectangle 11">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0"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2" name="Rectangle 21">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4" name="Rectangle 23">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8" name="Group 27">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9" name="Rectangle 28">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600" b="0" noProof="0">
                <a:solidFill>
                  <a:schemeClr val="tx1"/>
                </a:solidFill>
                <a:ea typeface="+mj-ea"/>
                <a:cs typeface="+mj-cs"/>
              </a:rPr>
              <a:t>Classification of Drugs (1 of 2)</a:t>
            </a:r>
          </a:p>
        </p:txBody>
      </p:sp>
      <p:cxnSp>
        <p:nvCxnSpPr>
          <p:cNvPr id="32" name="Straight Connector 31">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300" noProof="0">
                <a:solidFill>
                  <a:schemeClr val="tx1"/>
                </a:solidFill>
                <a:ea typeface="+mn-ea"/>
                <a:cs typeface="+mn-cs"/>
              </a:rPr>
              <a:t>Current drug classifications include:</a:t>
            </a:r>
          </a:p>
          <a:p>
            <a:pPr lvl="1">
              <a:lnSpc>
                <a:spcPct val="90000"/>
              </a:lnSpc>
              <a:buClr>
                <a:schemeClr val="accent1"/>
              </a:buClr>
              <a:buSzPct val="80000"/>
            </a:pPr>
            <a:r>
              <a:rPr lang="en-US" sz="1300" noProof="0">
                <a:solidFill>
                  <a:schemeClr val="tx1"/>
                </a:solidFill>
                <a:ea typeface="+mn-ea"/>
                <a:cs typeface="+mn-cs"/>
              </a:rPr>
              <a:t>Cannabinoids (e.g., marijuana, hashish, dronabinol)</a:t>
            </a:r>
          </a:p>
          <a:p>
            <a:pPr lvl="1">
              <a:lnSpc>
                <a:spcPct val="90000"/>
              </a:lnSpc>
              <a:buClr>
                <a:schemeClr val="accent1"/>
              </a:buClr>
              <a:buSzPct val="80000"/>
            </a:pPr>
            <a:r>
              <a:rPr lang="en-US" sz="1300" noProof="0">
                <a:solidFill>
                  <a:schemeClr val="tx1"/>
                </a:solidFill>
                <a:ea typeface="+mn-ea"/>
                <a:cs typeface="+mn-cs"/>
              </a:rPr>
              <a:t>Depressants (e.g., alcohol, tranquilizers, barbiturates, sleeping pills, inhalants)</a:t>
            </a:r>
          </a:p>
          <a:p>
            <a:pPr lvl="1">
              <a:lnSpc>
                <a:spcPct val="90000"/>
              </a:lnSpc>
              <a:buClr>
                <a:schemeClr val="accent1"/>
              </a:buClr>
              <a:buSzPct val="80000"/>
            </a:pPr>
            <a:r>
              <a:rPr lang="en-US" sz="1300" noProof="0">
                <a:solidFill>
                  <a:schemeClr val="tx1"/>
                </a:solidFill>
                <a:ea typeface="+mn-ea"/>
                <a:cs typeface="+mn-cs"/>
              </a:rPr>
              <a:t>Stimulants (e.g., cocaine, amphetamines, methamphetamine, caffeine)</a:t>
            </a:r>
          </a:p>
          <a:p>
            <a:pPr lvl="1">
              <a:lnSpc>
                <a:spcPct val="90000"/>
              </a:lnSpc>
              <a:buClr>
                <a:schemeClr val="accent1"/>
              </a:buClr>
              <a:buSzPct val="80000"/>
            </a:pPr>
            <a:r>
              <a:rPr lang="en-US" sz="1300" noProof="0">
                <a:solidFill>
                  <a:schemeClr val="tx1"/>
                </a:solidFill>
                <a:ea typeface="+mn-ea"/>
                <a:cs typeface="+mn-cs"/>
              </a:rPr>
              <a:t>Hallucinogens (e.g., LSD, phencyclidine, ketamine, mescaline, psilocybin)</a:t>
            </a:r>
          </a:p>
          <a:p>
            <a:pPr lvl="1">
              <a:lnSpc>
                <a:spcPct val="90000"/>
              </a:lnSpc>
              <a:buClr>
                <a:schemeClr val="accent1"/>
              </a:buClr>
              <a:buSzPct val="80000"/>
            </a:pPr>
            <a:r>
              <a:rPr lang="en-US" sz="1300" noProof="0">
                <a:solidFill>
                  <a:schemeClr val="tx1"/>
                </a:solidFill>
                <a:ea typeface="+mn-ea"/>
                <a:cs typeface="+mn-cs"/>
              </a:rPr>
              <a:t>Opiates (e.g., heroin, morphine, OxyContin, codeine, methadone, nicotine)</a:t>
            </a:r>
          </a:p>
          <a:p>
            <a:pPr lvl="1">
              <a:lnSpc>
                <a:spcPct val="90000"/>
              </a:lnSpc>
              <a:buClr>
                <a:schemeClr val="accent1"/>
              </a:buClr>
              <a:buSzPct val="80000"/>
            </a:pPr>
            <a:r>
              <a:rPr lang="en-US" sz="1300" noProof="0">
                <a:solidFill>
                  <a:schemeClr val="tx1"/>
                </a:solidFill>
                <a:ea typeface="+mn-ea"/>
                <a:cs typeface="+mn-cs"/>
              </a:rPr>
              <a:t>Psychotherapeutics (e.g., Prozac, Zoloft, Ativan, Xanax, BuSpar, Cymbalta, Abilify, lithium, Geodon, Zyprexa, Risperdal)</a:t>
            </a:r>
          </a:p>
          <a:p>
            <a:pPr>
              <a:lnSpc>
                <a:spcPct val="90000"/>
              </a:lnSpc>
              <a:buClr>
                <a:schemeClr val="accent1"/>
              </a:buClr>
              <a:buSzPct val="80000"/>
            </a:pPr>
            <a:r>
              <a:rPr lang="en-US" sz="1300" noProof="0">
                <a:solidFill>
                  <a:schemeClr val="tx1"/>
                </a:solidFill>
                <a:ea typeface="+mn-ea"/>
                <a:cs typeface="+mn-cs"/>
              </a:rPr>
              <a:t>Some drugs can have multiple effects and may fall under several classifications.</a:t>
            </a:r>
          </a:p>
        </p:txBody>
      </p:sp>
    </p:spTree>
    <p:extLst>
      <p:ext uri="{BB962C8B-B14F-4D97-AF65-F5344CB8AC3E}">
        <p14:creationId xmlns:p14="http://schemas.microsoft.com/office/powerpoint/2010/main" val="2813679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p:txBody>
          <a:bodyPr/>
          <a:lstStyle/>
          <a:p>
            <a:r>
              <a:rPr lang="en-US" noProof="0" dirty="0">
                <a:solidFill>
                  <a:schemeClr val="bg1"/>
                </a:solidFill>
              </a:rPr>
              <a:t>Classification of Drugs </a:t>
            </a:r>
            <a:r>
              <a:rPr lang="en-US" sz="2000" b="0" noProof="0" dirty="0">
                <a:solidFill>
                  <a:schemeClr val="bg1"/>
                </a:solidFill>
              </a:rPr>
              <a:t>(2 of 2)</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457200" y="2355453"/>
            <a:ext cx="8218488" cy="1487508"/>
          </a:xfrm>
        </p:spPr>
        <p:txBody>
          <a:bodyPr/>
          <a:lstStyle/>
          <a:p>
            <a:pPr>
              <a:spcBef>
                <a:spcPts val="600"/>
              </a:spcBef>
            </a:pPr>
            <a:r>
              <a:rPr lang="en-US" sz="2200" noProof="0" dirty="0">
                <a:solidFill>
                  <a:schemeClr val="tx1"/>
                </a:solidFill>
              </a:rPr>
              <a:t>The Comprehensive Drug Abuse Prevention and Control Act of 1970 classified controlled drugs into five schedules based on a continuum of potential for abuse, accepted medical use, and potential for dependence.</a:t>
            </a:r>
          </a:p>
        </p:txBody>
      </p:sp>
      <p:sp>
        <p:nvSpPr>
          <p:cNvPr id="2" name="Content Placeholder 1"/>
          <p:cNvSpPr>
            <a:spLocks noGrp="1"/>
          </p:cNvSpPr>
          <p:nvPr>
            <p:ph sz="quarter" idx="14"/>
          </p:nvPr>
        </p:nvSpPr>
        <p:spPr>
          <a:xfrm>
            <a:off x="457201" y="4193467"/>
            <a:ext cx="4447309" cy="388917"/>
          </a:xfrm>
        </p:spPr>
        <p:txBody>
          <a:bodyPr tIns="0">
            <a:normAutofit fontScale="92500"/>
          </a:bodyPr>
          <a:lstStyle/>
          <a:p>
            <a:pPr lvl="1"/>
            <a:r>
              <a:rPr lang="en-US" sz="2200" noProof="0" dirty="0">
                <a:solidFill>
                  <a:schemeClr val="tx1"/>
                </a:solidFill>
              </a:rPr>
              <a:t>Drugs listed under Schedule I</a:t>
            </a:r>
          </a:p>
        </p:txBody>
      </p:sp>
      <p:sp>
        <p:nvSpPr>
          <p:cNvPr id="4" name="Content Placeholder 3"/>
          <p:cNvSpPr>
            <a:spLocks noGrp="1"/>
          </p:cNvSpPr>
          <p:nvPr>
            <p:ph sz="quarter" idx="15"/>
          </p:nvPr>
        </p:nvSpPr>
        <p:spPr>
          <a:xfrm>
            <a:off x="4904510" y="4196436"/>
            <a:ext cx="3633848" cy="377042"/>
          </a:xfrm>
        </p:spPr>
        <p:txBody>
          <a:bodyPr lIns="0" tIns="0">
            <a:normAutofit fontScale="92500"/>
          </a:bodyPr>
          <a:lstStyle/>
          <a:p>
            <a:pPr marL="0" lvl="1" indent="0">
              <a:buNone/>
            </a:pPr>
            <a:r>
              <a:rPr lang="en-US" sz="2200" noProof="0" dirty="0">
                <a:solidFill>
                  <a:schemeClr val="tx1"/>
                </a:solidFill>
              </a:rPr>
              <a:t>have the highest potential</a:t>
            </a:r>
          </a:p>
        </p:txBody>
      </p:sp>
      <p:sp>
        <p:nvSpPr>
          <p:cNvPr id="5" name="Content Placeholder 4"/>
          <p:cNvSpPr>
            <a:spLocks noGrp="1"/>
          </p:cNvSpPr>
          <p:nvPr>
            <p:ph sz="quarter" idx="16"/>
          </p:nvPr>
        </p:nvSpPr>
        <p:spPr>
          <a:xfrm>
            <a:off x="457202" y="4641759"/>
            <a:ext cx="8009906" cy="727368"/>
          </a:xfrm>
        </p:spPr>
        <p:txBody>
          <a:bodyPr tIns="0">
            <a:normAutofit fontScale="85000" lnSpcReduction="10000"/>
          </a:bodyPr>
          <a:lstStyle/>
          <a:p>
            <a:pPr marL="741600" lvl="1" indent="0">
              <a:buNone/>
            </a:pPr>
            <a:r>
              <a:rPr lang="en-US" sz="2200" noProof="0" dirty="0">
                <a:solidFill>
                  <a:schemeClr val="tx1"/>
                </a:solidFill>
              </a:rPr>
              <a:t>for abuse and dependence and have no current medical application in the United States (e.g., heroin, L</a:t>
            </a:r>
            <a:r>
              <a:rPr lang="en-US" sz="100" noProof="0" dirty="0">
                <a:solidFill>
                  <a:schemeClr val="tx1"/>
                </a:solidFill>
              </a:rPr>
              <a:t> </a:t>
            </a:r>
            <a:r>
              <a:rPr lang="en-US" sz="2200" noProof="0" dirty="0">
                <a:solidFill>
                  <a:schemeClr val="tx1"/>
                </a:solidFill>
              </a:rPr>
              <a:t>S</a:t>
            </a:r>
            <a:r>
              <a:rPr lang="en-US" sz="100" noProof="0" dirty="0">
                <a:solidFill>
                  <a:schemeClr val="tx1"/>
                </a:solidFill>
              </a:rPr>
              <a:t> </a:t>
            </a:r>
            <a:r>
              <a:rPr lang="en-US" sz="2200" noProof="0" dirty="0">
                <a:solidFill>
                  <a:schemeClr val="tx1"/>
                </a:solidFill>
              </a:rPr>
              <a:t>D).</a:t>
            </a:r>
          </a:p>
        </p:txBody>
      </p:sp>
      <p:sp>
        <p:nvSpPr>
          <p:cNvPr id="7" name="Content Placeholder 6"/>
          <p:cNvSpPr>
            <a:spLocks noGrp="1"/>
          </p:cNvSpPr>
          <p:nvPr>
            <p:ph sz="quarter" idx="17"/>
          </p:nvPr>
        </p:nvSpPr>
        <p:spPr>
          <a:xfrm>
            <a:off x="457201" y="5464122"/>
            <a:ext cx="4494813" cy="380011"/>
          </a:xfrm>
        </p:spPr>
        <p:txBody>
          <a:bodyPr tIns="0">
            <a:normAutofit fontScale="85000" lnSpcReduction="10000"/>
          </a:bodyPr>
          <a:lstStyle/>
          <a:p>
            <a:pPr lvl="1"/>
            <a:r>
              <a:rPr lang="en-US" sz="2200" noProof="0" dirty="0">
                <a:solidFill>
                  <a:schemeClr val="tx1"/>
                </a:solidFill>
              </a:rPr>
              <a:t>Drugs listed under Schedule V</a:t>
            </a:r>
          </a:p>
        </p:txBody>
      </p:sp>
      <p:sp>
        <p:nvSpPr>
          <p:cNvPr id="8" name="Content Placeholder 7"/>
          <p:cNvSpPr>
            <a:spLocks noGrp="1"/>
          </p:cNvSpPr>
          <p:nvPr>
            <p:ph sz="quarter" idx="18"/>
          </p:nvPr>
        </p:nvSpPr>
        <p:spPr>
          <a:xfrm>
            <a:off x="4824175" y="5428502"/>
            <a:ext cx="3319162" cy="380010"/>
          </a:xfrm>
        </p:spPr>
        <p:txBody>
          <a:bodyPr lIns="0" tIns="0">
            <a:normAutofit fontScale="92500"/>
          </a:bodyPr>
          <a:lstStyle/>
          <a:p>
            <a:pPr marL="0" lvl="1" indent="0">
              <a:buNone/>
            </a:pPr>
            <a:r>
              <a:rPr lang="en-US" sz="2200" noProof="0" dirty="0">
                <a:solidFill>
                  <a:schemeClr val="tx1"/>
                </a:solidFill>
              </a:rPr>
              <a:t>have the lowest potential</a:t>
            </a:r>
          </a:p>
        </p:txBody>
      </p:sp>
      <p:sp>
        <p:nvSpPr>
          <p:cNvPr id="9" name="Content Placeholder 8"/>
          <p:cNvSpPr>
            <a:spLocks noGrp="1"/>
          </p:cNvSpPr>
          <p:nvPr>
            <p:ph sz="quarter" idx="19"/>
          </p:nvPr>
        </p:nvSpPr>
        <p:spPr>
          <a:xfrm>
            <a:off x="457202" y="5837431"/>
            <a:ext cx="8229600" cy="765957"/>
          </a:xfrm>
        </p:spPr>
        <p:txBody>
          <a:bodyPr tIns="0">
            <a:normAutofit fontScale="92500"/>
          </a:bodyPr>
          <a:lstStyle/>
          <a:p>
            <a:pPr marL="741600" lvl="1" indent="0">
              <a:buNone/>
            </a:pPr>
            <a:r>
              <a:rPr lang="en-US" sz="2200" noProof="0" dirty="0">
                <a:solidFill>
                  <a:schemeClr val="tx1"/>
                </a:solidFill>
              </a:rPr>
              <a:t>for abuse and dependence and have an established medical application (e.g., cough syrups with codeine).</a:t>
            </a:r>
          </a:p>
        </p:txBody>
      </p:sp>
    </p:spTree>
    <p:extLst>
      <p:ext uri="{BB962C8B-B14F-4D97-AF65-F5344CB8AC3E}">
        <p14:creationId xmlns:p14="http://schemas.microsoft.com/office/powerpoint/2010/main" val="3485216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2" name="Rectangle 11">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0"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2" name="Rectangle 21">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4" name="Rectangle 23">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8" name="Group 27">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9" name="Rectangle 28">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Research on Substance Use, Crisis, and Society</a:t>
            </a:r>
          </a:p>
        </p:txBody>
      </p:sp>
      <p:cxnSp>
        <p:nvCxnSpPr>
          <p:cNvPr id="32" name="Straight Connector 31">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500" noProof="0">
                <a:solidFill>
                  <a:schemeClr val="tx1"/>
                </a:solidFill>
                <a:ea typeface="+mn-ea"/>
                <a:cs typeface="+mn-cs"/>
              </a:rPr>
              <a:t>Several studies documented the relationship between natural and human-generated disasters and subsequent patterns of substance use.</a:t>
            </a:r>
          </a:p>
          <a:p>
            <a:pPr lvl="1">
              <a:lnSpc>
                <a:spcPct val="90000"/>
              </a:lnSpc>
              <a:buClr>
                <a:schemeClr val="accent1"/>
              </a:buClr>
              <a:buSzPct val="80000"/>
            </a:pPr>
            <a:r>
              <a:rPr lang="en-US" sz="1500" noProof="0">
                <a:solidFill>
                  <a:schemeClr val="tx1"/>
                </a:solidFill>
                <a:ea typeface="+mn-ea"/>
                <a:cs typeface="+mn-cs"/>
              </a:rPr>
              <a:t>Researchers found an increased use of substances in the 2 years following terrorist events in the United States, and the rates of use were likely higher than estimated (DiMaggio et al., 2009).</a:t>
            </a:r>
          </a:p>
          <a:p>
            <a:pPr>
              <a:lnSpc>
                <a:spcPct val="90000"/>
              </a:lnSpc>
              <a:buClr>
                <a:schemeClr val="accent1"/>
              </a:buClr>
              <a:buSzPct val="80000"/>
            </a:pPr>
            <a:r>
              <a:rPr lang="en-US" sz="1500" noProof="0">
                <a:solidFill>
                  <a:schemeClr val="tx1"/>
                </a:solidFill>
                <a:ea typeface="+mn-ea"/>
                <a:cs typeface="+mn-cs"/>
              </a:rPr>
              <a:t>Substance use can not only result from crisis situations, it can also affect crisis situations</a:t>
            </a:r>
          </a:p>
          <a:p>
            <a:pPr lvl="1">
              <a:lnSpc>
                <a:spcPct val="90000"/>
              </a:lnSpc>
              <a:buClr>
                <a:schemeClr val="accent1"/>
              </a:buClr>
              <a:buSzPct val="80000"/>
            </a:pPr>
            <a:r>
              <a:rPr lang="en-US" sz="1500" noProof="0">
                <a:solidFill>
                  <a:schemeClr val="tx1"/>
                </a:solidFill>
                <a:ea typeface="+mn-ea"/>
                <a:cs typeface="+mn-cs"/>
              </a:rPr>
              <a:t>Individuals who use substances are nearly six times more likely to attempt suicide than those who report no substance use problems (Dragisic et al., 2015).</a:t>
            </a:r>
          </a:p>
        </p:txBody>
      </p:sp>
    </p:spTree>
    <p:extLst>
      <p:ext uri="{BB962C8B-B14F-4D97-AF65-F5344CB8AC3E}">
        <p14:creationId xmlns:p14="http://schemas.microsoft.com/office/powerpoint/2010/main" val="2055665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2" name="Rectangle 11">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0"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2" name="Rectangle 21">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4" name="Rectangle 23">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8" name="Group 27">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9" name="Rectangle 28">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Factors That Increase Risk for Substance Use Disorders</a:t>
            </a:r>
          </a:p>
        </p:txBody>
      </p:sp>
      <p:cxnSp>
        <p:nvCxnSpPr>
          <p:cNvPr id="32" name="Straight Connector 31">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100" noProof="0">
                <a:solidFill>
                  <a:schemeClr val="tx1"/>
                </a:solidFill>
                <a:ea typeface="+mn-ea"/>
                <a:cs typeface="+mn-cs"/>
              </a:rPr>
              <a:t>Since initial use often occurs during adolescence, most risk factors reflect events and issues relevant to that developmental stage. </a:t>
            </a:r>
          </a:p>
          <a:p>
            <a:pPr lvl="1">
              <a:lnSpc>
                <a:spcPct val="90000"/>
              </a:lnSpc>
              <a:buClr>
                <a:schemeClr val="accent1"/>
              </a:buClr>
              <a:buSzPct val="80000"/>
            </a:pPr>
            <a:r>
              <a:rPr lang="en-US" sz="1100" noProof="0">
                <a:solidFill>
                  <a:schemeClr val="tx1"/>
                </a:solidFill>
                <a:ea typeface="+mn-ea"/>
                <a:cs typeface="+mn-cs"/>
              </a:rPr>
              <a:t>Factors include poor academic performance, alcohol and other drug (A O D) availability, peer pressure, living in a dysfunctional family environment, and undiagnosed problems, such as learning disabilities</a:t>
            </a:r>
          </a:p>
          <a:p>
            <a:pPr>
              <a:lnSpc>
                <a:spcPct val="90000"/>
              </a:lnSpc>
              <a:buClr>
                <a:schemeClr val="accent1"/>
              </a:buClr>
              <a:buSzPct val="80000"/>
            </a:pPr>
            <a:r>
              <a:rPr lang="en-US" sz="1100" noProof="0">
                <a:solidFill>
                  <a:schemeClr val="tx1"/>
                </a:solidFill>
                <a:ea typeface="+mn-ea"/>
                <a:cs typeface="+mn-cs"/>
              </a:rPr>
              <a:t>Differentiating between risk factors for initial use and S U D is an important consideration given that a majority of those using substances do not develop problematic usage behaviors.</a:t>
            </a:r>
          </a:p>
          <a:p>
            <a:pPr lvl="1">
              <a:lnSpc>
                <a:spcPct val="90000"/>
              </a:lnSpc>
              <a:buClr>
                <a:schemeClr val="accent1"/>
              </a:buClr>
              <a:buSzPct val="80000"/>
            </a:pPr>
            <a:r>
              <a:rPr lang="en-US" sz="1100" noProof="0">
                <a:solidFill>
                  <a:schemeClr val="tx1"/>
                </a:solidFill>
                <a:ea typeface="+mn-ea"/>
                <a:cs typeface="+mn-cs"/>
              </a:rPr>
              <a:t>Counselors need to be aware of other potential risk factors such as self-esteem and self-worth issues, isolation, intimacy issues and fear of rejection, poor coping mechanisms, and impulsivity and compulsivity patterns.</a:t>
            </a:r>
          </a:p>
          <a:p>
            <a:pPr lvl="1">
              <a:lnSpc>
                <a:spcPct val="90000"/>
              </a:lnSpc>
              <a:buClr>
                <a:schemeClr val="accent1"/>
              </a:buClr>
              <a:buSzPct val="80000"/>
            </a:pPr>
            <a:r>
              <a:rPr lang="en-US" sz="1100" noProof="0">
                <a:solidFill>
                  <a:schemeClr val="tx1"/>
                </a:solidFill>
                <a:ea typeface="+mn-ea"/>
                <a:cs typeface="+mn-cs"/>
              </a:rPr>
              <a:t>Key psychiatric disorders that co-occur with S U D s include major depressive disorders, anxiety disorders, schizophrenia, bipolar disorder, and certain personality disorders.</a:t>
            </a:r>
          </a:p>
        </p:txBody>
      </p:sp>
    </p:spTree>
    <p:extLst>
      <p:ext uri="{BB962C8B-B14F-4D97-AF65-F5344CB8AC3E}">
        <p14:creationId xmlns:p14="http://schemas.microsoft.com/office/powerpoint/2010/main" val="795781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2" name="Rectangle 11">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0"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2" name="Rectangle 21">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712E451E-151A-4910-BF41-6A040B659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2">
            <a:schemeClr val="l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296EFE4-A70C-4388-9A15-3F657B661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187" y="473745"/>
            <a:ext cx="8420318" cy="5902829"/>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866215" y="855482"/>
            <a:ext cx="6571060" cy="898674"/>
          </a:xfrm>
        </p:spPr>
        <p:txBody>
          <a:bodyPr vert="horz" lIns="91440" tIns="45720" rIns="91440" bIns="45720" rtlCol="0" anchor="b">
            <a:normAutofit/>
          </a:bodyPr>
          <a:lstStyle/>
          <a:p>
            <a:pPr>
              <a:lnSpc>
                <a:spcPct val="90000"/>
              </a:lnSpc>
              <a:spcBef>
                <a:spcPct val="0"/>
              </a:spcBef>
            </a:pPr>
            <a:r>
              <a:rPr lang="en-US" sz="2800" b="0" noProof="0">
                <a:solidFill>
                  <a:schemeClr val="tx2"/>
                </a:solidFill>
                <a:ea typeface="+mj-ea"/>
                <a:cs typeface="+mj-cs"/>
              </a:rPr>
              <a:t>Screening for Substance Use Disorders</a:t>
            </a:r>
          </a:p>
        </p:txBody>
      </p:sp>
      <p:sp>
        <p:nvSpPr>
          <p:cNvPr id="28" name="Rectangle 27">
            <a:extLst>
              <a:ext uri="{FF2B5EF4-FFF2-40B4-BE49-F238E27FC236}">
                <a16:creationId xmlns:a16="http://schemas.microsoft.com/office/drawing/2014/main" id="{425EBAFC-9388-432A-BCFD-EEA2F410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866215" y="2079173"/>
            <a:ext cx="6136643" cy="3730689"/>
          </a:xfrm>
        </p:spPr>
        <p:txBody>
          <a:bodyPr vert="horz" lIns="91440" tIns="45720" rIns="91440" bIns="45720" rtlCol="0" anchor="ctr">
            <a:normAutofit/>
          </a:bodyPr>
          <a:lstStyle/>
          <a:p>
            <a:pPr>
              <a:lnSpc>
                <a:spcPct val="90000"/>
              </a:lnSpc>
              <a:buClr>
                <a:schemeClr val="accent1"/>
              </a:buClr>
              <a:buSzPct val="80000"/>
            </a:pPr>
            <a:r>
              <a:rPr lang="en-US" sz="1700" noProof="0">
                <a:solidFill>
                  <a:schemeClr val="tx1"/>
                </a:solidFill>
                <a:ea typeface="+mn-ea"/>
                <a:cs typeface="+mn-cs"/>
              </a:rPr>
              <a:t>Screening clarifies whether there is sufficient evidence of problematic substance use and, if yes, whether this use warrants further investigation (assessment).</a:t>
            </a:r>
          </a:p>
          <a:p>
            <a:pPr>
              <a:lnSpc>
                <a:spcPct val="90000"/>
              </a:lnSpc>
              <a:buClr>
                <a:schemeClr val="accent1"/>
              </a:buClr>
              <a:buSzPct val="80000"/>
            </a:pPr>
            <a:r>
              <a:rPr lang="en-US" sz="1700" noProof="0">
                <a:solidFill>
                  <a:schemeClr val="tx1"/>
                </a:solidFill>
                <a:ea typeface="+mn-ea"/>
                <a:cs typeface="+mn-cs"/>
              </a:rPr>
              <a:t>Questions are designed to determine patterns of use and often focus on frequency, quantity, and problem areas.</a:t>
            </a:r>
          </a:p>
          <a:p>
            <a:pPr lvl="1">
              <a:lnSpc>
                <a:spcPct val="90000"/>
              </a:lnSpc>
              <a:buClr>
                <a:schemeClr val="accent1"/>
              </a:buClr>
              <a:buSzPct val="80000"/>
            </a:pPr>
            <a:r>
              <a:rPr lang="en-US" sz="1700" noProof="0">
                <a:solidFill>
                  <a:schemeClr val="tx1"/>
                </a:solidFill>
                <a:ea typeface="+mn-ea"/>
                <a:cs typeface="+mn-cs"/>
              </a:rPr>
              <a:t>Examples of frequency and quantity questions that might be asked during the screening process include “During the past 30 days, how many days per week did you drink alcohol or use drugs?” or “On a day when you did drink alcohol or use drugs, how many drinks did you have (or what quantity of drugs did you use)?”</a:t>
            </a:r>
          </a:p>
        </p:txBody>
      </p:sp>
    </p:spTree>
    <p:extLst>
      <p:ext uri="{BB962C8B-B14F-4D97-AF65-F5344CB8AC3E}">
        <p14:creationId xmlns:p14="http://schemas.microsoft.com/office/powerpoint/2010/main" val="37190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2" name="Rectangle 11">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0"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2" name="Rectangle 21">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4" name="Rectangle 23">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8" name="Group 27">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9" name="Rectangle 28">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Commonly Used Assessment Instruments (1 of 2)</a:t>
            </a:r>
          </a:p>
        </p:txBody>
      </p:sp>
      <p:cxnSp>
        <p:nvCxnSpPr>
          <p:cNvPr id="32" name="Straight Connector 31">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300" noProof="0">
                <a:solidFill>
                  <a:schemeClr val="tx1"/>
                </a:solidFill>
                <a:ea typeface="+mn-ea"/>
                <a:cs typeface="+mn-cs"/>
              </a:rPr>
              <a:t>The following considerations apply when using an assessment instrument:</a:t>
            </a:r>
          </a:p>
          <a:p>
            <a:pPr lvl="1">
              <a:lnSpc>
                <a:spcPct val="90000"/>
              </a:lnSpc>
              <a:buClr>
                <a:schemeClr val="accent1"/>
              </a:buClr>
              <a:buSzPct val="80000"/>
            </a:pPr>
            <a:r>
              <a:rPr lang="en-US" sz="1300" noProof="0">
                <a:solidFill>
                  <a:schemeClr val="tx1"/>
                </a:solidFill>
                <a:ea typeface="+mn-ea"/>
                <a:cs typeface="+mn-cs"/>
              </a:rPr>
              <a:t>The client must sign an informed consent form (e.g., a form that addresses the purpose of the assessment, risks, benefits, how the information will be used, the client’s right to refuse consent).</a:t>
            </a:r>
          </a:p>
          <a:p>
            <a:pPr lvl="1">
              <a:lnSpc>
                <a:spcPct val="90000"/>
              </a:lnSpc>
              <a:buClr>
                <a:schemeClr val="accent1"/>
              </a:buClr>
              <a:buSzPct val="80000"/>
            </a:pPr>
            <a:r>
              <a:rPr lang="en-US" sz="1300" noProof="0">
                <a:solidFill>
                  <a:schemeClr val="tx1"/>
                </a:solidFill>
                <a:ea typeface="+mn-ea"/>
                <a:cs typeface="+mn-cs"/>
              </a:rPr>
              <a:t>The counselor should see the client as more than the results (the assessment is only one of many pieces of the clinical picture).</a:t>
            </a:r>
          </a:p>
          <a:p>
            <a:pPr lvl="1">
              <a:lnSpc>
                <a:spcPct val="90000"/>
              </a:lnSpc>
              <a:buClr>
                <a:schemeClr val="accent1"/>
              </a:buClr>
              <a:buSzPct val="80000"/>
            </a:pPr>
            <a:r>
              <a:rPr lang="en-US" sz="1300" noProof="0">
                <a:solidFill>
                  <a:schemeClr val="tx1"/>
                </a:solidFill>
                <a:ea typeface="+mn-ea"/>
                <a:cs typeface="+mn-cs"/>
              </a:rPr>
              <a:t>The counselor should ensure that the assessment instrument is applicable and appropriate for the population it will be used to measure.</a:t>
            </a:r>
          </a:p>
          <a:p>
            <a:pPr lvl="1">
              <a:lnSpc>
                <a:spcPct val="90000"/>
              </a:lnSpc>
              <a:buClr>
                <a:schemeClr val="accent1"/>
              </a:buClr>
              <a:buSzPct val="80000"/>
            </a:pPr>
            <a:r>
              <a:rPr lang="en-US" sz="1300" noProof="0">
                <a:solidFill>
                  <a:schemeClr val="tx1"/>
                </a:solidFill>
                <a:ea typeface="+mn-ea"/>
                <a:cs typeface="+mn-cs"/>
              </a:rPr>
              <a:t>The counselor should have training and competency in administering the assessment.</a:t>
            </a:r>
          </a:p>
          <a:p>
            <a:pPr lvl="1">
              <a:lnSpc>
                <a:spcPct val="90000"/>
              </a:lnSpc>
              <a:buClr>
                <a:schemeClr val="accent1"/>
              </a:buClr>
              <a:buSzPct val="80000"/>
            </a:pPr>
            <a:r>
              <a:rPr lang="en-US" sz="1300" noProof="0">
                <a:solidFill>
                  <a:schemeClr val="tx1"/>
                </a:solidFill>
                <a:ea typeface="+mn-ea"/>
                <a:cs typeface="+mn-cs"/>
              </a:rPr>
              <a:t>The counselor must be able to interpret the results (Stauffer et al., 2020).</a:t>
            </a:r>
          </a:p>
        </p:txBody>
      </p:sp>
    </p:spTree>
    <p:extLst>
      <p:ext uri="{BB962C8B-B14F-4D97-AF65-F5344CB8AC3E}">
        <p14:creationId xmlns:p14="http://schemas.microsoft.com/office/powerpoint/2010/main" val="4079833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2" name="Rectangle 11">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0"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2" name="Rectangle 21">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4" name="Rectangle 23">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8" name="Group 27">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9" name="Rectangle 28">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Commonly Used Assessment Instruments (2 of 2)</a:t>
            </a:r>
          </a:p>
        </p:txBody>
      </p:sp>
      <p:cxnSp>
        <p:nvCxnSpPr>
          <p:cNvPr id="32" name="Straight Connector 31">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2000" noProof="0" dirty="0">
                <a:solidFill>
                  <a:schemeClr val="tx1"/>
                </a:solidFill>
                <a:ea typeface="+mn-ea"/>
                <a:cs typeface="+mn-cs"/>
              </a:rPr>
              <a:t>Four commonly used assessment instruments are the:</a:t>
            </a:r>
          </a:p>
          <a:p>
            <a:pPr lvl="1">
              <a:lnSpc>
                <a:spcPct val="90000"/>
              </a:lnSpc>
              <a:buClr>
                <a:schemeClr val="accent1"/>
              </a:buClr>
              <a:buSzPct val="80000"/>
            </a:pPr>
            <a:r>
              <a:rPr lang="en-US" sz="2000" noProof="0" dirty="0">
                <a:solidFill>
                  <a:schemeClr val="tx1"/>
                </a:solidFill>
                <a:ea typeface="+mn-ea"/>
                <a:cs typeface="+mn-cs"/>
              </a:rPr>
              <a:t>Alcohol Use Disorders Identification Test (AUDIT; Babor et al., 2001)</a:t>
            </a:r>
          </a:p>
          <a:p>
            <a:pPr lvl="1">
              <a:lnSpc>
                <a:spcPct val="90000"/>
              </a:lnSpc>
              <a:buClr>
                <a:schemeClr val="accent1"/>
              </a:buClr>
              <a:buSzPct val="80000"/>
            </a:pPr>
            <a:r>
              <a:rPr lang="en-US" sz="2000" noProof="0" dirty="0">
                <a:solidFill>
                  <a:schemeClr val="tx1"/>
                </a:solidFill>
                <a:ea typeface="+mn-ea"/>
                <a:cs typeface="+mn-cs"/>
              </a:rPr>
              <a:t>Michigan Alcoholism Screening Test (MAST; Selzer, 1971)</a:t>
            </a:r>
          </a:p>
          <a:p>
            <a:pPr lvl="1">
              <a:lnSpc>
                <a:spcPct val="90000"/>
              </a:lnSpc>
              <a:buClr>
                <a:schemeClr val="accent1"/>
              </a:buClr>
              <a:buSzPct val="80000"/>
            </a:pPr>
            <a:r>
              <a:rPr lang="en-US" sz="2000" noProof="0" dirty="0">
                <a:solidFill>
                  <a:schemeClr val="tx1"/>
                </a:solidFill>
                <a:ea typeface="+mn-ea"/>
                <a:cs typeface="+mn-cs"/>
              </a:rPr>
              <a:t>Substance Abuse Subtle Screening Inventory–4 (SASSI-4;Lazowski et al., 2016)</a:t>
            </a:r>
          </a:p>
          <a:p>
            <a:pPr lvl="1">
              <a:lnSpc>
                <a:spcPct val="90000"/>
              </a:lnSpc>
              <a:buClr>
                <a:schemeClr val="accent1"/>
              </a:buClr>
              <a:buSzPct val="80000"/>
            </a:pPr>
            <a:r>
              <a:rPr lang="en-US" sz="2000" noProof="0" dirty="0">
                <a:solidFill>
                  <a:schemeClr val="tx1"/>
                </a:solidFill>
                <a:ea typeface="+mn-ea"/>
                <a:cs typeface="+mn-cs"/>
              </a:rPr>
              <a:t>CAGE (Ewing, 1984)</a:t>
            </a:r>
          </a:p>
        </p:txBody>
      </p:sp>
    </p:spTree>
    <p:extLst>
      <p:ext uri="{BB962C8B-B14F-4D97-AF65-F5344CB8AC3E}">
        <p14:creationId xmlns:p14="http://schemas.microsoft.com/office/powerpoint/2010/main" val="2727653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57200" y="681198"/>
            <a:ext cx="8229600" cy="1097279"/>
          </a:xfrm>
        </p:spPr>
        <p:txBody>
          <a:bodyPr/>
          <a:lstStyle/>
          <a:p>
            <a:r>
              <a:rPr lang="en-US" sz="3200" noProof="0" dirty="0">
                <a:solidFill>
                  <a:schemeClr val="bg1"/>
                </a:solidFill>
              </a:rPr>
              <a:t>Assessment for Substance Use Disorders</a:t>
            </a:r>
          </a:p>
        </p:txBody>
      </p:sp>
      <p:sp>
        <p:nvSpPr>
          <p:cNvPr id="2" name="Content Placeholder 1"/>
          <p:cNvSpPr>
            <a:spLocks noGrp="1"/>
          </p:cNvSpPr>
          <p:nvPr>
            <p:ph sz="quarter" idx="13"/>
          </p:nvPr>
        </p:nvSpPr>
        <p:spPr>
          <a:xfrm>
            <a:off x="457200" y="2717141"/>
            <a:ext cx="8218488" cy="383103"/>
          </a:xfrm>
        </p:spPr>
        <p:txBody>
          <a:bodyPr/>
          <a:lstStyle/>
          <a:p>
            <a:r>
              <a:rPr lang="en-US" sz="1600" noProof="0" dirty="0"/>
              <a:t>An assessment is conducted for the following purposes:</a:t>
            </a:r>
          </a:p>
        </p:txBody>
      </p:sp>
      <p:sp>
        <p:nvSpPr>
          <p:cNvPr id="4" name="Content Placeholder 3"/>
          <p:cNvSpPr>
            <a:spLocks noGrp="1"/>
          </p:cNvSpPr>
          <p:nvPr>
            <p:ph sz="quarter" idx="14"/>
          </p:nvPr>
        </p:nvSpPr>
        <p:spPr>
          <a:xfrm>
            <a:off x="457200" y="3263138"/>
            <a:ext cx="8229600" cy="2256312"/>
          </a:xfrm>
        </p:spPr>
        <p:txBody>
          <a:bodyPr tIns="0"/>
          <a:lstStyle/>
          <a:p>
            <a:pPr marL="741600" lvl="1" indent="-428400">
              <a:spcBef>
                <a:spcPts val="400"/>
              </a:spcBef>
              <a:buFont typeface="+mj-lt"/>
              <a:buAutoNum type="arabicParenR"/>
            </a:pPr>
            <a:r>
              <a:rPr lang="en-US" sz="1600" noProof="0" dirty="0"/>
              <a:t>to ascertain the degree and severity of a problem</a:t>
            </a:r>
          </a:p>
          <a:p>
            <a:pPr marL="741600" lvl="1" indent="-428400">
              <a:spcBef>
                <a:spcPts val="400"/>
              </a:spcBef>
              <a:buFont typeface="+mj-lt"/>
              <a:buAutoNum type="arabicParenR"/>
            </a:pPr>
            <a:r>
              <a:rPr lang="en-US" sz="1600" noProof="0" dirty="0"/>
              <a:t>to determine the presence of co-occurring disorders</a:t>
            </a:r>
          </a:p>
          <a:p>
            <a:pPr marL="741600" lvl="1" indent="-428400">
              <a:spcBef>
                <a:spcPts val="400"/>
              </a:spcBef>
              <a:buFont typeface="+mj-lt"/>
              <a:buAutoNum type="arabicParenR"/>
            </a:pPr>
            <a:r>
              <a:rPr lang="en-US" sz="1600" noProof="0" dirty="0"/>
              <a:t>to make accurate diagnoses</a:t>
            </a:r>
          </a:p>
          <a:p>
            <a:pPr marL="741600" lvl="1" indent="-428400">
              <a:spcBef>
                <a:spcPts val="400"/>
              </a:spcBef>
              <a:buFont typeface="+mj-lt"/>
              <a:buAutoNum type="arabicParenR"/>
            </a:pPr>
            <a:r>
              <a:rPr lang="en-US" sz="1600" noProof="0" dirty="0"/>
              <a:t>to assess the scope of the problem (i.e., whether it is specific to the individual or systemic, such as within the family or support system)</a:t>
            </a:r>
          </a:p>
          <a:p>
            <a:pPr marL="741600" lvl="1" indent="-428400">
              <a:spcBef>
                <a:spcPts val="400"/>
              </a:spcBef>
              <a:buFont typeface="+mj-lt"/>
              <a:buAutoNum type="arabicParenR"/>
            </a:pPr>
            <a:r>
              <a:rPr lang="en-US" sz="1600" noProof="0" dirty="0"/>
              <a:t>to guide the treatment planning process</a:t>
            </a:r>
          </a:p>
          <a:p>
            <a:pPr marL="741600" lvl="1" indent="-428400">
              <a:spcBef>
                <a:spcPts val="400"/>
              </a:spcBef>
              <a:buFont typeface="+mj-lt"/>
              <a:buAutoNum type="arabicParenR"/>
            </a:pPr>
            <a:r>
              <a:rPr lang="en-US" sz="1600" noProof="0" dirty="0"/>
              <a:t>to provide a mechanism for communication across treatment personnel (Erford, 2021)</a:t>
            </a:r>
          </a:p>
        </p:txBody>
      </p:sp>
    </p:spTree>
    <p:extLst>
      <p:ext uri="{BB962C8B-B14F-4D97-AF65-F5344CB8AC3E}">
        <p14:creationId xmlns:p14="http://schemas.microsoft.com/office/powerpoint/2010/main" val="1544467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D588ED-25B2-1173-484A-BB93D7C7B786}"/>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2" name="Rectangle 11">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0"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2" name="Rectangle 21">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4" name="Rectangle 23">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8" name="Group 27">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9" name="Rectangle 28">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6EF5370B-CFC3-596B-FC60-96D12B8D9962}"/>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Assessment for Substance Use Disorders</a:t>
            </a:r>
          </a:p>
        </p:txBody>
      </p:sp>
      <p:cxnSp>
        <p:nvCxnSpPr>
          <p:cNvPr id="32" name="Straight Connector 31">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E31F7132-FF55-A244-C2CF-30B23EB06467}"/>
              </a:ext>
            </a:extLst>
          </p:cNvPr>
          <p:cNvSpPr>
            <a:spLocks noGrp="1"/>
          </p:cNvSpPr>
          <p:nvPr>
            <p:ph sz="quarter" idx="15"/>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700" noProof="0">
                <a:solidFill>
                  <a:schemeClr val="tx1"/>
                </a:solidFill>
                <a:ea typeface="+mn-ea"/>
                <a:cs typeface="+mn-cs"/>
              </a:rPr>
              <a:t>The primary focus of substance use assessment is to gather detailed information on substance use patterns, including drug(s) used; progression of use (amount and frequency of use over time); route of administration; reason for periods of increased usage or abstinence; treatment history; and evidence of tolerance, dependence, and withdrawal.</a:t>
            </a:r>
          </a:p>
          <a:p>
            <a:pPr>
              <a:lnSpc>
                <a:spcPct val="90000"/>
              </a:lnSpc>
              <a:buClr>
                <a:schemeClr val="accent1"/>
              </a:buClr>
              <a:buSzPct val="80000"/>
            </a:pPr>
            <a:r>
              <a:rPr lang="en-US" sz="1700" noProof="0">
                <a:solidFill>
                  <a:schemeClr val="tx1"/>
                </a:solidFill>
                <a:ea typeface="+mn-ea"/>
                <a:cs typeface="+mn-cs"/>
              </a:rPr>
              <a:t>When conducting a substance use assessment, counselors should also evaluate the client’s current level of mental functioning, which is often done using the Mini-Mental State Examination in crisis situations.</a:t>
            </a:r>
          </a:p>
        </p:txBody>
      </p:sp>
    </p:spTree>
    <p:extLst>
      <p:ext uri="{BB962C8B-B14F-4D97-AF65-F5344CB8AC3E}">
        <p14:creationId xmlns:p14="http://schemas.microsoft.com/office/powerpoint/2010/main" val="1081879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2" name="Rectangle 11">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0"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2" name="Rectangle 21">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712E451E-151A-4910-BF41-6A040B659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2">
            <a:schemeClr val="l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296EFE4-A70C-4388-9A15-3F657B661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187" y="473745"/>
            <a:ext cx="8420318" cy="5902829"/>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866215" y="855482"/>
            <a:ext cx="6571060" cy="898674"/>
          </a:xfrm>
        </p:spPr>
        <p:txBody>
          <a:bodyPr vert="horz" lIns="91440" tIns="45720" rIns="91440" bIns="45720" rtlCol="0" anchor="b">
            <a:normAutofit/>
          </a:bodyPr>
          <a:lstStyle/>
          <a:p>
            <a:pPr>
              <a:spcBef>
                <a:spcPct val="0"/>
              </a:spcBef>
            </a:pPr>
            <a:r>
              <a:rPr lang="en-US" b="0" noProof="0">
                <a:solidFill>
                  <a:schemeClr val="tx2"/>
                </a:solidFill>
                <a:ea typeface="+mj-ea"/>
                <a:cs typeface="+mj-cs"/>
              </a:rPr>
              <a:t>Diagnosis</a:t>
            </a:r>
          </a:p>
        </p:txBody>
      </p:sp>
      <p:sp>
        <p:nvSpPr>
          <p:cNvPr id="28" name="Rectangle 27">
            <a:extLst>
              <a:ext uri="{FF2B5EF4-FFF2-40B4-BE49-F238E27FC236}">
                <a16:creationId xmlns:a16="http://schemas.microsoft.com/office/drawing/2014/main" id="{425EBAFC-9388-432A-BCFD-EEA2F410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866215" y="2079173"/>
            <a:ext cx="6136643" cy="3730689"/>
          </a:xfrm>
        </p:spPr>
        <p:txBody>
          <a:bodyPr vert="horz" lIns="91440" tIns="45720" rIns="91440" bIns="45720" rtlCol="0" anchor="ctr">
            <a:normAutofit/>
          </a:bodyPr>
          <a:lstStyle/>
          <a:p>
            <a:pPr>
              <a:lnSpc>
                <a:spcPct val="90000"/>
              </a:lnSpc>
              <a:buClr>
                <a:schemeClr val="accent1"/>
              </a:buClr>
              <a:buSzPct val="80000"/>
            </a:pPr>
            <a:r>
              <a:rPr lang="en-US" sz="1700" noProof="0">
                <a:solidFill>
                  <a:schemeClr val="tx1"/>
                </a:solidFill>
                <a:ea typeface="+mn-ea"/>
                <a:cs typeface="+mn-cs"/>
              </a:rPr>
              <a:t>A well-conducted, thorough assessment should yield sufficient data and documentation to make accurate decisions and establish the degree of impairment.</a:t>
            </a:r>
          </a:p>
          <a:p>
            <a:pPr lvl="1">
              <a:lnSpc>
                <a:spcPct val="90000"/>
              </a:lnSpc>
              <a:buClr>
                <a:schemeClr val="accent1"/>
              </a:buClr>
              <a:buSzPct val="80000"/>
            </a:pPr>
            <a:r>
              <a:rPr lang="en-US" sz="1700" noProof="0">
                <a:solidFill>
                  <a:schemeClr val="tx1"/>
                </a:solidFill>
                <a:ea typeface="+mn-ea"/>
                <a:cs typeface="+mn-cs"/>
              </a:rPr>
              <a:t>With most other mental health diagnoses, providing a full diagnosis during a crisis phase would be premature and inappropriate due to the symptoms and period of time needed to accurately offer a valid diagnosis.</a:t>
            </a:r>
          </a:p>
          <a:p>
            <a:pPr>
              <a:lnSpc>
                <a:spcPct val="90000"/>
              </a:lnSpc>
              <a:buClr>
                <a:schemeClr val="accent1"/>
              </a:buClr>
              <a:buSzPct val="80000"/>
            </a:pPr>
            <a:r>
              <a:rPr lang="en-US" sz="1700" noProof="0">
                <a:solidFill>
                  <a:schemeClr val="tx1"/>
                </a:solidFill>
                <a:ea typeface="+mn-ea"/>
                <a:cs typeface="+mn-cs"/>
              </a:rPr>
              <a:t>Documenting prior diagnoses, onset, relapse, current client reports, and presentations are essential to provide for the next phase of the treatment so the next clinician can formulate a diagnosis.</a:t>
            </a:r>
          </a:p>
        </p:txBody>
      </p:sp>
    </p:spTree>
    <p:extLst>
      <p:ext uri="{BB962C8B-B14F-4D97-AF65-F5344CB8AC3E}">
        <p14:creationId xmlns:p14="http://schemas.microsoft.com/office/powerpoint/2010/main" val="2994023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p:txBody>
          <a:bodyPr/>
          <a:lstStyle/>
          <a:p>
            <a:r>
              <a:rPr lang="en-US" sz="3200" noProof="0" dirty="0"/>
              <a:t>Substance Use Disorder Diagnosis </a:t>
            </a:r>
            <a:r>
              <a:rPr lang="en-US" sz="2000" b="0" noProof="0" dirty="0"/>
              <a:t>(1 of 2)</a:t>
            </a:r>
          </a:p>
        </p:txBody>
      </p:sp>
      <p:sp>
        <p:nvSpPr>
          <p:cNvPr id="2" name="Content Placeholder 1"/>
          <p:cNvSpPr>
            <a:spLocks noGrp="1"/>
          </p:cNvSpPr>
          <p:nvPr>
            <p:ph sz="quarter" idx="13"/>
          </p:nvPr>
        </p:nvSpPr>
        <p:spPr>
          <a:xfrm>
            <a:off x="468312" y="2303813"/>
            <a:ext cx="8218488" cy="751238"/>
          </a:xfrm>
        </p:spPr>
        <p:txBody>
          <a:bodyPr/>
          <a:lstStyle/>
          <a:p>
            <a:r>
              <a:rPr lang="en-US" sz="2000" noProof="0" dirty="0"/>
              <a:t>According to D</a:t>
            </a:r>
            <a:r>
              <a:rPr lang="en-US" sz="100" noProof="0" dirty="0"/>
              <a:t> </a:t>
            </a:r>
            <a:r>
              <a:rPr lang="en-US" sz="2000" noProof="0" dirty="0"/>
              <a:t>S</a:t>
            </a:r>
            <a:r>
              <a:rPr lang="en-US" sz="100" noProof="0" dirty="0"/>
              <a:t> </a:t>
            </a:r>
            <a:r>
              <a:rPr lang="en-US" sz="2000" noProof="0" dirty="0"/>
              <a:t>M-5-T</a:t>
            </a:r>
            <a:r>
              <a:rPr lang="en-US" sz="100" noProof="0" dirty="0"/>
              <a:t> </a:t>
            </a:r>
            <a:r>
              <a:rPr lang="en-US" sz="2000" noProof="0" dirty="0"/>
              <a:t>R, at least two of the following criteria must be met for an individual to be diagnosed with a S</a:t>
            </a:r>
            <a:r>
              <a:rPr lang="en-US" sz="100" noProof="0" dirty="0"/>
              <a:t> </a:t>
            </a:r>
            <a:r>
              <a:rPr lang="en-US" sz="2000" noProof="0" dirty="0"/>
              <a:t>U</a:t>
            </a:r>
            <a:r>
              <a:rPr lang="en-US" sz="100" noProof="0" dirty="0"/>
              <a:t> </a:t>
            </a:r>
            <a:r>
              <a:rPr lang="en-US" sz="2000" noProof="0" dirty="0"/>
              <a:t>D:</a:t>
            </a:r>
          </a:p>
        </p:txBody>
      </p:sp>
      <p:sp>
        <p:nvSpPr>
          <p:cNvPr id="4" name="Content Placeholder 3"/>
          <p:cNvSpPr>
            <a:spLocks noGrp="1"/>
          </p:cNvSpPr>
          <p:nvPr>
            <p:ph sz="quarter" idx="14"/>
          </p:nvPr>
        </p:nvSpPr>
        <p:spPr>
          <a:xfrm>
            <a:off x="468312" y="3187460"/>
            <a:ext cx="8229600" cy="3384468"/>
          </a:xfrm>
        </p:spPr>
        <p:txBody>
          <a:bodyPr tIns="0">
            <a:normAutofit fontScale="92500" lnSpcReduction="10000"/>
          </a:bodyPr>
          <a:lstStyle/>
          <a:p>
            <a:pPr marL="741600" lvl="1" indent="-428400">
              <a:buFont typeface="+mj-lt"/>
              <a:buAutoNum type="arabicParenR"/>
            </a:pPr>
            <a:r>
              <a:rPr lang="en-US" sz="2000" noProof="0" dirty="0"/>
              <a:t>significant problems exist at home, school, or work due to use</a:t>
            </a:r>
          </a:p>
          <a:p>
            <a:pPr marL="741600" lvl="1" indent="-428400">
              <a:buFont typeface="+mj-lt"/>
              <a:buAutoNum type="arabicParenR"/>
            </a:pPr>
            <a:r>
              <a:rPr lang="en-US" sz="2000" noProof="0" dirty="0"/>
              <a:t>physical hazards occur due to repeated episodes of impaired driving or operating machinery while under the influence</a:t>
            </a:r>
          </a:p>
          <a:p>
            <a:pPr marL="741600" lvl="1" indent="-428400">
              <a:buFont typeface="+mj-lt"/>
              <a:buAutoNum type="arabicParenR"/>
            </a:pPr>
            <a:r>
              <a:rPr lang="en-US" sz="2000" noProof="0" dirty="0"/>
              <a:t>substance use results in recurring legal problems (e.g., public intoxication)</a:t>
            </a:r>
          </a:p>
          <a:p>
            <a:pPr marL="741600" lvl="1" indent="-428400">
              <a:buFont typeface="+mj-lt"/>
              <a:buAutoNum type="arabicParenR"/>
            </a:pPr>
            <a:r>
              <a:rPr lang="en-US" sz="2000" noProof="0" dirty="0"/>
              <a:t>tolerance increases</a:t>
            </a:r>
          </a:p>
          <a:p>
            <a:pPr marL="741600" lvl="1" indent="-428400">
              <a:buFont typeface="+mj-lt"/>
              <a:buAutoNum type="arabicParenR"/>
            </a:pPr>
            <a:r>
              <a:rPr lang="en-US" sz="2000" noProof="0" dirty="0"/>
              <a:t>withdrawal occurs</a:t>
            </a:r>
          </a:p>
          <a:p>
            <a:pPr marL="741600" lvl="1" indent="-428400">
              <a:buFont typeface="+mj-lt"/>
              <a:buAutoNum type="arabicParenR"/>
            </a:pPr>
            <a:r>
              <a:rPr lang="en-US" sz="2000" noProof="0" dirty="0"/>
              <a:t>increasing amounts of the substance are taken over time</a:t>
            </a:r>
          </a:p>
          <a:p>
            <a:pPr marL="741600" lvl="1" indent="-428400">
              <a:buFont typeface="+mj-lt"/>
              <a:buAutoNum type="arabicParenR"/>
            </a:pPr>
            <a:r>
              <a:rPr lang="en-US" sz="2000" noProof="0" dirty="0"/>
              <a:t>usage levels are not being reduced</a:t>
            </a:r>
          </a:p>
        </p:txBody>
      </p:sp>
    </p:spTree>
    <p:extLst>
      <p:ext uri="{BB962C8B-B14F-4D97-AF65-F5344CB8AC3E}">
        <p14:creationId xmlns:p14="http://schemas.microsoft.com/office/powerpoint/2010/main" val="39667771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p:txBody>
          <a:bodyPr/>
          <a:lstStyle/>
          <a:p>
            <a:r>
              <a:rPr lang="en-US" sz="3200" noProof="0" dirty="0">
                <a:solidFill>
                  <a:schemeClr val="bg1"/>
                </a:solidFill>
              </a:rPr>
              <a:t>Substance Use Disorder Diagnosis </a:t>
            </a:r>
            <a:r>
              <a:rPr lang="en-US" sz="2000" b="0" noProof="0" dirty="0">
                <a:solidFill>
                  <a:schemeClr val="bg1"/>
                </a:solidFill>
              </a:rPr>
              <a:t>(2 of 2)</a:t>
            </a:r>
          </a:p>
        </p:txBody>
      </p:sp>
      <p:sp>
        <p:nvSpPr>
          <p:cNvPr id="7" name="Content Placeholder 6"/>
          <p:cNvSpPr>
            <a:spLocks noGrp="1"/>
          </p:cNvSpPr>
          <p:nvPr>
            <p:ph sz="quarter" idx="13"/>
          </p:nvPr>
        </p:nvSpPr>
        <p:spPr>
          <a:xfrm>
            <a:off x="457200" y="2606963"/>
            <a:ext cx="8229600" cy="2101273"/>
          </a:xfrm>
        </p:spPr>
        <p:txBody>
          <a:bodyPr>
            <a:normAutofit fontScale="92500"/>
          </a:bodyPr>
          <a:lstStyle/>
          <a:p>
            <a:pPr marL="741600" lvl="1" indent="-428400">
              <a:buFont typeface="+mj-lt"/>
              <a:buAutoNum type="arabicParenR" startAt="8"/>
            </a:pPr>
            <a:r>
              <a:rPr lang="en-US" sz="2200" noProof="0" dirty="0">
                <a:solidFill>
                  <a:schemeClr val="tx1"/>
                </a:solidFill>
              </a:rPr>
              <a:t>a lot of time is spent acquiring the substance</a:t>
            </a:r>
          </a:p>
          <a:p>
            <a:pPr marL="741600" lvl="1" indent="-428400">
              <a:buFont typeface="+mj-lt"/>
              <a:buAutoNum type="arabicParenR" startAt="8"/>
            </a:pPr>
            <a:r>
              <a:rPr lang="en-US" sz="2200" noProof="0" dirty="0">
                <a:solidFill>
                  <a:schemeClr val="tx1"/>
                </a:solidFill>
              </a:rPr>
              <a:t>social or work activities are sacrificed due to use or recovery from use</a:t>
            </a:r>
          </a:p>
          <a:p>
            <a:pPr marL="741600" lvl="1" indent="-428400">
              <a:buFont typeface="+mj-lt"/>
              <a:buAutoNum type="arabicParenR" startAt="8"/>
            </a:pPr>
            <a:r>
              <a:rPr lang="en-US" sz="2200" noProof="0" dirty="0">
                <a:solidFill>
                  <a:schemeClr val="tx1"/>
                </a:solidFill>
              </a:rPr>
              <a:t>use continues despite interpersonal and physical effects</a:t>
            </a:r>
          </a:p>
          <a:p>
            <a:pPr marL="741600" lvl="1" indent="-428400">
              <a:buFont typeface="+mj-lt"/>
              <a:buAutoNum type="arabicParenR" startAt="8"/>
            </a:pPr>
            <a:r>
              <a:rPr lang="en-US" sz="2200" noProof="0" dirty="0">
                <a:solidFill>
                  <a:schemeClr val="tx1"/>
                </a:solidFill>
              </a:rPr>
              <a:t>there is craving, a strong urge, or desire for the substance</a:t>
            </a:r>
          </a:p>
        </p:txBody>
      </p:sp>
      <p:sp>
        <p:nvSpPr>
          <p:cNvPr id="8" name="Content Placeholder 7"/>
          <p:cNvSpPr>
            <a:spLocks noGrp="1"/>
          </p:cNvSpPr>
          <p:nvPr>
            <p:ph sz="quarter" idx="14"/>
          </p:nvPr>
        </p:nvSpPr>
        <p:spPr>
          <a:xfrm>
            <a:off x="457200" y="5047013"/>
            <a:ext cx="8229600" cy="1294410"/>
          </a:xfrm>
        </p:spPr>
        <p:txBody>
          <a:bodyPr/>
          <a:lstStyle/>
          <a:p>
            <a:r>
              <a:rPr lang="en-US" sz="2200" noProof="0" dirty="0"/>
              <a:t>Severity is determined by the number of presenting criteria (i.e., mild: two to three criteria; moderate: four to five criteria; severe: six or more criteria).</a:t>
            </a:r>
          </a:p>
        </p:txBody>
      </p:sp>
    </p:spTree>
    <p:extLst>
      <p:ext uri="{BB962C8B-B14F-4D97-AF65-F5344CB8AC3E}">
        <p14:creationId xmlns:p14="http://schemas.microsoft.com/office/powerpoint/2010/main" val="15313056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638355" y="764010"/>
            <a:ext cx="8229600" cy="1097279"/>
          </a:xfrm>
        </p:spPr>
        <p:txBody>
          <a:bodyPr/>
          <a:lstStyle/>
          <a:p>
            <a:r>
              <a:rPr lang="en-US" sz="3200" noProof="0" dirty="0">
                <a:solidFill>
                  <a:schemeClr val="bg1"/>
                </a:solidFill>
              </a:rPr>
              <a:t>Assessing a Client’s Readiness to Change</a:t>
            </a:r>
          </a:p>
        </p:txBody>
      </p:sp>
      <p:sp>
        <p:nvSpPr>
          <p:cNvPr id="2" name="Content Placeholder 1"/>
          <p:cNvSpPr>
            <a:spLocks noGrp="1"/>
          </p:cNvSpPr>
          <p:nvPr>
            <p:ph sz="quarter" idx="13"/>
          </p:nvPr>
        </p:nvSpPr>
        <p:spPr>
          <a:xfrm>
            <a:off x="396815" y="2341331"/>
            <a:ext cx="8229600" cy="1000893"/>
          </a:xfrm>
        </p:spPr>
        <p:txBody>
          <a:bodyPr/>
          <a:lstStyle/>
          <a:p>
            <a:pPr>
              <a:spcBef>
                <a:spcPts val="800"/>
              </a:spcBef>
            </a:pPr>
            <a:r>
              <a:rPr lang="en-US" sz="1600" noProof="0" dirty="0"/>
              <a:t>Norcross et al. identified the following five stages of change:</a:t>
            </a:r>
          </a:p>
        </p:txBody>
      </p:sp>
      <p:graphicFrame>
        <p:nvGraphicFramePr>
          <p:cNvPr id="8" name="Content Placeholder 3">
            <a:extLst>
              <a:ext uri="{FF2B5EF4-FFF2-40B4-BE49-F238E27FC236}">
                <a16:creationId xmlns:a16="http://schemas.microsoft.com/office/drawing/2014/main" id="{C74D6B63-F67D-7A01-2A04-B6D08D03A210}"/>
              </a:ext>
            </a:extLst>
          </p:cNvPr>
          <p:cNvGraphicFramePr>
            <a:graphicFrameLocks noGrp="1"/>
          </p:cNvGraphicFramePr>
          <p:nvPr>
            <p:ph sz="quarter" idx="14"/>
          </p:nvPr>
        </p:nvGraphicFramePr>
        <p:xfrm>
          <a:off x="457200" y="2688451"/>
          <a:ext cx="8229600" cy="32628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70916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541741" y="404309"/>
            <a:ext cx="8060518" cy="1097279"/>
          </a:xfrm>
        </p:spPr>
        <p:txBody>
          <a:bodyPr/>
          <a:lstStyle/>
          <a:p>
            <a:r>
              <a:rPr lang="en-US" noProof="0" dirty="0">
                <a:solidFill>
                  <a:schemeClr val="bg1"/>
                </a:solidFill>
              </a:rPr>
              <a:t>Motivational Interviewing</a:t>
            </a:r>
          </a:p>
        </p:txBody>
      </p:sp>
      <p:graphicFrame>
        <p:nvGraphicFramePr>
          <p:cNvPr id="8" name="Content Placeholder 1">
            <a:extLst>
              <a:ext uri="{FF2B5EF4-FFF2-40B4-BE49-F238E27FC236}">
                <a16:creationId xmlns:a16="http://schemas.microsoft.com/office/drawing/2014/main" id="{8E07D427-28FF-3C24-ED9C-F5B7E8CAAD27}"/>
              </a:ext>
            </a:extLst>
          </p:cNvPr>
          <p:cNvGraphicFramePr>
            <a:graphicFrameLocks noGrp="1"/>
          </p:cNvGraphicFramePr>
          <p:nvPr>
            <p:ph sz="quarter" idx="13"/>
          </p:nvPr>
        </p:nvGraphicFramePr>
        <p:xfrm>
          <a:off x="457200" y="1556326"/>
          <a:ext cx="8486776" cy="23870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Content Placeholder 3"/>
          <p:cNvSpPr>
            <a:spLocks noGrp="1"/>
          </p:cNvSpPr>
          <p:nvPr>
            <p:ph sz="quarter" idx="14"/>
          </p:nvPr>
        </p:nvSpPr>
        <p:spPr>
          <a:xfrm>
            <a:off x="468312" y="4052826"/>
            <a:ext cx="8288061" cy="2045382"/>
          </a:xfrm>
        </p:spPr>
        <p:txBody>
          <a:bodyPr tIns="0">
            <a:normAutofit fontScale="92500" lnSpcReduction="20000"/>
          </a:bodyPr>
          <a:lstStyle/>
          <a:p>
            <a:pPr marL="741600" lvl="1" indent="-428400">
              <a:buFont typeface="+mj-lt"/>
              <a:buAutoNum type="arabicParenR"/>
            </a:pPr>
            <a:r>
              <a:rPr lang="en-US" sz="1600" noProof="0" dirty="0">
                <a:solidFill>
                  <a:schemeClr val="tx1"/>
                </a:solidFill>
              </a:rPr>
              <a:t>engaging—establishing a connection between counselor and client that helps to build the working alliance</a:t>
            </a:r>
          </a:p>
          <a:p>
            <a:pPr marL="741600" lvl="1" indent="-428400">
              <a:buFont typeface="+mj-lt"/>
              <a:buAutoNum type="arabicParenR"/>
            </a:pPr>
            <a:r>
              <a:rPr lang="en-US" sz="1600" noProof="0" dirty="0">
                <a:solidFill>
                  <a:schemeClr val="tx1"/>
                </a:solidFill>
              </a:rPr>
              <a:t>focusing—involves the counselor developing and maintaining a focused direction in the discussion about change</a:t>
            </a:r>
          </a:p>
          <a:p>
            <a:pPr marL="741600" lvl="1" indent="-428400">
              <a:buFont typeface="+mj-lt"/>
              <a:buAutoNum type="arabicParenR"/>
            </a:pPr>
            <a:r>
              <a:rPr lang="en-US" sz="1600" noProof="0" dirty="0">
                <a:solidFill>
                  <a:schemeClr val="tx1"/>
                </a:solidFill>
              </a:rPr>
              <a:t>evoking—assisting the client to take ownership for their motivation for change</a:t>
            </a:r>
          </a:p>
          <a:p>
            <a:pPr marL="741600" lvl="1" indent="-428400">
              <a:buFont typeface="+mj-lt"/>
              <a:buAutoNum type="arabicParenR"/>
            </a:pPr>
            <a:r>
              <a:rPr lang="en-US" sz="1600" noProof="0" dirty="0">
                <a:solidFill>
                  <a:schemeClr val="tx1"/>
                </a:solidFill>
              </a:rPr>
              <a:t>planning—establishing a commitment to change with a specific course of action where talk shifts from whether and why it happens to when and how to change</a:t>
            </a:r>
          </a:p>
        </p:txBody>
      </p:sp>
    </p:spTree>
    <p:extLst>
      <p:ext uri="{BB962C8B-B14F-4D97-AF65-F5344CB8AC3E}">
        <p14:creationId xmlns:p14="http://schemas.microsoft.com/office/powerpoint/2010/main" val="3914581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57200" y="764010"/>
            <a:ext cx="8229600" cy="1097279"/>
          </a:xfrm>
        </p:spPr>
        <p:txBody>
          <a:bodyPr/>
          <a:lstStyle/>
          <a:p>
            <a:r>
              <a:rPr lang="en-US" sz="3200" noProof="0" dirty="0">
                <a:solidFill>
                  <a:schemeClr val="bg1"/>
                </a:solidFill>
              </a:rPr>
              <a:t>Treatment Admission and Placement </a:t>
            </a:r>
            <a:r>
              <a:rPr lang="en-US" sz="2000" b="0" noProof="0" dirty="0">
                <a:solidFill>
                  <a:schemeClr val="bg1"/>
                </a:solidFill>
              </a:rPr>
              <a:t>(1 of 2)</a:t>
            </a:r>
          </a:p>
        </p:txBody>
      </p:sp>
      <p:graphicFrame>
        <p:nvGraphicFramePr>
          <p:cNvPr id="8" name="Content Placeholder 3">
            <a:extLst>
              <a:ext uri="{FF2B5EF4-FFF2-40B4-BE49-F238E27FC236}">
                <a16:creationId xmlns:a16="http://schemas.microsoft.com/office/drawing/2014/main" id="{4A8F5CA3-1CBE-097C-9CBE-DD04F6DECA7B}"/>
              </a:ext>
            </a:extLst>
          </p:cNvPr>
          <p:cNvGraphicFramePr>
            <a:graphicFrameLocks noGrp="1"/>
          </p:cNvGraphicFramePr>
          <p:nvPr>
            <p:ph sz="quarter" idx="14"/>
          </p:nvPr>
        </p:nvGraphicFramePr>
        <p:xfrm>
          <a:off x="457200" y="2683826"/>
          <a:ext cx="8229600" cy="35480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63113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646981" y="621705"/>
            <a:ext cx="8229600" cy="1097279"/>
          </a:xfrm>
        </p:spPr>
        <p:txBody>
          <a:bodyPr/>
          <a:lstStyle/>
          <a:p>
            <a:r>
              <a:rPr lang="en-US" sz="3200" noProof="0" dirty="0">
                <a:solidFill>
                  <a:schemeClr val="bg1"/>
                </a:solidFill>
              </a:rPr>
              <a:t>Treatment Admission and Placement </a:t>
            </a:r>
            <a:r>
              <a:rPr lang="en-US" sz="2000" b="0" noProof="0" dirty="0">
                <a:solidFill>
                  <a:schemeClr val="bg1"/>
                </a:solidFill>
              </a:rPr>
              <a:t>(2 of 2)</a:t>
            </a:r>
          </a:p>
        </p:txBody>
      </p:sp>
      <p:sp>
        <p:nvSpPr>
          <p:cNvPr id="2" name="Content Placeholder 1"/>
          <p:cNvSpPr>
            <a:spLocks noGrp="1"/>
          </p:cNvSpPr>
          <p:nvPr>
            <p:ph sz="quarter" idx="13"/>
          </p:nvPr>
        </p:nvSpPr>
        <p:spPr>
          <a:xfrm>
            <a:off x="370936" y="2130071"/>
            <a:ext cx="8218488" cy="1083747"/>
          </a:xfrm>
        </p:spPr>
        <p:txBody>
          <a:bodyPr/>
          <a:lstStyle/>
          <a:p>
            <a:pPr>
              <a:spcBef>
                <a:spcPts val="400"/>
              </a:spcBef>
            </a:pPr>
            <a:r>
              <a:rPr lang="en-US" sz="1600" noProof="0" dirty="0">
                <a:solidFill>
                  <a:schemeClr val="tx1"/>
                </a:solidFill>
              </a:rPr>
              <a:t>A</a:t>
            </a:r>
            <a:r>
              <a:rPr lang="en-US" sz="100" noProof="0" dirty="0">
                <a:solidFill>
                  <a:schemeClr val="tx1"/>
                </a:solidFill>
              </a:rPr>
              <a:t> </a:t>
            </a:r>
            <a:r>
              <a:rPr lang="en-US" sz="1600" noProof="0" dirty="0">
                <a:solidFill>
                  <a:schemeClr val="tx1"/>
                </a:solidFill>
              </a:rPr>
              <a:t>S</a:t>
            </a:r>
            <a:r>
              <a:rPr lang="en-US" sz="100" noProof="0" dirty="0">
                <a:solidFill>
                  <a:schemeClr val="tx1"/>
                </a:solidFill>
              </a:rPr>
              <a:t> </a:t>
            </a:r>
            <a:r>
              <a:rPr lang="en-US" sz="1600" noProof="0" dirty="0">
                <a:solidFill>
                  <a:schemeClr val="tx1"/>
                </a:solidFill>
              </a:rPr>
              <a:t>A</a:t>
            </a:r>
            <a:r>
              <a:rPr lang="en-US" sz="100" noProof="0" dirty="0">
                <a:solidFill>
                  <a:schemeClr val="tx1"/>
                </a:solidFill>
              </a:rPr>
              <a:t> </a:t>
            </a:r>
            <a:r>
              <a:rPr lang="en-US" sz="1600" noProof="0" dirty="0">
                <a:solidFill>
                  <a:schemeClr val="tx1"/>
                </a:solidFill>
              </a:rPr>
              <a:t>M has developed six dimensions that practitioners can use to assess clients at each level and provide a rationale/justification for a particular level of care. The dimensions also serve as standardized assessment language for general health care and mental health practitioners.</a:t>
            </a:r>
          </a:p>
        </p:txBody>
      </p:sp>
      <p:graphicFrame>
        <p:nvGraphicFramePr>
          <p:cNvPr id="8" name="Content Placeholder 3">
            <a:extLst>
              <a:ext uri="{FF2B5EF4-FFF2-40B4-BE49-F238E27FC236}">
                <a16:creationId xmlns:a16="http://schemas.microsoft.com/office/drawing/2014/main" id="{4547CDC9-BC97-30DA-7481-E9534B4E8EE7}"/>
              </a:ext>
            </a:extLst>
          </p:cNvPr>
          <p:cNvGraphicFramePr>
            <a:graphicFrameLocks noGrp="1"/>
          </p:cNvGraphicFramePr>
          <p:nvPr>
            <p:ph sz="quarter" idx="14"/>
            <p:extLst>
              <p:ext uri="{D42A27DB-BD31-4B8C-83A1-F6EECF244321}">
                <p14:modId xmlns:p14="http://schemas.microsoft.com/office/powerpoint/2010/main" val="2634563123"/>
              </p:ext>
            </p:extLst>
          </p:nvPr>
        </p:nvGraphicFramePr>
        <p:xfrm>
          <a:off x="370936" y="3210465"/>
          <a:ext cx="8218488" cy="24771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ontent Placeholder 4"/>
          <p:cNvSpPr>
            <a:spLocks noGrp="1"/>
          </p:cNvSpPr>
          <p:nvPr>
            <p:ph sz="quarter" idx="15"/>
          </p:nvPr>
        </p:nvSpPr>
        <p:spPr>
          <a:xfrm>
            <a:off x="370936" y="5687655"/>
            <a:ext cx="8218488" cy="1080394"/>
          </a:xfrm>
        </p:spPr>
        <p:txBody>
          <a:bodyPr tIns="0">
            <a:normAutofit/>
          </a:bodyPr>
          <a:lstStyle/>
          <a:p>
            <a:pPr lvl="1">
              <a:spcBef>
                <a:spcPts val="400"/>
              </a:spcBef>
            </a:pPr>
            <a:r>
              <a:rPr lang="en-US" sz="1600" noProof="0" dirty="0">
                <a:solidFill>
                  <a:schemeClr val="tx1"/>
                </a:solidFill>
              </a:rPr>
              <a:t>Counselors want to select the treatment level that is least intensive but the safest level of care based on the client’s presenting issue and assessed dimensions.</a:t>
            </a:r>
          </a:p>
        </p:txBody>
      </p:sp>
    </p:spTree>
    <p:extLst>
      <p:ext uri="{BB962C8B-B14F-4D97-AF65-F5344CB8AC3E}">
        <p14:creationId xmlns:p14="http://schemas.microsoft.com/office/powerpoint/2010/main" val="37561840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2" name="Rectangle 11">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0"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2" name="Rectangle 21">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4" name="Rectangle 23">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8" name="Group 27">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9" name="Rectangle 28">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Substance Use Treatment and Crisis</a:t>
            </a:r>
          </a:p>
        </p:txBody>
      </p:sp>
      <p:cxnSp>
        <p:nvCxnSpPr>
          <p:cNvPr id="32" name="Straight Connector 31">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900" noProof="0" dirty="0">
                <a:solidFill>
                  <a:schemeClr val="tx1"/>
                </a:solidFill>
                <a:ea typeface="+mn-ea"/>
                <a:cs typeface="+mn-cs"/>
              </a:rPr>
              <a:t>Treating SUDs and symptoms becomes more complex when the client is also experiencing a crisis.</a:t>
            </a:r>
          </a:p>
          <a:p>
            <a:pPr>
              <a:lnSpc>
                <a:spcPct val="90000"/>
              </a:lnSpc>
              <a:buClr>
                <a:schemeClr val="accent1"/>
              </a:buClr>
              <a:buSzPct val="80000"/>
            </a:pPr>
            <a:r>
              <a:rPr lang="en-US" sz="1900" noProof="0" dirty="0">
                <a:solidFill>
                  <a:schemeClr val="tx1"/>
                </a:solidFill>
                <a:ea typeface="+mn-ea"/>
                <a:cs typeface="+mn-cs"/>
              </a:rPr>
              <a:t>Given that brief interventions and motivational enhancement approaches were two of the highest-ranked, most effective approaches to address S U D s and symptoms, integrating a crisis model that aligns with these approaches allows the counselor to effectively address both the crisis response and S U D.</a:t>
            </a:r>
          </a:p>
        </p:txBody>
      </p:sp>
    </p:spTree>
    <p:extLst>
      <p:ext uri="{BB962C8B-B14F-4D97-AF65-F5344CB8AC3E}">
        <p14:creationId xmlns:p14="http://schemas.microsoft.com/office/powerpoint/2010/main" val="483763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2" name="Rectangle 11">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0"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2" name="Rectangle 21">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4" name="Rectangle 23">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8" name="Group 27">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9" name="Rectangle 28">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Relapse and Crisis</a:t>
            </a:r>
          </a:p>
        </p:txBody>
      </p:sp>
      <p:cxnSp>
        <p:nvCxnSpPr>
          <p:cNvPr id="32" name="Straight Connector 31">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300" noProof="0">
                <a:solidFill>
                  <a:schemeClr val="tx1"/>
                </a:solidFill>
                <a:ea typeface="+mn-ea"/>
                <a:cs typeface="+mn-cs"/>
              </a:rPr>
              <a:t>During treatment, counselors need to prepare for relapse by helping clients explore triggers and learn new cognitive-behavioral strategies. Even in short-term crisis centers, these triggers can be identified, explored, and documented when clients are referred for treatment.</a:t>
            </a:r>
          </a:p>
          <a:p>
            <a:pPr>
              <a:lnSpc>
                <a:spcPct val="90000"/>
              </a:lnSpc>
              <a:buClr>
                <a:schemeClr val="accent1"/>
              </a:buClr>
              <a:buSzPct val="80000"/>
            </a:pPr>
            <a:r>
              <a:rPr lang="en-US" sz="1300" noProof="0">
                <a:solidFill>
                  <a:schemeClr val="tx1"/>
                </a:solidFill>
                <a:ea typeface="+mn-ea"/>
                <a:cs typeface="+mn-cs"/>
              </a:rPr>
              <a:t>Counselors need to help clients differentiate when use is viewed as a “lapse” or a “relapse.”</a:t>
            </a:r>
          </a:p>
          <a:p>
            <a:pPr lvl="1">
              <a:lnSpc>
                <a:spcPct val="90000"/>
              </a:lnSpc>
              <a:buClr>
                <a:schemeClr val="accent1"/>
              </a:buClr>
              <a:buSzPct val="80000"/>
            </a:pPr>
            <a:r>
              <a:rPr lang="en-US" sz="1300" noProof="0">
                <a:solidFill>
                  <a:schemeClr val="tx1"/>
                </a:solidFill>
                <a:ea typeface="+mn-ea"/>
                <a:cs typeface="+mn-cs"/>
              </a:rPr>
              <a:t>A lapse is a single episode of using a substance following a period of abstinence. The individual often takes responsibility for this lapse and examines the specific experience or trigger(s) that resulted to build on recovery.</a:t>
            </a:r>
          </a:p>
          <a:p>
            <a:pPr lvl="1">
              <a:lnSpc>
                <a:spcPct val="90000"/>
              </a:lnSpc>
              <a:buClr>
                <a:schemeClr val="accent1"/>
              </a:buClr>
              <a:buSzPct val="80000"/>
            </a:pPr>
            <a:r>
              <a:rPr lang="en-US" sz="1300" noProof="0">
                <a:solidFill>
                  <a:schemeClr val="tx1"/>
                </a:solidFill>
                <a:ea typeface="+mn-ea"/>
                <a:cs typeface="+mn-cs"/>
              </a:rPr>
              <a:t>A relapse is a return to sustained use of the same substance or another mood-altering substance following a defined period of abstinence.</a:t>
            </a:r>
          </a:p>
        </p:txBody>
      </p:sp>
    </p:spTree>
    <p:extLst>
      <p:ext uri="{BB962C8B-B14F-4D97-AF65-F5344CB8AC3E}">
        <p14:creationId xmlns:p14="http://schemas.microsoft.com/office/powerpoint/2010/main" val="13054855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845388" y="517295"/>
            <a:ext cx="8229600" cy="1097279"/>
          </a:xfrm>
        </p:spPr>
        <p:txBody>
          <a:bodyPr/>
          <a:lstStyle/>
          <a:p>
            <a:r>
              <a:rPr lang="en-US" noProof="0" dirty="0">
                <a:solidFill>
                  <a:schemeClr val="bg1"/>
                </a:solidFill>
              </a:rPr>
              <a:t>Harm Reduction</a:t>
            </a:r>
          </a:p>
        </p:txBody>
      </p:sp>
      <p:sp>
        <p:nvSpPr>
          <p:cNvPr id="2" name="Content Placeholder 1"/>
          <p:cNvSpPr>
            <a:spLocks noGrp="1"/>
          </p:cNvSpPr>
          <p:nvPr>
            <p:ph sz="quarter" idx="13"/>
          </p:nvPr>
        </p:nvSpPr>
        <p:spPr>
          <a:xfrm>
            <a:off x="457200" y="2111499"/>
            <a:ext cx="8229600" cy="1317501"/>
          </a:xfrm>
        </p:spPr>
        <p:txBody>
          <a:bodyPr/>
          <a:lstStyle/>
          <a:p>
            <a:r>
              <a:rPr lang="en-US" sz="1600" noProof="0" dirty="0"/>
              <a:t>Harm reduction approaches are tools to help the client reduce the negative consequences associated with use, regardless of one’s usage pattern. It can be helpful to find a common ground and meet clients where they are.</a:t>
            </a:r>
          </a:p>
          <a:p>
            <a:r>
              <a:rPr lang="en-US" sz="1600" noProof="0" dirty="0"/>
              <a:t>Marlatt et al. (2011) identified five underlying principles of harm reduction:</a:t>
            </a:r>
          </a:p>
        </p:txBody>
      </p:sp>
      <p:sp>
        <p:nvSpPr>
          <p:cNvPr id="4" name="Content Placeholder 3"/>
          <p:cNvSpPr>
            <a:spLocks noGrp="1"/>
          </p:cNvSpPr>
          <p:nvPr>
            <p:ph sz="quarter" idx="14"/>
          </p:nvPr>
        </p:nvSpPr>
        <p:spPr>
          <a:xfrm>
            <a:off x="457200" y="3409843"/>
            <a:ext cx="8104909" cy="3339894"/>
          </a:xfrm>
        </p:spPr>
        <p:txBody>
          <a:bodyPr>
            <a:normAutofit lnSpcReduction="10000"/>
          </a:bodyPr>
          <a:lstStyle/>
          <a:p>
            <a:pPr marL="741600" lvl="1" indent="-428400">
              <a:buFont typeface="+mj-lt"/>
              <a:buAutoNum type="arabicPeriod"/>
            </a:pPr>
            <a:r>
              <a:rPr lang="en-US" sz="1600" noProof="0" dirty="0"/>
              <a:t>Strive for abstinence while considering alternative options to help minimize harm.</a:t>
            </a:r>
          </a:p>
          <a:p>
            <a:pPr marL="741600" lvl="1" indent="-428400">
              <a:buFont typeface="+mj-lt"/>
              <a:buAutoNum type="arabicPeriod"/>
            </a:pPr>
            <a:r>
              <a:rPr lang="en-US" sz="1600" noProof="0" dirty="0"/>
              <a:t>View prevention as a way to reduce the negative consequences or harmful outcomes associated with use but not focusing specifically on usage. </a:t>
            </a:r>
          </a:p>
          <a:p>
            <a:pPr marL="741600" lvl="1" indent="-428400">
              <a:buFont typeface="+mj-lt"/>
              <a:buAutoNum type="arabicPeriod"/>
            </a:pPr>
            <a:r>
              <a:rPr lang="en-US" sz="1600" noProof="0" dirty="0"/>
              <a:t>Focus approaches on where the client is at that point in their use or addiction and develop approaches accordingly.</a:t>
            </a:r>
          </a:p>
          <a:p>
            <a:pPr marL="741600" lvl="1" indent="-428400">
              <a:buFont typeface="+mj-lt"/>
              <a:buAutoNum type="arabicPeriod"/>
            </a:pPr>
            <a:r>
              <a:rPr lang="en-US" sz="1600" noProof="0" dirty="0"/>
              <a:t>View harm reduction as a community-oriented process where action is taken at the grassroots level to advocate for change specific to the needs within that community.</a:t>
            </a:r>
          </a:p>
          <a:p>
            <a:pPr marL="741600" lvl="1" indent="-428400">
              <a:buFont typeface="+mj-lt"/>
              <a:buAutoNum type="arabicPeriod"/>
            </a:pPr>
            <a:r>
              <a:rPr lang="en-US" sz="1600" noProof="0" dirty="0"/>
              <a:t>Focus on minimizing harmful consequences and not about judging or criticizing client behavior.</a:t>
            </a:r>
          </a:p>
        </p:txBody>
      </p:sp>
    </p:spTree>
    <p:extLst>
      <p:ext uri="{BB962C8B-B14F-4D97-AF65-F5344CB8AC3E}">
        <p14:creationId xmlns:p14="http://schemas.microsoft.com/office/powerpoint/2010/main" val="5416169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2" name="Rectangle 11">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0"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2" name="Rectangle 21">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712E451E-151A-4910-BF41-6A040B659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2">
            <a:schemeClr val="l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296EFE4-A70C-4388-9A15-3F657B661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187" y="473745"/>
            <a:ext cx="8420318" cy="5902829"/>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866215" y="855482"/>
            <a:ext cx="6571060" cy="898674"/>
          </a:xfrm>
        </p:spPr>
        <p:txBody>
          <a:bodyPr vert="horz" lIns="91440" tIns="45720" rIns="91440" bIns="45720" rtlCol="0" anchor="b">
            <a:normAutofit/>
          </a:bodyPr>
          <a:lstStyle/>
          <a:p>
            <a:pPr>
              <a:spcBef>
                <a:spcPct val="0"/>
              </a:spcBef>
            </a:pPr>
            <a:r>
              <a:rPr lang="en-US" b="0" noProof="0">
                <a:solidFill>
                  <a:schemeClr val="tx2"/>
                </a:solidFill>
                <a:ea typeface="+mj-ea"/>
                <a:cs typeface="+mj-cs"/>
              </a:rPr>
              <a:t>Support Groups</a:t>
            </a:r>
          </a:p>
        </p:txBody>
      </p:sp>
      <p:sp>
        <p:nvSpPr>
          <p:cNvPr id="28" name="Rectangle 27">
            <a:extLst>
              <a:ext uri="{FF2B5EF4-FFF2-40B4-BE49-F238E27FC236}">
                <a16:creationId xmlns:a16="http://schemas.microsoft.com/office/drawing/2014/main" id="{425EBAFC-9388-432A-BCFD-EEA2F410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866215" y="2079173"/>
            <a:ext cx="6136643" cy="3730689"/>
          </a:xfrm>
        </p:spPr>
        <p:txBody>
          <a:bodyPr vert="horz" lIns="91440" tIns="45720" rIns="91440" bIns="45720" rtlCol="0" anchor="ctr">
            <a:normAutofit/>
          </a:bodyPr>
          <a:lstStyle/>
          <a:p>
            <a:pPr>
              <a:lnSpc>
                <a:spcPct val="90000"/>
              </a:lnSpc>
              <a:buClr>
                <a:schemeClr val="accent1"/>
              </a:buClr>
              <a:buSzPct val="80000"/>
            </a:pPr>
            <a:r>
              <a:rPr lang="en-US" sz="1500" noProof="0" dirty="0">
                <a:solidFill>
                  <a:schemeClr val="tx1"/>
                </a:solidFill>
                <a:ea typeface="+mn-ea"/>
                <a:cs typeface="+mn-cs"/>
              </a:rPr>
              <a:t>Clients with SUDs or significant symptoms often find that as the condition progresses, they become alienated and isolated from family, friends, and coworkers as they spend more time in relationships with their substances and those who enable the behavior.</a:t>
            </a:r>
          </a:p>
          <a:p>
            <a:pPr>
              <a:lnSpc>
                <a:spcPct val="90000"/>
              </a:lnSpc>
              <a:buClr>
                <a:schemeClr val="accent1"/>
              </a:buClr>
              <a:buSzPct val="80000"/>
            </a:pPr>
            <a:r>
              <a:rPr lang="en-US" sz="1500" noProof="0" dirty="0">
                <a:solidFill>
                  <a:schemeClr val="tx1"/>
                </a:solidFill>
                <a:ea typeface="+mn-ea"/>
                <a:cs typeface="+mn-cs"/>
              </a:rPr>
              <a:t>A common treatment goal is to learn to establish social and coping skills, which are critical components in developing and maintaining abstinence. Support groups play an instrumental role in facilitating and practicing these skills.</a:t>
            </a:r>
          </a:p>
          <a:p>
            <a:pPr>
              <a:lnSpc>
                <a:spcPct val="90000"/>
              </a:lnSpc>
              <a:buClr>
                <a:schemeClr val="accent1"/>
              </a:buClr>
              <a:buSzPct val="80000"/>
            </a:pPr>
            <a:r>
              <a:rPr lang="en-US" sz="1500" noProof="0" dirty="0">
                <a:solidFill>
                  <a:schemeClr val="tx1"/>
                </a:solidFill>
                <a:ea typeface="+mn-ea"/>
                <a:cs typeface="+mn-cs"/>
              </a:rPr>
              <a:t>Encouraging support group attendance should align with the client’s stage of change.</a:t>
            </a:r>
          </a:p>
          <a:p>
            <a:pPr>
              <a:lnSpc>
                <a:spcPct val="90000"/>
              </a:lnSpc>
              <a:buClr>
                <a:schemeClr val="accent1"/>
              </a:buClr>
              <a:buSzPct val="80000"/>
            </a:pPr>
            <a:r>
              <a:rPr lang="en-US" sz="1500" noProof="0" dirty="0">
                <a:solidFill>
                  <a:schemeClr val="tx1"/>
                </a:solidFill>
                <a:ea typeface="+mn-ea"/>
                <a:cs typeface="+mn-cs"/>
              </a:rPr>
              <a:t>Clients may also report feeling discouraged or frustrated after attending a meeting and should be encouraged to try out different meetings to find out which best match their needs.</a:t>
            </a:r>
          </a:p>
        </p:txBody>
      </p:sp>
    </p:spTree>
    <p:extLst>
      <p:ext uri="{BB962C8B-B14F-4D97-AF65-F5344CB8AC3E}">
        <p14:creationId xmlns:p14="http://schemas.microsoft.com/office/powerpoint/2010/main" val="16974769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2" name="Rectangle 11">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0"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2" name="Rectangle 21">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4" name="Rectangle 23">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8" name="Group 27">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9" name="Rectangle 28">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Marital and Family Treatment</a:t>
            </a:r>
          </a:p>
        </p:txBody>
      </p:sp>
      <p:cxnSp>
        <p:nvCxnSpPr>
          <p:cNvPr id="32" name="Straight Connector 31">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300" noProof="0">
                <a:solidFill>
                  <a:schemeClr val="tx1"/>
                </a:solidFill>
                <a:ea typeface="+mn-ea"/>
                <a:cs typeface="+mn-cs"/>
              </a:rPr>
              <a:t>Research findings have demonstrated a reciprocal relationship between problem drinking and family and marital discord.</a:t>
            </a:r>
          </a:p>
          <a:p>
            <a:pPr>
              <a:lnSpc>
                <a:spcPct val="90000"/>
              </a:lnSpc>
              <a:buClr>
                <a:schemeClr val="accent1"/>
              </a:buClr>
              <a:buSzPct val="80000"/>
            </a:pPr>
            <a:r>
              <a:rPr lang="en-US" sz="1300" noProof="0">
                <a:solidFill>
                  <a:schemeClr val="tx1"/>
                </a:solidFill>
                <a:ea typeface="+mn-ea"/>
                <a:cs typeface="+mn-cs"/>
              </a:rPr>
              <a:t>In cases where abstinence has been achieved, those individuals who continue to deal with unresolved marital and family conflicts may be at a higher risk for relapse.</a:t>
            </a:r>
          </a:p>
          <a:p>
            <a:pPr>
              <a:lnSpc>
                <a:spcPct val="90000"/>
              </a:lnSpc>
              <a:buClr>
                <a:schemeClr val="accent1"/>
              </a:buClr>
              <a:buSzPct val="80000"/>
            </a:pPr>
            <a:r>
              <a:rPr lang="en-US" sz="1300" noProof="0">
                <a:solidFill>
                  <a:schemeClr val="tx1"/>
                </a:solidFill>
                <a:ea typeface="+mn-ea"/>
                <a:cs typeface="+mn-cs"/>
              </a:rPr>
              <a:t>Counselor attributes that tend to lead to successful outcomes include addressing client and family members simultaneously; focusing on alcohol problems first; using empathetic listening and dealing effectively with intense anger during the initial stages of counseling; developing a structured, directive approach that includes establishing rules, boundaries, and consequences; and viewing the change process as long term.</a:t>
            </a:r>
          </a:p>
        </p:txBody>
      </p:sp>
    </p:spTree>
    <p:extLst>
      <p:ext uri="{BB962C8B-B14F-4D97-AF65-F5344CB8AC3E}">
        <p14:creationId xmlns:p14="http://schemas.microsoft.com/office/powerpoint/2010/main" val="11873894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2" name="Rectangle 11">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0"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2" name="Rectangle 21">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4" name="Rectangle 23">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8" name="Group 27">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9" name="Rectangle 28">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Co-Occurring Disorders and Crisis</a:t>
            </a:r>
          </a:p>
        </p:txBody>
      </p:sp>
      <p:cxnSp>
        <p:nvCxnSpPr>
          <p:cNvPr id="32" name="Straight Connector 31">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700" noProof="0" dirty="0">
                <a:solidFill>
                  <a:schemeClr val="tx1"/>
                </a:solidFill>
                <a:ea typeface="+mn-ea"/>
                <a:cs typeface="+mn-cs"/>
              </a:rPr>
              <a:t>SAMHSA (2022) defines a co-occurring disorder as the concomitant occurrence of a substance use and mental health disorder.</a:t>
            </a:r>
          </a:p>
          <a:p>
            <a:pPr>
              <a:lnSpc>
                <a:spcPct val="90000"/>
              </a:lnSpc>
              <a:buClr>
                <a:schemeClr val="accent1"/>
              </a:buClr>
              <a:buSzPct val="80000"/>
            </a:pPr>
            <a:r>
              <a:rPr lang="en-US" sz="1700" noProof="0" dirty="0">
                <a:solidFill>
                  <a:schemeClr val="tx1"/>
                </a:solidFill>
                <a:ea typeface="+mn-ea"/>
                <a:cs typeface="+mn-cs"/>
              </a:rPr>
              <a:t>Counselors working with clients with co-occurring disorders must be competent in understanding each disorder as well as how to integrate treatment to ensure that the disorders are addressed simultaneously.</a:t>
            </a:r>
          </a:p>
          <a:p>
            <a:pPr>
              <a:lnSpc>
                <a:spcPct val="90000"/>
              </a:lnSpc>
              <a:buClr>
                <a:schemeClr val="accent1"/>
              </a:buClr>
              <a:buSzPct val="80000"/>
            </a:pPr>
            <a:r>
              <a:rPr lang="en-US" sz="1700" noProof="0" dirty="0">
                <a:solidFill>
                  <a:schemeClr val="tx1"/>
                </a:solidFill>
                <a:ea typeface="+mn-ea"/>
                <a:cs typeface="+mn-cs"/>
              </a:rPr>
              <a:t>Counselors need to understand how substance use can present symptoms that mimic mental illness and other medical conditions.</a:t>
            </a:r>
          </a:p>
        </p:txBody>
      </p:sp>
    </p:spTree>
    <p:extLst>
      <p:ext uri="{BB962C8B-B14F-4D97-AF65-F5344CB8AC3E}">
        <p14:creationId xmlns:p14="http://schemas.microsoft.com/office/powerpoint/2010/main" val="15828949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2" name="Rectangle 11">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0"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2" name="Rectangle 21">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4" name="Rectangle 23">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8" name="Group 27">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9" name="Rectangle 28">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600" b="0" noProof="0">
                <a:solidFill>
                  <a:schemeClr val="tx1"/>
                </a:solidFill>
                <a:ea typeface="+mj-ea"/>
                <a:cs typeface="+mj-cs"/>
              </a:rPr>
              <a:t>Multicultural Perspectives, Substance Abuse, and Crisis</a:t>
            </a:r>
          </a:p>
        </p:txBody>
      </p:sp>
      <p:cxnSp>
        <p:nvCxnSpPr>
          <p:cNvPr id="32" name="Straight Connector 31">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500" noProof="0">
                <a:solidFill>
                  <a:schemeClr val="tx1"/>
                </a:solidFill>
                <a:ea typeface="+mn-ea"/>
                <a:cs typeface="+mn-cs"/>
              </a:rPr>
              <a:t>Counselors working with clients with S U D s or significant symptoms and in crisis need to understand how the culture of substance use influences each client’s worldview.</a:t>
            </a:r>
          </a:p>
          <a:p>
            <a:pPr>
              <a:lnSpc>
                <a:spcPct val="90000"/>
              </a:lnSpc>
              <a:buClr>
                <a:schemeClr val="accent1"/>
              </a:buClr>
              <a:buSzPct val="80000"/>
            </a:pPr>
            <a:r>
              <a:rPr lang="en-US" sz="1500" noProof="0">
                <a:solidFill>
                  <a:schemeClr val="tx1"/>
                </a:solidFill>
                <a:ea typeface="+mn-ea"/>
                <a:cs typeface="+mn-cs"/>
              </a:rPr>
              <a:t>Historically, treatment has focused on reduction or abstinence goals, often with little consideration for understanding the role that culture plays in etiology or maintenance of use.</a:t>
            </a:r>
          </a:p>
          <a:p>
            <a:pPr>
              <a:lnSpc>
                <a:spcPct val="90000"/>
              </a:lnSpc>
              <a:buClr>
                <a:schemeClr val="accent1"/>
              </a:buClr>
              <a:buSzPct val="80000"/>
            </a:pPr>
            <a:r>
              <a:rPr lang="en-US" sz="1500" noProof="0">
                <a:solidFill>
                  <a:schemeClr val="tx1"/>
                </a:solidFill>
                <a:ea typeface="+mn-ea"/>
                <a:cs typeface="+mn-cs"/>
              </a:rPr>
              <a:t>Counselors should maintain a cultural focus when working with clients through the five stages of change. Moreover, triggers for relapse behavior should be examined from a cultural perspective.</a:t>
            </a:r>
          </a:p>
        </p:txBody>
      </p:sp>
    </p:spTree>
    <p:extLst>
      <p:ext uri="{BB962C8B-B14F-4D97-AF65-F5344CB8AC3E}">
        <p14:creationId xmlns:p14="http://schemas.microsoft.com/office/powerpoint/2010/main" val="28415967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2" name="Rectangle 11">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0"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2" name="Rectangle 21">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712E451E-151A-4910-BF41-6A040B659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2">
            <a:schemeClr val="l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296EFE4-A70C-4388-9A15-3F657B661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187" y="473745"/>
            <a:ext cx="8420318" cy="5902829"/>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866215" y="855482"/>
            <a:ext cx="6571060" cy="898674"/>
          </a:xfrm>
        </p:spPr>
        <p:txBody>
          <a:bodyPr vert="horz" lIns="91440" tIns="45720" rIns="91440" bIns="45720" rtlCol="0" anchor="b">
            <a:normAutofit/>
          </a:bodyPr>
          <a:lstStyle/>
          <a:p>
            <a:pPr>
              <a:spcBef>
                <a:spcPct val="0"/>
              </a:spcBef>
            </a:pPr>
            <a:r>
              <a:rPr lang="en-US" b="0" noProof="0">
                <a:solidFill>
                  <a:schemeClr val="tx2"/>
                </a:solidFill>
                <a:ea typeface="+mj-ea"/>
                <a:cs typeface="+mj-cs"/>
              </a:rPr>
              <a:t>Safety and Self-Care</a:t>
            </a:r>
          </a:p>
        </p:txBody>
      </p:sp>
      <p:sp>
        <p:nvSpPr>
          <p:cNvPr id="28" name="Rectangle 27">
            <a:extLst>
              <a:ext uri="{FF2B5EF4-FFF2-40B4-BE49-F238E27FC236}">
                <a16:creationId xmlns:a16="http://schemas.microsoft.com/office/drawing/2014/main" id="{425EBAFC-9388-432A-BCFD-EEA2F410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866215" y="2079173"/>
            <a:ext cx="6136643" cy="3730689"/>
          </a:xfrm>
        </p:spPr>
        <p:txBody>
          <a:bodyPr vert="horz" lIns="91440" tIns="45720" rIns="91440" bIns="45720" rtlCol="0" anchor="ctr">
            <a:normAutofit/>
          </a:bodyPr>
          <a:lstStyle/>
          <a:p>
            <a:pPr>
              <a:lnSpc>
                <a:spcPct val="90000"/>
              </a:lnSpc>
              <a:buClr>
                <a:schemeClr val="accent1"/>
              </a:buClr>
              <a:buSzPct val="80000"/>
            </a:pPr>
            <a:r>
              <a:rPr lang="en-US" sz="1500" noProof="0">
                <a:solidFill>
                  <a:schemeClr val="tx1"/>
                </a:solidFill>
                <a:ea typeface="+mn-ea"/>
                <a:cs typeface="+mn-cs"/>
              </a:rPr>
              <a:t>Counselors need to be aware of the dangers of working with clients who pose a threat to public safety or who have a history of violence, especially those who may also be under the influence of a substance.</a:t>
            </a:r>
          </a:p>
          <a:p>
            <a:pPr lvl="1">
              <a:lnSpc>
                <a:spcPct val="90000"/>
              </a:lnSpc>
              <a:buClr>
                <a:schemeClr val="accent1"/>
              </a:buClr>
              <a:buSzPct val="80000"/>
            </a:pPr>
            <a:r>
              <a:rPr lang="en-US" sz="1500" noProof="0">
                <a:solidFill>
                  <a:schemeClr val="tx1"/>
                </a:solidFill>
                <a:ea typeface="+mn-ea"/>
                <a:cs typeface="+mn-cs"/>
              </a:rPr>
              <a:t>Counselors should gauge the risk in working with clients who pose safety concerns and can take steps to minimize the risk by screening high-risk clients, avoiding seeing clients when there is a lack of physical security available, recognizing warning signs of violence, avoiding working alone during in-home counseling, and establishing rules prohibiting weapons in session.</a:t>
            </a:r>
          </a:p>
          <a:p>
            <a:pPr>
              <a:lnSpc>
                <a:spcPct val="90000"/>
              </a:lnSpc>
              <a:buClr>
                <a:schemeClr val="accent1"/>
              </a:buClr>
              <a:buSzPct val="80000"/>
            </a:pPr>
            <a:r>
              <a:rPr lang="en-US" sz="1500" noProof="0">
                <a:solidFill>
                  <a:schemeClr val="tx1"/>
                </a:solidFill>
                <a:ea typeface="+mn-ea"/>
                <a:cs typeface="+mn-cs"/>
              </a:rPr>
              <a:t>Working with clients who have S U D s and significant symptoms creates unique challenges for counselors. Counselors who constantly face client resistance, ambivalence, motivational concerns, and relapse issues may question their effectiveness in facilitating change.</a:t>
            </a:r>
          </a:p>
        </p:txBody>
      </p:sp>
    </p:spTree>
    <p:extLst>
      <p:ext uri="{BB962C8B-B14F-4D97-AF65-F5344CB8AC3E}">
        <p14:creationId xmlns:p14="http://schemas.microsoft.com/office/powerpoint/2010/main" val="31885301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2" name="Rectangle 11">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0"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2" name="Rectangle 21">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712E451E-151A-4910-BF41-6A040B659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2">
            <a:schemeClr val="l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296EFE4-A70C-4388-9A15-3F657B661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187" y="473745"/>
            <a:ext cx="8420318" cy="5902829"/>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866215" y="855482"/>
            <a:ext cx="6571060" cy="898674"/>
          </a:xfrm>
        </p:spPr>
        <p:txBody>
          <a:bodyPr vert="horz" lIns="91440" tIns="45720" rIns="91440" bIns="45720" rtlCol="0" anchor="b">
            <a:normAutofit/>
          </a:bodyPr>
          <a:lstStyle/>
          <a:p>
            <a:pPr>
              <a:lnSpc>
                <a:spcPct val="90000"/>
              </a:lnSpc>
              <a:spcBef>
                <a:spcPct val="0"/>
              </a:spcBef>
            </a:pPr>
            <a:r>
              <a:rPr lang="en-US" sz="2800" b="0" noProof="0">
                <a:solidFill>
                  <a:schemeClr val="tx2"/>
                </a:solidFill>
                <a:ea typeface="+mj-ea"/>
                <a:cs typeface="+mj-cs"/>
              </a:rPr>
              <a:t>Diagnostic Considerations during a Crisis</a:t>
            </a:r>
          </a:p>
        </p:txBody>
      </p:sp>
      <p:sp>
        <p:nvSpPr>
          <p:cNvPr id="28" name="Rectangle 27">
            <a:extLst>
              <a:ext uri="{FF2B5EF4-FFF2-40B4-BE49-F238E27FC236}">
                <a16:creationId xmlns:a16="http://schemas.microsoft.com/office/drawing/2014/main" id="{425EBAFC-9388-432A-BCFD-EEA2F410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866215" y="2079173"/>
            <a:ext cx="6136643" cy="3730689"/>
          </a:xfrm>
        </p:spPr>
        <p:txBody>
          <a:bodyPr vert="horz" lIns="91440" tIns="45720" rIns="91440" bIns="45720" rtlCol="0" anchor="ctr">
            <a:normAutofit/>
          </a:bodyPr>
          <a:lstStyle/>
          <a:p>
            <a:pPr>
              <a:lnSpc>
                <a:spcPct val="90000"/>
              </a:lnSpc>
              <a:buClr>
                <a:schemeClr val="accent1"/>
              </a:buClr>
              <a:buSzPct val="80000"/>
            </a:pPr>
            <a:r>
              <a:rPr lang="en-US" sz="1500" noProof="0">
                <a:solidFill>
                  <a:schemeClr val="tx1"/>
                </a:solidFill>
                <a:ea typeface="+mn-ea"/>
                <a:cs typeface="+mn-cs"/>
              </a:rPr>
              <a:t>A crisis can exacerbate and confound the diagnostic process, especially if the client has co-occurring issues.</a:t>
            </a:r>
          </a:p>
          <a:p>
            <a:pPr>
              <a:lnSpc>
                <a:spcPct val="90000"/>
              </a:lnSpc>
              <a:buClr>
                <a:schemeClr val="accent1"/>
              </a:buClr>
              <a:buSzPct val="80000"/>
            </a:pPr>
            <a:r>
              <a:rPr lang="en-US" sz="1500" noProof="0">
                <a:solidFill>
                  <a:schemeClr val="tx1"/>
                </a:solidFill>
                <a:ea typeface="+mn-ea"/>
                <a:cs typeface="+mn-cs"/>
              </a:rPr>
              <a:t>The first consideration is to differentiate among symptoms that are due to the acute crisis and symptoms that present as part of the pathology.</a:t>
            </a:r>
          </a:p>
          <a:p>
            <a:pPr lvl="1">
              <a:lnSpc>
                <a:spcPct val="90000"/>
              </a:lnSpc>
              <a:buClr>
                <a:schemeClr val="accent1"/>
              </a:buClr>
              <a:buSzPct val="80000"/>
            </a:pPr>
            <a:r>
              <a:rPr lang="en-US" sz="1500" noProof="0">
                <a:solidFill>
                  <a:schemeClr val="tx1"/>
                </a:solidFill>
                <a:ea typeface="+mn-ea"/>
                <a:cs typeface="+mn-cs"/>
              </a:rPr>
              <a:t>Differentiating crisis symptom presentations from pathological symptoms helps counselors explain to clients that their experiences are normal by associating those symptoms with the crisis, which can help minimize the client’s stress.</a:t>
            </a:r>
          </a:p>
          <a:p>
            <a:pPr>
              <a:lnSpc>
                <a:spcPct val="90000"/>
              </a:lnSpc>
              <a:buClr>
                <a:schemeClr val="accent1"/>
              </a:buClr>
              <a:buSzPct val="80000"/>
            </a:pPr>
            <a:r>
              <a:rPr lang="en-US" sz="1500" noProof="0">
                <a:solidFill>
                  <a:schemeClr val="tx1"/>
                </a:solidFill>
                <a:ea typeface="+mn-ea"/>
                <a:cs typeface="+mn-cs"/>
              </a:rPr>
              <a:t>Caution is warranted when providing a mental health diagnosis that may require more information than can be obtained in an assessment during crisis intervention.</a:t>
            </a:r>
          </a:p>
        </p:txBody>
      </p:sp>
    </p:spTree>
    <p:extLst>
      <p:ext uri="{BB962C8B-B14F-4D97-AF65-F5344CB8AC3E}">
        <p14:creationId xmlns:p14="http://schemas.microsoft.com/office/powerpoint/2010/main" val="10011275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2" name="Rectangle 11">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0"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2" name="Rectangle 21">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4" name="Rectangle 23">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8" name="Group 27">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9" name="Rectangle 28">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Essential Substance Use–Specific Crisis Intervention Skills</a:t>
            </a:r>
          </a:p>
        </p:txBody>
      </p:sp>
      <p:cxnSp>
        <p:nvCxnSpPr>
          <p:cNvPr id="32" name="Straight Connector 31">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500" noProof="0">
                <a:solidFill>
                  <a:schemeClr val="tx1"/>
                </a:solidFill>
                <a:ea typeface="+mn-ea"/>
                <a:cs typeface="+mn-cs"/>
              </a:rPr>
              <a:t>Use of attending behaviors and active listening skills is important in crisis situations.</a:t>
            </a:r>
          </a:p>
          <a:p>
            <a:pPr>
              <a:lnSpc>
                <a:spcPct val="90000"/>
              </a:lnSpc>
              <a:buClr>
                <a:schemeClr val="accent1"/>
              </a:buClr>
              <a:buSzPct val="80000"/>
            </a:pPr>
            <a:r>
              <a:rPr lang="en-US" sz="1500" noProof="0">
                <a:solidFill>
                  <a:schemeClr val="tx1"/>
                </a:solidFill>
                <a:ea typeface="+mn-ea"/>
                <a:cs typeface="+mn-cs"/>
              </a:rPr>
              <a:t>Creating warmth, expressing genuineness, and creating an atmosphere of trust, safety, and acceptance not only target the motivational factors inherent with treating S U D s and symptoms but also help clients in crisis deescalate from the acute stressor and feel more at ease and comfortable with the counselor.</a:t>
            </a:r>
          </a:p>
          <a:p>
            <a:pPr>
              <a:lnSpc>
                <a:spcPct val="90000"/>
              </a:lnSpc>
              <a:buClr>
                <a:schemeClr val="accent1"/>
              </a:buClr>
              <a:buSzPct val="80000"/>
            </a:pPr>
            <a:r>
              <a:rPr lang="en-US" sz="1500" noProof="0">
                <a:solidFill>
                  <a:schemeClr val="tx1"/>
                </a:solidFill>
                <a:ea typeface="+mn-ea"/>
                <a:cs typeface="+mn-cs"/>
              </a:rPr>
              <a:t>Using a directive approach, conducted in a compassionate and empathic manner, allows for clarification and understanding of the crisis threat so that appropriate courses of action can be taken.</a:t>
            </a:r>
          </a:p>
        </p:txBody>
      </p:sp>
    </p:spTree>
    <p:extLst>
      <p:ext uri="{BB962C8B-B14F-4D97-AF65-F5344CB8AC3E}">
        <p14:creationId xmlns:p14="http://schemas.microsoft.com/office/powerpoint/2010/main" val="4171150344"/>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148907</TotalTime>
  <Words>3145</Words>
  <Application>Microsoft Office PowerPoint</Application>
  <PresentationFormat>On-screen Show (4:3)</PresentationFormat>
  <Paragraphs>165</Paragraphs>
  <Slides>28</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28</vt:i4>
      </vt:variant>
    </vt:vector>
  </HeadingPairs>
  <TitlesOfParts>
    <vt:vector size="36" baseType="lpstr">
      <vt:lpstr>Wingdings 3</vt:lpstr>
      <vt:lpstr>Noto Sans Symbols</vt:lpstr>
      <vt:lpstr>Century Gothic</vt:lpstr>
      <vt:lpstr>Times New Roman</vt:lpstr>
      <vt:lpstr>Arial</vt:lpstr>
      <vt:lpstr>Verdana</vt:lpstr>
      <vt:lpstr>USHE</vt:lpstr>
      <vt:lpstr>Ion Boardroom</vt:lpstr>
      <vt:lpstr>PowerPoint Presentation</vt:lpstr>
      <vt:lpstr>Substance Use and Society</vt:lpstr>
      <vt:lpstr>Classification of Drugs (1 of 2)</vt:lpstr>
      <vt:lpstr>Classification of Drugs (2 of 2)</vt:lpstr>
      <vt:lpstr>Research on Substance Use, Crisis, and Society</vt:lpstr>
      <vt:lpstr>Factors That Increase Risk for Substance Use Disorders</vt:lpstr>
      <vt:lpstr>Screening for Substance Use Disorders</vt:lpstr>
      <vt:lpstr>Commonly Used Assessment Instruments (1 of 2)</vt:lpstr>
      <vt:lpstr>Commonly Used Assessment Instruments (2 of 2)</vt:lpstr>
      <vt:lpstr>Assessment for Substance Use Disorders</vt:lpstr>
      <vt:lpstr>Assessment for Substance Use Disorders</vt:lpstr>
      <vt:lpstr>Diagnosis</vt:lpstr>
      <vt:lpstr>Substance Use Disorder Diagnosis (1 of 2)</vt:lpstr>
      <vt:lpstr>Substance Use Disorder Diagnosis (2 of 2)</vt:lpstr>
      <vt:lpstr>Assessing a Client’s Readiness to Change</vt:lpstr>
      <vt:lpstr>Motivational Interviewing</vt:lpstr>
      <vt:lpstr>Treatment Admission and Placement (1 of 2)</vt:lpstr>
      <vt:lpstr>Treatment Admission and Placement (2 of 2)</vt:lpstr>
      <vt:lpstr>Substance Use Treatment and Crisis</vt:lpstr>
      <vt:lpstr>Relapse and Crisis</vt:lpstr>
      <vt:lpstr>Harm Reduction</vt:lpstr>
      <vt:lpstr>Support Groups</vt:lpstr>
      <vt:lpstr>Marital and Family Treatment</vt:lpstr>
      <vt:lpstr>Co-Occurring Disorders and Crisis</vt:lpstr>
      <vt:lpstr>Multicultural Perspectives, Substance Abuse, and Crisis</vt:lpstr>
      <vt:lpstr>Safety and Self-Care</vt:lpstr>
      <vt:lpstr>Diagnostic Considerations during a Crisis</vt:lpstr>
      <vt:lpstr>Essential Substance Use–Specific Crisis Intervention Skills</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Crisis Assessment, Intervention, and Prevention, Fourth Edition, Chapter 7, Understanding and Treating Substance Use Disorders with Clients in Crisis</dc:title>
  <dc:subject>TED</dc:subject>
  <dc:creator>Jackson-Cherry/Erford</dc:creator>
  <cp:keywords>Crisis Assessment, Intervention, and Prevention</cp:keywords>
  <dc:description/>
  <cp:lastModifiedBy>Esther McCartney</cp:lastModifiedBy>
  <cp:revision>1075</cp:revision>
  <dcterms:modified xsi:type="dcterms:W3CDTF">2026-02-26T23:31:23Z</dcterms:modified>
</cp:coreProperties>
</file>