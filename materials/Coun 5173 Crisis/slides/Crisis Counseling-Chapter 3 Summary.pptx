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716" r:id="rId2"/>
    <p:sldMasterId id="2147483732" r:id="rId3"/>
  </p:sldMasterIdLst>
  <p:notesMasterIdLst>
    <p:notesMasterId r:id="rId51"/>
  </p:notesMasterIdLst>
  <p:handoutMasterIdLst>
    <p:handoutMasterId r:id="rId52"/>
  </p:handoutMasterIdLst>
  <p:sldIdLst>
    <p:sldId id="451" r:id="rId4"/>
    <p:sldId id="518" r:id="rId5"/>
    <p:sldId id="331" r:id="rId6"/>
    <p:sldId id="511" r:id="rId7"/>
    <p:sldId id="469" r:id="rId8"/>
    <p:sldId id="470" r:id="rId9"/>
    <p:sldId id="471" r:id="rId10"/>
    <p:sldId id="472" r:id="rId11"/>
    <p:sldId id="473" r:id="rId12"/>
    <p:sldId id="513" r:id="rId13"/>
    <p:sldId id="475" r:id="rId14"/>
    <p:sldId id="514" r:id="rId15"/>
    <p:sldId id="479" r:id="rId16"/>
    <p:sldId id="480" r:id="rId17"/>
    <p:sldId id="481" r:id="rId18"/>
    <p:sldId id="482" r:id="rId19"/>
    <p:sldId id="483" r:id="rId20"/>
    <p:sldId id="484" r:id="rId21"/>
    <p:sldId id="485" r:id="rId22"/>
    <p:sldId id="486" r:id="rId23"/>
    <p:sldId id="515" r:id="rId24"/>
    <p:sldId id="487" r:id="rId25"/>
    <p:sldId id="540" r:id="rId26"/>
    <p:sldId id="541" r:id="rId27"/>
    <p:sldId id="542" r:id="rId28"/>
    <p:sldId id="543" r:id="rId29"/>
    <p:sldId id="519" r:id="rId30"/>
    <p:sldId id="434" r:id="rId31"/>
    <p:sldId id="520" r:id="rId32"/>
    <p:sldId id="544" r:id="rId33"/>
    <p:sldId id="545" r:id="rId34"/>
    <p:sldId id="521" r:id="rId35"/>
    <p:sldId id="546" r:id="rId36"/>
    <p:sldId id="547" r:id="rId37"/>
    <p:sldId id="548" r:id="rId38"/>
    <p:sldId id="488" r:id="rId39"/>
    <p:sldId id="516" r:id="rId40"/>
    <p:sldId id="489" r:id="rId41"/>
    <p:sldId id="517" r:id="rId42"/>
    <p:sldId id="490" r:id="rId43"/>
    <p:sldId id="491" r:id="rId44"/>
    <p:sldId id="492" r:id="rId45"/>
    <p:sldId id="493" r:id="rId46"/>
    <p:sldId id="494" r:id="rId47"/>
    <p:sldId id="495" r:id="rId48"/>
    <p:sldId id="496" r:id="rId49"/>
    <p:sldId id="498" r:id="rId50"/>
  </p:sldIdLst>
  <p:sldSz cx="9144000" cy="6858000" type="screen4x3"/>
  <p:notesSz cx="6858000" cy="9144000"/>
  <p:embeddedFontLst>
    <p:embeddedFont>
      <p:font typeface="Gill Sans MT" panose="020B0502020104020203" pitchFamily="34" charset="0"/>
      <p:regular r:id="rId53"/>
      <p:bold r:id="rId54"/>
      <p:italic r:id="rId55"/>
      <p:boldItalic r:id="rId56"/>
    </p:embeddedFont>
    <p:embeddedFont>
      <p:font typeface="Noto Sans Symbols" panose="020B0604020202020204" charset="0"/>
      <p:regular r:id="rId57"/>
      <p:bold r:id="rId58"/>
      <p:italic r:id="rId59"/>
      <p:boldItalic r:id="rId60"/>
    </p:embeddedFont>
    <p:embeddedFont>
      <p:font typeface="Verdana" panose="020B0604030504040204" pitchFamily="34" charset="0"/>
      <p:regular r:id="rId61"/>
      <p:bold r:id="rId62"/>
      <p:italic r:id="rId63"/>
      <p:boldItalic r:id="rId64"/>
    </p:embeddedFont>
    <p:embeddedFont>
      <p:font typeface="Wingdings 2" panose="05020102010507070707" pitchFamily="18" charset="2"/>
      <p:regular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2" pos="295" userDrawn="1">
          <p15:clr>
            <a:srgbClr val="A4A3A4"/>
          </p15:clr>
        </p15:guide>
        <p15:guide id="4" orient="horz" pos="119" userDrawn="1">
          <p15:clr>
            <a:srgbClr val="A4A3A4"/>
          </p15:clr>
        </p15:guide>
        <p15:guide id="6" orient="horz" pos="981" userDrawn="1">
          <p15:clr>
            <a:srgbClr val="A4A3A4"/>
          </p15:clr>
        </p15:guide>
        <p15:guide id="9" pos="5465" userDrawn="1">
          <p15:clr>
            <a:srgbClr val="A4A3A4"/>
          </p15:clr>
        </p15:guide>
        <p15:guide id="10" orient="horz" pos="3952" userDrawn="1">
          <p15:clr>
            <a:srgbClr val="A4A3A4"/>
          </p15:clr>
        </p15:guide>
        <p15:guide id="11" orient="horz" pos="82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693A27-D55F-4457-99BC-6E4E9F583940}" v="14" dt="2026-02-06T00:13:12.230"/>
  </p1510:revLst>
</p1510:revInfo>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485" autoAdjust="0"/>
    <p:restoredTop sz="82299" autoAdjust="0"/>
  </p:normalViewPr>
  <p:slideViewPr>
    <p:cSldViewPr snapToGrid="0" snapToObjects="1">
      <p:cViewPr varScale="1">
        <p:scale>
          <a:sx n="57" d="100"/>
          <a:sy n="57" d="100"/>
        </p:scale>
        <p:origin x="1880" y="48"/>
      </p:cViewPr>
      <p:guideLst>
        <p:guide pos="295"/>
        <p:guide orient="horz" pos="119"/>
        <p:guide orient="horz" pos="981"/>
        <p:guide pos="5465"/>
        <p:guide orient="horz" pos="3952"/>
        <p:guide orient="horz" pos="822"/>
      </p:guideLst>
    </p:cSldViewPr>
  </p:slideViewPr>
  <p:outlineViewPr>
    <p:cViewPr>
      <p:scale>
        <a:sx n="33" d="100"/>
        <a:sy n="33" d="100"/>
      </p:scale>
      <p:origin x="0" y="-32364"/>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11.fntdata"/><Relationship Id="rId68" Type="http://schemas.openxmlformats.org/officeDocument/2006/relationships/viewProps" Target="viewProps.xml"/><Relationship Id="rId7" Type="http://schemas.openxmlformats.org/officeDocument/2006/relationships/slide" Target="slides/slide4.xml"/><Relationship Id="rId71"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commentAuthors" Target="commentAuthors.xml"/><Relationship Id="rId5" Type="http://schemas.openxmlformats.org/officeDocument/2006/relationships/slide" Target="slides/slide2.xml"/><Relationship Id="rId61" Type="http://schemas.openxmlformats.org/officeDocument/2006/relationships/font" Target="fonts/font9.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notesMaster" Target="notesMasters/notesMaster1.xml"/><Relationship Id="rId72" Type="http://schemas.microsoft.com/office/2015/10/relationships/revisionInfo" Target="revisionInfo.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7.fntdata"/><Relationship Id="rId67"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font" Target="fonts/font2.fntdata"/><Relationship Id="rId62" Type="http://schemas.openxmlformats.org/officeDocument/2006/relationships/font" Target="fonts/font10.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font" Target="fonts/font5.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handoutMaster" Target="handoutMasters/handoutMaster1.xml"/><Relationship Id="rId60" Type="http://schemas.openxmlformats.org/officeDocument/2006/relationships/font" Target="fonts/font8.fntdata"/><Relationship Id="rId65" Type="http://schemas.openxmlformats.org/officeDocument/2006/relationships/font" Target="fonts/font13.fntdata"/><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font" Target="fonts/font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ther McCartney" userId="003ee287-b963-4216-80c2-e989f2d52a36" providerId="ADAL" clId="{60D34955-58AA-448D-AB0D-989AB19BD28A}"/>
    <pc:docChg chg="undo custSel addSld delSld modSld">
      <pc:chgData name="Esther McCartney" userId="003ee287-b963-4216-80c2-e989f2d52a36" providerId="ADAL" clId="{60D34955-58AA-448D-AB0D-989AB19BD28A}" dt="2026-02-06T00:13:19.512" v="1254" actId="20577"/>
      <pc:docMkLst>
        <pc:docMk/>
      </pc:docMkLst>
      <pc:sldChg chg="addSp modSp mod">
        <pc:chgData name="Esther McCartney" userId="003ee287-b963-4216-80c2-e989f2d52a36" providerId="ADAL" clId="{60D34955-58AA-448D-AB0D-989AB19BD28A}" dt="2026-02-05T07:16:20.462" v="590" actId="1076"/>
        <pc:sldMkLst>
          <pc:docMk/>
          <pc:sldMk cId="1703878094" sldId="331"/>
        </pc:sldMkLst>
        <pc:spChg chg="mod">
          <ac:chgData name="Esther McCartney" userId="003ee287-b963-4216-80c2-e989f2d52a36" providerId="ADAL" clId="{60D34955-58AA-448D-AB0D-989AB19BD28A}" dt="2026-02-05T07:15:52.495" v="582" actId="5793"/>
          <ac:spMkLst>
            <pc:docMk/>
            <pc:sldMk cId="1703878094" sldId="331"/>
            <ac:spMk id="2" creationId="{00000000-0000-0000-0000-000000000000}"/>
          </ac:spMkLst>
        </pc:spChg>
        <pc:spChg chg="add mod">
          <ac:chgData name="Esther McCartney" userId="003ee287-b963-4216-80c2-e989f2d52a36" providerId="ADAL" clId="{60D34955-58AA-448D-AB0D-989AB19BD28A}" dt="2026-02-05T07:16:20.462" v="590" actId="1076"/>
          <ac:spMkLst>
            <pc:docMk/>
            <pc:sldMk cId="1703878094" sldId="331"/>
            <ac:spMk id="4" creationId="{6247B50A-8EB1-35AA-E9C5-BCE34C38B8C4}"/>
          </ac:spMkLst>
        </pc:spChg>
        <pc:graphicFrameChg chg="mod">
          <ac:chgData name="Esther McCartney" userId="003ee287-b963-4216-80c2-e989f2d52a36" providerId="ADAL" clId="{60D34955-58AA-448D-AB0D-989AB19BD28A}" dt="2026-02-05T07:15:56.476" v="583" actId="1076"/>
          <ac:graphicFrameMkLst>
            <pc:docMk/>
            <pc:sldMk cId="1703878094" sldId="331"/>
            <ac:graphicFrameMk id="3" creationId="{DEA7D84F-28B5-C102-CFA5-458E172964F9}"/>
          </ac:graphicFrameMkLst>
        </pc:graphicFrameChg>
      </pc:sldChg>
      <pc:sldChg chg="add del">
        <pc:chgData name="Esther McCartney" userId="003ee287-b963-4216-80c2-e989f2d52a36" providerId="ADAL" clId="{60D34955-58AA-448D-AB0D-989AB19BD28A}" dt="2026-02-06T00:13:12.214" v="1237"/>
        <pc:sldMkLst>
          <pc:docMk/>
          <pc:sldMk cId="1645435179" sldId="434"/>
        </pc:sldMkLst>
      </pc:sldChg>
      <pc:sldChg chg="del">
        <pc:chgData name="Esther McCartney" userId="003ee287-b963-4216-80c2-e989f2d52a36" providerId="ADAL" clId="{60D34955-58AA-448D-AB0D-989AB19BD28A}" dt="2026-02-05T07:17:48.946" v="618" actId="2696"/>
        <pc:sldMkLst>
          <pc:docMk/>
          <pc:sldMk cId="2976607411" sldId="468"/>
        </pc:sldMkLst>
      </pc:sldChg>
      <pc:sldChg chg="addSp modSp mod setBg">
        <pc:chgData name="Esther McCartney" userId="003ee287-b963-4216-80c2-e989f2d52a36" providerId="ADAL" clId="{60D34955-58AA-448D-AB0D-989AB19BD28A}" dt="2026-02-05T06:31:02.638" v="180" actId="113"/>
        <pc:sldMkLst>
          <pc:docMk/>
          <pc:sldMk cId="3755975815" sldId="469"/>
        </pc:sldMkLst>
        <pc:spChg chg="mod">
          <ac:chgData name="Esther McCartney" userId="003ee287-b963-4216-80c2-e989f2d52a36" providerId="ADAL" clId="{60D34955-58AA-448D-AB0D-989AB19BD28A}" dt="2026-02-05T06:31:02.638" v="180" actId="113"/>
          <ac:spMkLst>
            <pc:docMk/>
            <pc:sldMk cId="3755975815" sldId="469"/>
            <ac:spMk id="3" creationId="{3E735150-9828-4453-F8F1-B7371D749792}"/>
          </ac:spMkLst>
        </pc:spChg>
      </pc:sldChg>
      <pc:sldChg chg="modSp mod">
        <pc:chgData name="Esther McCartney" userId="003ee287-b963-4216-80c2-e989f2d52a36" providerId="ADAL" clId="{60D34955-58AA-448D-AB0D-989AB19BD28A}" dt="2026-02-05T06:31:51.594" v="187" actId="403"/>
        <pc:sldMkLst>
          <pc:docMk/>
          <pc:sldMk cId="3830385773" sldId="470"/>
        </pc:sldMkLst>
        <pc:spChg chg="mod">
          <ac:chgData name="Esther McCartney" userId="003ee287-b963-4216-80c2-e989f2d52a36" providerId="ADAL" clId="{60D34955-58AA-448D-AB0D-989AB19BD28A}" dt="2026-02-05T06:31:51.594" v="187" actId="403"/>
          <ac:spMkLst>
            <pc:docMk/>
            <pc:sldMk cId="3830385773" sldId="470"/>
            <ac:spMk id="3" creationId="{3E735150-9828-4453-F8F1-B7371D749792}"/>
          </ac:spMkLst>
        </pc:spChg>
      </pc:sldChg>
      <pc:sldChg chg="modSp mod">
        <pc:chgData name="Esther McCartney" userId="003ee287-b963-4216-80c2-e989f2d52a36" providerId="ADAL" clId="{60D34955-58AA-448D-AB0D-989AB19BD28A}" dt="2026-02-05T06:32:36.039" v="196" actId="403"/>
        <pc:sldMkLst>
          <pc:docMk/>
          <pc:sldMk cId="3080856556" sldId="471"/>
        </pc:sldMkLst>
        <pc:spChg chg="mod">
          <ac:chgData name="Esther McCartney" userId="003ee287-b963-4216-80c2-e989f2d52a36" providerId="ADAL" clId="{60D34955-58AA-448D-AB0D-989AB19BD28A}" dt="2026-02-05T06:32:36.039" v="196" actId="403"/>
          <ac:spMkLst>
            <pc:docMk/>
            <pc:sldMk cId="3080856556" sldId="471"/>
            <ac:spMk id="3" creationId="{3E735150-9828-4453-F8F1-B7371D749792}"/>
          </ac:spMkLst>
        </pc:spChg>
      </pc:sldChg>
      <pc:sldChg chg="modSp mod">
        <pc:chgData name="Esther McCartney" userId="003ee287-b963-4216-80c2-e989f2d52a36" providerId="ADAL" clId="{60D34955-58AA-448D-AB0D-989AB19BD28A}" dt="2026-02-05T06:32:50.616" v="207" actId="20577"/>
        <pc:sldMkLst>
          <pc:docMk/>
          <pc:sldMk cId="1329771912" sldId="472"/>
        </pc:sldMkLst>
        <pc:graphicFrameChg chg="modGraphic">
          <ac:chgData name="Esther McCartney" userId="003ee287-b963-4216-80c2-e989f2d52a36" providerId="ADAL" clId="{60D34955-58AA-448D-AB0D-989AB19BD28A}" dt="2026-02-05T06:32:50.616" v="207" actId="20577"/>
          <ac:graphicFrameMkLst>
            <pc:docMk/>
            <pc:sldMk cId="1329771912" sldId="472"/>
            <ac:graphicFrameMk id="8" creationId="{1C556C5A-FCFF-8CB2-4CC8-746300BE9D7C}"/>
          </ac:graphicFrameMkLst>
        </pc:graphicFrameChg>
      </pc:sldChg>
      <pc:sldChg chg="del">
        <pc:chgData name="Esther McCartney" userId="003ee287-b963-4216-80c2-e989f2d52a36" providerId="ADAL" clId="{60D34955-58AA-448D-AB0D-989AB19BD28A}" dt="2026-02-05T07:18:37.787" v="619" actId="2696"/>
        <pc:sldMkLst>
          <pc:docMk/>
          <pc:sldMk cId="1856116646" sldId="474"/>
        </pc:sldMkLst>
      </pc:sldChg>
      <pc:sldChg chg="addSp delSp modSp del mod">
        <pc:chgData name="Esther McCartney" userId="003ee287-b963-4216-80c2-e989f2d52a36" providerId="ADAL" clId="{60D34955-58AA-448D-AB0D-989AB19BD28A}" dt="2026-02-05T07:04:03.904" v="436" actId="2696"/>
        <pc:sldMkLst>
          <pc:docMk/>
          <pc:sldMk cId="170673407" sldId="476"/>
        </pc:sldMkLst>
        <pc:spChg chg="add del mod">
          <ac:chgData name="Esther McCartney" userId="003ee287-b963-4216-80c2-e989f2d52a36" providerId="ADAL" clId="{60D34955-58AA-448D-AB0D-989AB19BD28A}" dt="2026-02-05T07:02:00.106" v="312" actId="478"/>
          <ac:spMkLst>
            <pc:docMk/>
            <pc:sldMk cId="170673407" sldId="476"/>
            <ac:spMk id="3" creationId="{E6BE434D-459A-9862-00F7-9C72A6659291}"/>
          </ac:spMkLst>
        </pc:spChg>
        <pc:spChg chg="mod">
          <ac:chgData name="Esther McCartney" userId="003ee287-b963-4216-80c2-e989f2d52a36" providerId="ADAL" clId="{60D34955-58AA-448D-AB0D-989AB19BD28A}" dt="2026-02-05T07:01:52.809" v="310" actId="1076"/>
          <ac:spMkLst>
            <pc:docMk/>
            <pc:sldMk cId="170673407" sldId="476"/>
            <ac:spMk id="29" creationId="{00000000-0000-0000-0000-000000000000}"/>
          </ac:spMkLst>
        </pc:spChg>
        <pc:spChg chg="del">
          <ac:chgData name="Esther McCartney" userId="003ee287-b963-4216-80c2-e989f2d52a36" providerId="ADAL" clId="{60D34955-58AA-448D-AB0D-989AB19BD28A}" dt="2026-02-05T07:01:57.423" v="311" actId="478"/>
          <ac:spMkLst>
            <pc:docMk/>
            <pc:sldMk cId="170673407" sldId="476"/>
            <ac:spMk id="30" creationId="{00000000-0000-0000-0000-000000000000}"/>
          </ac:spMkLst>
        </pc:spChg>
      </pc:sldChg>
      <pc:sldChg chg="del">
        <pc:chgData name="Esther McCartney" userId="003ee287-b963-4216-80c2-e989f2d52a36" providerId="ADAL" clId="{60D34955-58AA-448D-AB0D-989AB19BD28A}" dt="2026-02-05T06:59:15.181" v="289" actId="2696"/>
        <pc:sldMkLst>
          <pc:docMk/>
          <pc:sldMk cId="663624728" sldId="477"/>
        </pc:sldMkLst>
      </pc:sldChg>
      <pc:sldChg chg="modSp del mod">
        <pc:chgData name="Esther McCartney" userId="003ee287-b963-4216-80c2-e989f2d52a36" providerId="ADAL" clId="{60D34955-58AA-448D-AB0D-989AB19BD28A}" dt="2026-02-05T07:05:00.239" v="464" actId="2696"/>
        <pc:sldMkLst>
          <pc:docMk/>
          <pc:sldMk cId="3150683424" sldId="478"/>
        </pc:sldMkLst>
        <pc:spChg chg="mod">
          <ac:chgData name="Esther McCartney" userId="003ee287-b963-4216-80c2-e989f2d52a36" providerId="ADAL" clId="{60D34955-58AA-448D-AB0D-989AB19BD28A}" dt="2026-02-05T06:59:27.995" v="293" actId="20577"/>
          <ac:spMkLst>
            <pc:docMk/>
            <pc:sldMk cId="3150683424" sldId="478"/>
            <ac:spMk id="3" creationId="{3E735150-9828-4453-F8F1-B7371D749792}"/>
          </ac:spMkLst>
        </pc:spChg>
        <pc:spChg chg="mod">
          <ac:chgData name="Esther McCartney" userId="003ee287-b963-4216-80c2-e989f2d52a36" providerId="ADAL" clId="{60D34955-58AA-448D-AB0D-989AB19BD28A}" dt="2026-02-05T06:59:54.028" v="297" actId="20577"/>
          <ac:spMkLst>
            <pc:docMk/>
            <pc:sldMk cId="3150683424" sldId="478"/>
            <ac:spMk id="6" creationId="{9D81D9B5-B3AD-C56A-7714-EA8E7E9498E7}"/>
          </ac:spMkLst>
        </pc:spChg>
      </pc:sldChg>
      <pc:sldChg chg="modSp mod">
        <pc:chgData name="Esther McCartney" userId="003ee287-b963-4216-80c2-e989f2d52a36" providerId="ADAL" clId="{60D34955-58AA-448D-AB0D-989AB19BD28A}" dt="2026-02-05T07:01:27.551" v="309" actId="20577"/>
        <pc:sldMkLst>
          <pc:docMk/>
          <pc:sldMk cId="2269364743" sldId="479"/>
        </pc:sldMkLst>
        <pc:spChg chg="mod">
          <ac:chgData name="Esther McCartney" userId="003ee287-b963-4216-80c2-e989f2d52a36" providerId="ADAL" clId="{60D34955-58AA-448D-AB0D-989AB19BD28A}" dt="2026-02-05T07:00:17.409" v="298" actId="20577"/>
          <ac:spMkLst>
            <pc:docMk/>
            <pc:sldMk cId="2269364743" sldId="479"/>
            <ac:spMk id="3" creationId="{3E735150-9828-4453-F8F1-B7371D749792}"/>
          </ac:spMkLst>
        </pc:spChg>
        <pc:spChg chg="mod">
          <ac:chgData name="Esther McCartney" userId="003ee287-b963-4216-80c2-e989f2d52a36" providerId="ADAL" clId="{60D34955-58AA-448D-AB0D-989AB19BD28A}" dt="2026-02-05T07:01:27.551" v="309" actId="20577"/>
          <ac:spMkLst>
            <pc:docMk/>
            <pc:sldMk cId="2269364743" sldId="479"/>
            <ac:spMk id="6" creationId="{9D81D9B5-B3AD-C56A-7714-EA8E7E9498E7}"/>
          </ac:spMkLst>
        </pc:spChg>
      </pc:sldChg>
      <pc:sldChg chg="modSp mod">
        <pc:chgData name="Esther McCartney" userId="003ee287-b963-4216-80c2-e989f2d52a36" providerId="ADAL" clId="{60D34955-58AA-448D-AB0D-989AB19BD28A}" dt="2026-02-05T07:05:35.592" v="469" actId="403"/>
        <pc:sldMkLst>
          <pc:docMk/>
          <pc:sldMk cId="2903260311" sldId="480"/>
        </pc:sldMkLst>
        <pc:spChg chg="mod">
          <ac:chgData name="Esther McCartney" userId="003ee287-b963-4216-80c2-e989f2d52a36" providerId="ADAL" clId="{60D34955-58AA-448D-AB0D-989AB19BD28A}" dt="2026-02-05T07:05:35.592" v="469" actId="403"/>
          <ac:spMkLst>
            <pc:docMk/>
            <pc:sldMk cId="2903260311" sldId="480"/>
            <ac:spMk id="3" creationId="{3E735150-9828-4453-F8F1-B7371D749792}"/>
          </ac:spMkLst>
        </pc:spChg>
      </pc:sldChg>
      <pc:sldChg chg="addSp delSp modSp mod setBg">
        <pc:chgData name="Esther McCartney" userId="003ee287-b963-4216-80c2-e989f2d52a36" providerId="ADAL" clId="{60D34955-58AA-448D-AB0D-989AB19BD28A}" dt="2026-02-05T07:07:19.555" v="540" actId="20577"/>
        <pc:sldMkLst>
          <pc:docMk/>
          <pc:sldMk cId="2512727397" sldId="481"/>
        </pc:sldMkLst>
        <pc:spChg chg="del mod">
          <ac:chgData name="Esther McCartney" userId="003ee287-b963-4216-80c2-e989f2d52a36" providerId="ADAL" clId="{60D34955-58AA-448D-AB0D-989AB19BD28A}" dt="2026-02-05T07:06:54.148" v="528" actId="26606"/>
          <ac:spMkLst>
            <pc:docMk/>
            <pc:sldMk cId="2512727397" sldId="481"/>
            <ac:spMk id="3" creationId="{3E735150-9828-4453-F8F1-B7371D749792}"/>
          </ac:spMkLst>
        </pc:spChg>
        <pc:spChg chg="mod">
          <ac:chgData name="Esther McCartney" userId="003ee287-b963-4216-80c2-e989f2d52a36" providerId="ADAL" clId="{60D34955-58AA-448D-AB0D-989AB19BD28A}" dt="2026-02-05T07:06:54.148" v="528" actId="26606"/>
          <ac:spMkLst>
            <pc:docMk/>
            <pc:sldMk cId="2512727397" sldId="481"/>
            <ac:spMk id="6" creationId="{9D81D9B5-B3AD-C56A-7714-EA8E7E9498E7}"/>
          </ac:spMkLst>
        </pc:spChg>
        <pc:spChg chg="add">
          <ac:chgData name="Esther McCartney" userId="003ee287-b963-4216-80c2-e989f2d52a36" providerId="ADAL" clId="{60D34955-58AA-448D-AB0D-989AB19BD28A}" dt="2026-02-05T07:06:54.148" v="528" actId="26606"/>
          <ac:spMkLst>
            <pc:docMk/>
            <pc:sldMk cId="2512727397" sldId="481"/>
            <ac:spMk id="12" creationId="{18FD5326-9F0A-481B-8415-14B6BFB852CF}"/>
          </ac:spMkLst>
        </pc:spChg>
        <pc:spChg chg="add">
          <ac:chgData name="Esther McCartney" userId="003ee287-b963-4216-80c2-e989f2d52a36" providerId="ADAL" clId="{60D34955-58AA-448D-AB0D-989AB19BD28A}" dt="2026-02-05T07:06:54.148" v="528" actId="26606"/>
          <ac:spMkLst>
            <pc:docMk/>
            <pc:sldMk cId="2512727397" sldId="481"/>
            <ac:spMk id="14" creationId="{7A268CD7-AFA8-49FF-8494-036157361BFF}"/>
          </ac:spMkLst>
        </pc:spChg>
        <pc:spChg chg="add">
          <ac:chgData name="Esther McCartney" userId="003ee287-b963-4216-80c2-e989f2d52a36" providerId="ADAL" clId="{60D34955-58AA-448D-AB0D-989AB19BD28A}" dt="2026-02-05T07:06:54.148" v="528" actId="26606"/>
          <ac:spMkLst>
            <pc:docMk/>
            <pc:sldMk cId="2512727397" sldId="481"/>
            <ac:spMk id="16" creationId="{A0897FCD-4816-4E4A-A524-078453D8706E}"/>
          </ac:spMkLst>
        </pc:spChg>
        <pc:spChg chg="add">
          <ac:chgData name="Esther McCartney" userId="003ee287-b963-4216-80c2-e989f2d52a36" providerId="ADAL" clId="{60D34955-58AA-448D-AB0D-989AB19BD28A}" dt="2026-02-05T07:06:54.148" v="528" actId="26606"/>
          <ac:spMkLst>
            <pc:docMk/>
            <pc:sldMk cId="2512727397" sldId="481"/>
            <ac:spMk id="18" creationId="{2ED953D6-5A73-4461-BB18-1E759E7A638E}"/>
          </ac:spMkLst>
        </pc:spChg>
        <pc:graphicFrameChg chg="add modGraphic">
          <ac:chgData name="Esther McCartney" userId="003ee287-b963-4216-80c2-e989f2d52a36" providerId="ADAL" clId="{60D34955-58AA-448D-AB0D-989AB19BD28A}" dt="2026-02-05T07:07:19.555" v="540" actId="20577"/>
          <ac:graphicFrameMkLst>
            <pc:docMk/>
            <pc:sldMk cId="2512727397" sldId="481"/>
            <ac:graphicFrameMk id="8" creationId="{AB54AA1F-77D8-A9D4-7542-7E33820F34A4}"/>
          </ac:graphicFrameMkLst>
        </pc:graphicFrameChg>
      </pc:sldChg>
      <pc:sldChg chg="modSp mod">
        <pc:chgData name="Esther McCartney" userId="003ee287-b963-4216-80c2-e989f2d52a36" providerId="ADAL" clId="{60D34955-58AA-448D-AB0D-989AB19BD28A}" dt="2026-02-05T07:07:37.357" v="541" actId="20577"/>
        <pc:sldMkLst>
          <pc:docMk/>
          <pc:sldMk cId="759625900" sldId="482"/>
        </pc:sldMkLst>
        <pc:spChg chg="mod">
          <ac:chgData name="Esther McCartney" userId="003ee287-b963-4216-80c2-e989f2d52a36" providerId="ADAL" clId="{60D34955-58AA-448D-AB0D-989AB19BD28A}" dt="2026-02-05T07:07:37.357" v="541" actId="20577"/>
          <ac:spMkLst>
            <pc:docMk/>
            <pc:sldMk cId="759625900" sldId="482"/>
            <ac:spMk id="3" creationId="{3E735150-9828-4453-F8F1-B7371D749792}"/>
          </ac:spMkLst>
        </pc:spChg>
      </pc:sldChg>
      <pc:sldChg chg="addSp delSp modSp mod setBg">
        <pc:chgData name="Esther McCartney" userId="003ee287-b963-4216-80c2-e989f2d52a36" providerId="ADAL" clId="{60D34955-58AA-448D-AB0D-989AB19BD28A}" dt="2026-02-05T07:20:48.391" v="622" actId="14100"/>
        <pc:sldMkLst>
          <pc:docMk/>
          <pc:sldMk cId="721514751" sldId="486"/>
        </pc:sldMkLst>
        <pc:spChg chg="mod">
          <ac:chgData name="Esther McCartney" userId="003ee287-b963-4216-80c2-e989f2d52a36" providerId="ADAL" clId="{60D34955-58AA-448D-AB0D-989AB19BD28A}" dt="2026-02-05T07:20:48.391" v="622" actId="14100"/>
          <ac:spMkLst>
            <pc:docMk/>
            <pc:sldMk cId="721514751" sldId="486"/>
            <ac:spMk id="3" creationId="{3E735150-9828-4453-F8F1-B7371D749792}"/>
          </ac:spMkLst>
        </pc:spChg>
        <pc:spChg chg="mod">
          <ac:chgData name="Esther McCartney" userId="003ee287-b963-4216-80c2-e989f2d52a36" providerId="ADAL" clId="{60D34955-58AA-448D-AB0D-989AB19BD28A}" dt="2026-02-05T07:13:21.523" v="575" actId="26606"/>
          <ac:spMkLst>
            <pc:docMk/>
            <pc:sldMk cId="721514751" sldId="486"/>
            <ac:spMk id="6" creationId="{9D81D9B5-B3AD-C56A-7714-EA8E7E9498E7}"/>
          </ac:spMkLst>
        </pc:spChg>
        <pc:spChg chg="del">
          <ac:chgData name="Esther McCartney" userId="003ee287-b963-4216-80c2-e989f2d52a36" providerId="ADAL" clId="{60D34955-58AA-448D-AB0D-989AB19BD28A}" dt="2026-02-05T07:13:21.523" v="575" actId="26606"/>
          <ac:spMkLst>
            <pc:docMk/>
            <pc:sldMk cId="721514751" sldId="486"/>
            <ac:spMk id="29" creationId="{24E4445D-D137-4867-B463-009D641E9852}"/>
          </ac:spMkLst>
        </pc:spChg>
        <pc:spChg chg="del">
          <ac:chgData name="Esther McCartney" userId="003ee287-b963-4216-80c2-e989f2d52a36" providerId="ADAL" clId="{60D34955-58AA-448D-AB0D-989AB19BD28A}" dt="2026-02-05T07:13:21.523" v="575" actId="26606"/>
          <ac:spMkLst>
            <pc:docMk/>
            <pc:sldMk cId="721514751" sldId="486"/>
            <ac:spMk id="30" creationId="{9239343D-682B-4C59-A34A-69D332A71C38}"/>
          </ac:spMkLst>
        </pc:spChg>
        <pc:spChg chg="del">
          <ac:chgData name="Esther McCartney" userId="003ee287-b963-4216-80c2-e989f2d52a36" providerId="ADAL" clId="{60D34955-58AA-448D-AB0D-989AB19BD28A}" dt="2026-02-05T07:13:21.523" v="575" actId="26606"/>
          <ac:spMkLst>
            <pc:docMk/>
            <pc:sldMk cId="721514751" sldId="486"/>
            <ac:spMk id="31" creationId="{D70130DC-F780-43D2-B26A-92EACD78951B}"/>
          </ac:spMkLst>
        </pc:spChg>
        <pc:spChg chg="del">
          <ac:chgData name="Esther McCartney" userId="003ee287-b963-4216-80c2-e989f2d52a36" providerId="ADAL" clId="{60D34955-58AA-448D-AB0D-989AB19BD28A}" dt="2026-02-05T07:13:21.523" v="575" actId="26606"/>
          <ac:spMkLst>
            <pc:docMk/>
            <pc:sldMk cId="721514751" sldId="486"/>
            <ac:spMk id="32" creationId="{17676E0E-5B44-4166-8EDD-CFDBAC622C26}"/>
          </ac:spMkLst>
        </pc:spChg>
        <pc:spChg chg="add">
          <ac:chgData name="Esther McCartney" userId="003ee287-b963-4216-80c2-e989f2d52a36" providerId="ADAL" clId="{60D34955-58AA-448D-AB0D-989AB19BD28A}" dt="2026-02-05T07:13:21.523" v="575" actId="26606"/>
          <ac:spMkLst>
            <pc:docMk/>
            <pc:sldMk cId="721514751" sldId="486"/>
            <ac:spMk id="39" creationId="{31A3DFEF-67D3-4CCE-BFE8-397D542A4844}"/>
          </ac:spMkLst>
        </pc:spChg>
        <pc:spChg chg="add">
          <ac:chgData name="Esther McCartney" userId="003ee287-b963-4216-80c2-e989f2d52a36" providerId="ADAL" clId="{60D34955-58AA-448D-AB0D-989AB19BD28A}" dt="2026-02-05T07:13:21.523" v="575" actId="26606"/>
          <ac:spMkLst>
            <pc:docMk/>
            <pc:sldMk cId="721514751" sldId="486"/>
            <ac:spMk id="41" creationId="{24E4445D-D137-4867-B463-009D641E9852}"/>
          </ac:spMkLst>
        </pc:spChg>
        <pc:spChg chg="add">
          <ac:chgData name="Esther McCartney" userId="003ee287-b963-4216-80c2-e989f2d52a36" providerId="ADAL" clId="{60D34955-58AA-448D-AB0D-989AB19BD28A}" dt="2026-02-05T07:13:21.523" v="575" actId="26606"/>
          <ac:spMkLst>
            <pc:docMk/>
            <pc:sldMk cId="721514751" sldId="486"/>
            <ac:spMk id="43" creationId="{9239343D-682B-4C59-A34A-69D332A71C38}"/>
          </ac:spMkLst>
        </pc:spChg>
        <pc:spChg chg="add">
          <ac:chgData name="Esther McCartney" userId="003ee287-b963-4216-80c2-e989f2d52a36" providerId="ADAL" clId="{60D34955-58AA-448D-AB0D-989AB19BD28A}" dt="2026-02-05T07:13:21.523" v="575" actId="26606"/>
          <ac:spMkLst>
            <pc:docMk/>
            <pc:sldMk cId="721514751" sldId="486"/>
            <ac:spMk id="45" creationId="{B373F125-DEF3-41D6-9918-AB21A2ACC37A}"/>
          </ac:spMkLst>
        </pc:spChg>
        <pc:spChg chg="add">
          <ac:chgData name="Esther McCartney" userId="003ee287-b963-4216-80c2-e989f2d52a36" providerId="ADAL" clId="{60D34955-58AA-448D-AB0D-989AB19BD28A}" dt="2026-02-05T07:13:21.523" v="575" actId="26606"/>
          <ac:spMkLst>
            <pc:docMk/>
            <pc:sldMk cId="721514751" sldId="486"/>
            <ac:spMk id="47" creationId="{71E9F226-EB6E-48C9-ADDA-636DE4BF4EBE}"/>
          </ac:spMkLst>
        </pc:spChg>
      </pc:sldChg>
      <pc:sldChg chg="addSp delSp modSp mod">
        <pc:chgData name="Esther McCartney" userId="003ee287-b963-4216-80c2-e989f2d52a36" providerId="ADAL" clId="{60D34955-58AA-448D-AB0D-989AB19BD28A}" dt="2026-02-05T07:14:49.448" v="579" actId="26606"/>
        <pc:sldMkLst>
          <pc:docMk/>
          <pc:sldMk cId="3074950833" sldId="488"/>
        </pc:sldMkLst>
        <pc:spChg chg="mod">
          <ac:chgData name="Esther McCartney" userId="003ee287-b963-4216-80c2-e989f2d52a36" providerId="ADAL" clId="{60D34955-58AA-448D-AB0D-989AB19BD28A}" dt="2026-02-05T07:14:49.448" v="579" actId="26606"/>
          <ac:spMkLst>
            <pc:docMk/>
            <pc:sldMk cId="3074950833" sldId="488"/>
            <ac:spMk id="3" creationId="{3E735150-9828-4453-F8F1-B7371D749792}"/>
          </ac:spMkLst>
        </pc:spChg>
        <pc:spChg chg="mod">
          <ac:chgData name="Esther McCartney" userId="003ee287-b963-4216-80c2-e989f2d52a36" providerId="ADAL" clId="{60D34955-58AA-448D-AB0D-989AB19BD28A}" dt="2026-02-05T07:14:49.448" v="579" actId="26606"/>
          <ac:spMkLst>
            <pc:docMk/>
            <pc:sldMk cId="3074950833" sldId="488"/>
            <ac:spMk id="6" creationId="{9D81D9B5-B3AD-C56A-7714-EA8E7E9498E7}"/>
          </ac:spMkLst>
        </pc:spChg>
        <pc:spChg chg="del">
          <ac:chgData name="Esther McCartney" userId="003ee287-b963-4216-80c2-e989f2d52a36" providerId="ADAL" clId="{60D34955-58AA-448D-AB0D-989AB19BD28A}" dt="2026-02-05T07:14:49.448" v="579" actId="26606"/>
          <ac:spMkLst>
            <pc:docMk/>
            <pc:sldMk cId="3074950833" sldId="488"/>
            <ac:spMk id="11" creationId="{E3DD1ED9-7847-4E1F-8455-6A5ECF64619F}"/>
          </ac:spMkLst>
        </pc:spChg>
        <pc:spChg chg="del">
          <ac:chgData name="Esther McCartney" userId="003ee287-b963-4216-80c2-e989f2d52a36" providerId="ADAL" clId="{60D34955-58AA-448D-AB0D-989AB19BD28A}" dt="2026-02-05T07:14:49.448" v="579" actId="26606"/>
          <ac:spMkLst>
            <pc:docMk/>
            <pc:sldMk cId="3074950833" sldId="488"/>
            <ac:spMk id="13" creationId="{31A3DFEF-67D3-4CCE-BFE8-397D542A4844}"/>
          </ac:spMkLst>
        </pc:spChg>
        <pc:spChg chg="del">
          <ac:chgData name="Esther McCartney" userId="003ee287-b963-4216-80c2-e989f2d52a36" providerId="ADAL" clId="{60D34955-58AA-448D-AB0D-989AB19BD28A}" dt="2026-02-05T07:14:49.448" v="579" actId="26606"/>
          <ac:spMkLst>
            <pc:docMk/>
            <pc:sldMk cId="3074950833" sldId="488"/>
            <ac:spMk id="17" creationId="{9239343D-682B-4C59-A34A-69D332A71C38}"/>
          </ac:spMkLst>
        </pc:spChg>
        <pc:spChg chg="del">
          <ac:chgData name="Esther McCartney" userId="003ee287-b963-4216-80c2-e989f2d52a36" providerId="ADAL" clId="{60D34955-58AA-448D-AB0D-989AB19BD28A}" dt="2026-02-05T07:14:49.448" v="579" actId="26606"/>
          <ac:spMkLst>
            <pc:docMk/>
            <pc:sldMk cId="3074950833" sldId="488"/>
            <ac:spMk id="21" creationId="{54516B72-0116-42B2-82A2-B11218A36636}"/>
          </ac:spMkLst>
        </pc:spChg>
        <pc:spChg chg="del">
          <ac:chgData name="Esther McCartney" userId="003ee287-b963-4216-80c2-e989f2d52a36" providerId="ADAL" clId="{60D34955-58AA-448D-AB0D-989AB19BD28A}" dt="2026-02-05T07:14:49.448" v="579" actId="26606"/>
          <ac:spMkLst>
            <pc:docMk/>
            <pc:sldMk cId="3074950833" sldId="488"/>
            <ac:spMk id="25" creationId="{7AB1AE17-B7A3-4363-95CD-25441E2FF1F3}"/>
          </ac:spMkLst>
        </pc:spChg>
        <pc:spChg chg="add">
          <ac:chgData name="Esther McCartney" userId="003ee287-b963-4216-80c2-e989f2d52a36" providerId="ADAL" clId="{60D34955-58AA-448D-AB0D-989AB19BD28A}" dt="2026-02-05T07:14:49.448" v="579" actId="26606"/>
          <ac:spMkLst>
            <pc:docMk/>
            <pc:sldMk cId="3074950833" sldId="488"/>
            <ac:spMk id="32" creationId="{31A3DFEF-67D3-4CCE-BFE8-397D542A4844}"/>
          </ac:spMkLst>
        </pc:spChg>
        <pc:spChg chg="add">
          <ac:chgData name="Esther McCartney" userId="003ee287-b963-4216-80c2-e989f2d52a36" providerId="ADAL" clId="{60D34955-58AA-448D-AB0D-989AB19BD28A}" dt="2026-02-05T07:14:49.448" v="579" actId="26606"/>
          <ac:spMkLst>
            <pc:docMk/>
            <pc:sldMk cId="3074950833" sldId="488"/>
            <ac:spMk id="38" creationId="{B373F125-DEF3-41D6-9918-AB21A2ACC37A}"/>
          </ac:spMkLst>
        </pc:spChg>
        <pc:spChg chg="add">
          <ac:chgData name="Esther McCartney" userId="003ee287-b963-4216-80c2-e989f2d52a36" providerId="ADAL" clId="{60D34955-58AA-448D-AB0D-989AB19BD28A}" dt="2026-02-05T07:14:49.448" v="579" actId="26606"/>
          <ac:spMkLst>
            <pc:docMk/>
            <pc:sldMk cId="3074950833" sldId="488"/>
            <ac:spMk id="40" creationId="{71E9F226-EB6E-48C9-ADDA-636DE4BF4EBE}"/>
          </ac:spMkLst>
        </pc:spChg>
      </pc:sldChg>
      <pc:sldChg chg="modSp mod">
        <pc:chgData name="Esther McCartney" userId="003ee287-b963-4216-80c2-e989f2d52a36" providerId="ADAL" clId="{60D34955-58AA-448D-AB0D-989AB19BD28A}" dt="2026-02-05T07:28:03.814" v="623" actId="113"/>
        <pc:sldMkLst>
          <pc:docMk/>
          <pc:sldMk cId="56451537" sldId="489"/>
        </pc:sldMkLst>
        <pc:spChg chg="mod">
          <ac:chgData name="Esther McCartney" userId="003ee287-b963-4216-80c2-e989f2d52a36" providerId="ADAL" clId="{60D34955-58AA-448D-AB0D-989AB19BD28A}" dt="2026-02-05T07:28:03.814" v="623" actId="113"/>
          <ac:spMkLst>
            <pc:docMk/>
            <pc:sldMk cId="56451537" sldId="489"/>
            <ac:spMk id="3" creationId="{3E735150-9828-4453-F8F1-B7371D749792}"/>
          </ac:spMkLst>
        </pc:spChg>
      </pc:sldChg>
      <pc:sldChg chg="modSp mod">
        <pc:chgData name="Esther McCartney" userId="003ee287-b963-4216-80c2-e989f2d52a36" providerId="ADAL" clId="{60D34955-58AA-448D-AB0D-989AB19BD28A}" dt="2026-02-05T07:51:35.358" v="674" actId="14100"/>
        <pc:sldMkLst>
          <pc:docMk/>
          <pc:sldMk cId="1529084580" sldId="490"/>
        </pc:sldMkLst>
        <pc:spChg chg="mod">
          <ac:chgData name="Esther McCartney" userId="003ee287-b963-4216-80c2-e989f2d52a36" providerId="ADAL" clId="{60D34955-58AA-448D-AB0D-989AB19BD28A}" dt="2026-02-05T07:51:35.358" v="674" actId="14100"/>
          <ac:spMkLst>
            <pc:docMk/>
            <pc:sldMk cId="1529084580" sldId="490"/>
            <ac:spMk id="3" creationId="{3E735150-9828-4453-F8F1-B7371D749792}"/>
          </ac:spMkLst>
        </pc:spChg>
      </pc:sldChg>
      <pc:sldChg chg="addSp delSp modSp mod setBg setClrOvrMap">
        <pc:chgData name="Esther McCartney" userId="003ee287-b963-4216-80c2-e989f2d52a36" providerId="ADAL" clId="{60D34955-58AA-448D-AB0D-989AB19BD28A}" dt="2026-02-05T07:53:02.576" v="811" actId="20577"/>
        <pc:sldMkLst>
          <pc:docMk/>
          <pc:sldMk cId="115821790" sldId="491"/>
        </pc:sldMkLst>
        <pc:spChg chg="mod">
          <ac:chgData name="Esther McCartney" userId="003ee287-b963-4216-80c2-e989f2d52a36" providerId="ADAL" clId="{60D34955-58AA-448D-AB0D-989AB19BD28A}" dt="2026-02-05T07:53:02.576" v="811" actId="20577"/>
          <ac:spMkLst>
            <pc:docMk/>
            <pc:sldMk cId="115821790" sldId="491"/>
            <ac:spMk id="6" creationId="{9D81D9B5-B3AD-C56A-7714-EA8E7E9498E7}"/>
          </ac:spMkLst>
        </pc:spChg>
        <pc:spChg chg="del">
          <ac:chgData name="Esther McCartney" userId="003ee287-b963-4216-80c2-e989f2d52a36" providerId="ADAL" clId="{60D34955-58AA-448D-AB0D-989AB19BD28A}" dt="2026-02-05T07:52:54.723" v="792" actId="26606"/>
          <ac:spMkLst>
            <pc:docMk/>
            <pc:sldMk cId="115821790" sldId="491"/>
            <ac:spMk id="12" creationId="{18FD5326-9F0A-481B-8415-14B6BFB852CF}"/>
          </ac:spMkLst>
        </pc:spChg>
        <pc:spChg chg="del">
          <ac:chgData name="Esther McCartney" userId="003ee287-b963-4216-80c2-e989f2d52a36" providerId="ADAL" clId="{60D34955-58AA-448D-AB0D-989AB19BD28A}" dt="2026-02-05T07:52:54.723" v="792" actId="26606"/>
          <ac:spMkLst>
            <pc:docMk/>
            <pc:sldMk cId="115821790" sldId="491"/>
            <ac:spMk id="14" creationId="{7A268CD7-AFA8-49FF-8494-036157361BFF}"/>
          </ac:spMkLst>
        </pc:spChg>
        <pc:spChg chg="del">
          <ac:chgData name="Esther McCartney" userId="003ee287-b963-4216-80c2-e989f2d52a36" providerId="ADAL" clId="{60D34955-58AA-448D-AB0D-989AB19BD28A}" dt="2026-02-05T07:52:54.723" v="792" actId="26606"/>
          <ac:spMkLst>
            <pc:docMk/>
            <pc:sldMk cId="115821790" sldId="491"/>
            <ac:spMk id="18" creationId="{2ED953D6-5A73-4461-BB18-1E759E7A638E}"/>
          </ac:spMkLst>
        </pc:spChg>
        <pc:spChg chg="add">
          <ac:chgData name="Esther McCartney" userId="003ee287-b963-4216-80c2-e989f2d52a36" providerId="ADAL" clId="{60D34955-58AA-448D-AB0D-989AB19BD28A}" dt="2026-02-05T07:52:54.723" v="792" actId="26606"/>
          <ac:spMkLst>
            <pc:docMk/>
            <pc:sldMk cId="115821790" sldId="491"/>
            <ac:spMk id="27" creationId="{A0897FCD-4816-4E4A-A524-078453D8706E}"/>
          </ac:spMkLst>
        </pc:spChg>
        <pc:spChg chg="add">
          <ac:chgData name="Esther McCartney" userId="003ee287-b963-4216-80c2-e989f2d52a36" providerId="ADAL" clId="{60D34955-58AA-448D-AB0D-989AB19BD28A}" dt="2026-02-05T07:52:54.723" v="792" actId="26606"/>
          <ac:spMkLst>
            <pc:docMk/>
            <pc:sldMk cId="115821790" sldId="491"/>
            <ac:spMk id="29" creationId="{2ED953D6-5A73-4461-BB18-1E759E7A638E}"/>
          </ac:spMkLst>
        </pc:spChg>
        <pc:spChg chg="add">
          <ac:chgData name="Esther McCartney" userId="003ee287-b963-4216-80c2-e989f2d52a36" providerId="ADAL" clId="{60D34955-58AA-448D-AB0D-989AB19BD28A}" dt="2026-02-05T07:52:54.723" v="792" actId="26606"/>
          <ac:spMkLst>
            <pc:docMk/>
            <pc:sldMk cId="115821790" sldId="491"/>
            <ac:spMk id="31" creationId="{6DC969F4-277E-4F95-9ABB-0421358B0927}"/>
          </ac:spMkLst>
        </pc:spChg>
        <pc:spChg chg="add">
          <ac:chgData name="Esther McCartney" userId="003ee287-b963-4216-80c2-e989f2d52a36" providerId="ADAL" clId="{60D34955-58AA-448D-AB0D-989AB19BD28A}" dt="2026-02-05T07:52:54.723" v="792" actId="26606"/>
          <ac:spMkLst>
            <pc:docMk/>
            <pc:sldMk cId="115821790" sldId="491"/>
            <ac:spMk id="35" creationId="{4F448DF1-A468-4624-99E7-933CC62076B3}"/>
          </ac:spMkLst>
        </pc:spChg>
        <pc:spChg chg="add">
          <ac:chgData name="Esther McCartney" userId="003ee287-b963-4216-80c2-e989f2d52a36" providerId="ADAL" clId="{60D34955-58AA-448D-AB0D-989AB19BD28A}" dt="2026-02-05T07:52:54.723" v="792" actId="26606"/>
          <ac:spMkLst>
            <pc:docMk/>
            <pc:sldMk cId="115821790" sldId="491"/>
            <ac:spMk id="37" creationId="{6F7DD6E9-9BF0-44B2-A5B9-1CE2477A47A9}"/>
          </ac:spMkLst>
        </pc:spChg>
        <pc:spChg chg="add">
          <ac:chgData name="Esther McCartney" userId="003ee287-b963-4216-80c2-e989f2d52a36" providerId="ADAL" clId="{60D34955-58AA-448D-AB0D-989AB19BD28A}" dt="2026-02-05T07:52:54.723" v="792" actId="26606"/>
          <ac:spMkLst>
            <pc:docMk/>
            <pc:sldMk cId="115821790" sldId="491"/>
            <ac:spMk id="39" creationId="{85E2BD0E-96C7-4908-AD02-AD9AC69C93C4}"/>
          </ac:spMkLst>
        </pc:spChg>
        <pc:graphicFrameChg chg="modGraphic">
          <ac:chgData name="Esther McCartney" userId="003ee287-b963-4216-80c2-e989f2d52a36" providerId="ADAL" clId="{60D34955-58AA-448D-AB0D-989AB19BD28A}" dt="2026-02-05T07:52:25.066" v="791" actId="20577"/>
          <ac:graphicFrameMkLst>
            <pc:docMk/>
            <pc:sldMk cId="115821790" sldId="491"/>
            <ac:graphicFrameMk id="8" creationId="{8260637E-A7C6-D358-B2B0-4BC418EAF066}"/>
          </ac:graphicFrameMkLst>
        </pc:graphicFrameChg>
      </pc:sldChg>
      <pc:sldChg chg="addSp delSp modSp mod setBg">
        <pc:chgData name="Esther McCartney" userId="003ee287-b963-4216-80c2-e989f2d52a36" providerId="ADAL" clId="{60D34955-58AA-448D-AB0D-989AB19BD28A}" dt="2026-02-05T07:56:23.109" v="914" actId="403"/>
        <pc:sldMkLst>
          <pc:docMk/>
          <pc:sldMk cId="1062459706" sldId="493"/>
        </pc:sldMkLst>
        <pc:spChg chg="mod">
          <ac:chgData name="Esther McCartney" userId="003ee287-b963-4216-80c2-e989f2d52a36" providerId="ADAL" clId="{60D34955-58AA-448D-AB0D-989AB19BD28A}" dt="2026-02-05T07:56:23.109" v="914" actId="403"/>
          <ac:spMkLst>
            <pc:docMk/>
            <pc:sldMk cId="1062459706" sldId="493"/>
            <ac:spMk id="3" creationId="{3E735150-9828-4453-F8F1-B7371D749792}"/>
          </ac:spMkLst>
        </pc:spChg>
        <pc:spChg chg="mod">
          <ac:chgData name="Esther McCartney" userId="003ee287-b963-4216-80c2-e989f2d52a36" providerId="ADAL" clId="{60D34955-58AA-448D-AB0D-989AB19BD28A}" dt="2026-02-05T07:53:26.951" v="812" actId="26606"/>
          <ac:spMkLst>
            <pc:docMk/>
            <pc:sldMk cId="1062459706" sldId="493"/>
            <ac:spMk id="6" creationId="{9D81D9B5-B3AD-C56A-7714-EA8E7E9498E7}"/>
          </ac:spMkLst>
        </pc:spChg>
        <pc:spChg chg="del">
          <ac:chgData name="Esther McCartney" userId="003ee287-b963-4216-80c2-e989f2d52a36" providerId="ADAL" clId="{60D34955-58AA-448D-AB0D-989AB19BD28A}" dt="2026-02-05T07:53:26.951" v="812" actId="26606"/>
          <ac:spMkLst>
            <pc:docMk/>
            <pc:sldMk cId="1062459706" sldId="493"/>
            <ac:spMk id="11" creationId="{E3DD1ED9-7847-4E1F-8455-6A5ECF64619F}"/>
          </ac:spMkLst>
        </pc:spChg>
        <pc:spChg chg="del">
          <ac:chgData name="Esther McCartney" userId="003ee287-b963-4216-80c2-e989f2d52a36" providerId="ADAL" clId="{60D34955-58AA-448D-AB0D-989AB19BD28A}" dt="2026-02-05T07:53:26.951" v="812" actId="26606"/>
          <ac:spMkLst>
            <pc:docMk/>
            <pc:sldMk cId="1062459706" sldId="493"/>
            <ac:spMk id="17" creationId="{9239343D-682B-4C59-A34A-69D332A71C38}"/>
          </ac:spMkLst>
        </pc:spChg>
        <pc:spChg chg="del">
          <ac:chgData name="Esther McCartney" userId="003ee287-b963-4216-80c2-e989f2d52a36" providerId="ADAL" clId="{60D34955-58AA-448D-AB0D-989AB19BD28A}" dt="2026-02-05T07:53:26.951" v="812" actId="26606"/>
          <ac:spMkLst>
            <pc:docMk/>
            <pc:sldMk cId="1062459706" sldId="493"/>
            <ac:spMk id="21" creationId="{17676E0E-5B44-4166-8EDD-CFDBAC622C26}"/>
          </ac:spMkLst>
        </pc:spChg>
        <pc:spChg chg="add">
          <ac:chgData name="Esther McCartney" userId="003ee287-b963-4216-80c2-e989f2d52a36" providerId="ADAL" clId="{60D34955-58AA-448D-AB0D-989AB19BD28A}" dt="2026-02-05T07:53:26.951" v="812" actId="26606"/>
          <ac:spMkLst>
            <pc:docMk/>
            <pc:sldMk cId="1062459706" sldId="493"/>
            <ac:spMk id="28" creationId="{31A3DFEF-67D3-4CCE-BFE8-397D542A4844}"/>
          </ac:spMkLst>
        </pc:spChg>
        <pc:spChg chg="add">
          <ac:chgData name="Esther McCartney" userId="003ee287-b963-4216-80c2-e989f2d52a36" providerId="ADAL" clId="{60D34955-58AA-448D-AB0D-989AB19BD28A}" dt="2026-02-05T07:53:26.951" v="812" actId="26606"/>
          <ac:spMkLst>
            <pc:docMk/>
            <pc:sldMk cId="1062459706" sldId="493"/>
            <ac:spMk id="30" creationId="{24E4445D-D137-4867-B463-009D641E9852}"/>
          </ac:spMkLst>
        </pc:spChg>
        <pc:spChg chg="add">
          <ac:chgData name="Esther McCartney" userId="003ee287-b963-4216-80c2-e989f2d52a36" providerId="ADAL" clId="{60D34955-58AA-448D-AB0D-989AB19BD28A}" dt="2026-02-05T07:53:26.951" v="812" actId="26606"/>
          <ac:spMkLst>
            <pc:docMk/>
            <pc:sldMk cId="1062459706" sldId="493"/>
            <ac:spMk id="32" creationId="{9239343D-682B-4C59-A34A-69D332A71C38}"/>
          </ac:spMkLst>
        </pc:spChg>
        <pc:spChg chg="add">
          <ac:chgData name="Esther McCartney" userId="003ee287-b963-4216-80c2-e989f2d52a36" providerId="ADAL" clId="{60D34955-58AA-448D-AB0D-989AB19BD28A}" dt="2026-02-05T07:53:26.951" v="812" actId="26606"/>
          <ac:spMkLst>
            <pc:docMk/>
            <pc:sldMk cId="1062459706" sldId="493"/>
            <ac:spMk id="34" creationId="{B373F125-DEF3-41D6-9918-AB21A2ACC37A}"/>
          </ac:spMkLst>
        </pc:spChg>
        <pc:spChg chg="add">
          <ac:chgData name="Esther McCartney" userId="003ee287-b963-4216-80c2-e989f2d52a36" providerId="ADAL" clId="{60D34955-58AA-448D-AB0D-989AB19BD28A}" dt="2026-02-05T07:53:26.951" v="812" actId="26606"/>
          <ac:spMkLst>
            <pc:docMk/>
            <pc:sldMk cId="1062459706" sldId="493"/>
            <ac:spMk id="36" creationId="{71E9F226-EB6E-48C9-ADDA-636DE4BF4EBE}"/>
          </ac:spMkLst>
        </pc:spChg>
      </pc:sldChg>
      <pc:sldChg chg="addSp delSp modSp mod setBg setClrOvrMap">
        <pc:chgData name="Esther McCartney" userId="003ee287-b963-4216-80c2-e989f2d52a36" providerId="ADAL" clId="{60D34955-58AA-448D-AB0D-989AB19BD28A}" dt="2026-02-05T07:58:03.405" v="926" actId="26606"/>
        <pc:sldMkLst>
          <pc:docMk/>
          <pc:sldMk cId="4223638648" sldId="494"/>
        </pc:sldMkLst>
        <pc:spChg chg="mod">
          <ac:chgData name="Esther McCartney" userId="003ee287-b963-4216-80c2-e989f2d52a36" providerId="ADAL" clId="{60D34955-58AA-448D-AB0D-989AB19BD28A}" dt="2026-02-05T07:57:51.283" v="923" actId="20577"/>
          <ac:spMkLst>
            <pc:docMk/>
            <pc:sldMk cId="4223638648" sldId="494"/>
            <ac:spMk id="3" creationId="{3E735150-9828-4453-F8F1-B7371D749792}"/>
          </ac:spMkLst>
        </pc:spChg>
        <pc:spChg chg="del">
          <ac:chgData name="Esther McCartney" userId="003ee287-b963-4216-80c2-e989f2d52a36" providerId="ADAL" clId="{60D34955-58AA-448D-AB0D-989AB19BD28A}" dt="2026-02-05T07:57:17.281" v="915" actId="26606"/>
          <ac:spMkLst>
            <pc:docMk/>
            <pc:sldMk cId="4223638648" sldId="494"/>
            <ac:spMk id="11" creationId="{E3DD1ED9-7847-4E1F-8455-6A5ECF64619F}"/>
          </ac:spMkLst>
        </pc:spChg>
        <pc:spChg chg="del">
          <ac:chgData name="Esther McCartney" userId="003ee287-b963-4216-80c2-e989f2d52a36" providerId="ADAL" clId="{60D34955-58AA-448D-AB0D-989AB19BD28A}" dt="2026-02-05T07:57:17.281" v="915" actId="26606"/>
          <ac:spMkLst>
            <pc:docMk/>
            <pc:sldMk cId="4223638648" sldId="494"/>
            <ac:spMk id="13" creationId="{31A3DFEF-67D3-4CCE-BFE8-397D542A4844}"/>
          </ac:spMkLst>
        </pc:spChg>
        <pc:spChg chg="del">
          <ac:chgData name="Esther McCartney" userId="003ee287-b963-4216-80c2-e989f2d52a36" providerId="ADAL" clId="{60D34955-58AA-448D-AB0D-989AB19BD28A}" dt="2026-02-05T07:57:17.281" v="915" actId="26606"/>
          <ac:spMkLst>
            <pc:docMk/>
            <pc:sldMk cId="4223638648" sldId="494"/>
            <ac:spMk id="15" creationId="{24E4445D-D137-4867-B463-009D641E9852}"/>
          </ac:spMkLst>
        </pc:spChg>
        <pc:spChg chg="del">
          <ac:chgData name="Esther McCartney" userId="003ee287-b963-4216-80c2-e989f2d52a36" providerId="ADAL" clId="{60D34955-58AA-448D-AB0D-989AB19BD28A}" dt="2026-02-05T07:57:17.281" v="915" actId="26606"/>
          <ac:spMkLst>
            <pc:docMk/>
            <pc:sldMk cId="4223638648" sldId="494"/>
            <ac:spMk id="19" creationId="{D70130DC-F780-43D2-B26A-92EACD78951B}"/>
          </ac:spMkLst>
        </pc:spChg>
        <pc:spChg chg="del">
          <ac:chgData name="Esther McCartney" userId="003ee287-b963-4216-80c2-e989f2d52a36" providerId="ADAL" clId="{60D34955-58AA-448D-AB0D-989AB19BD28A}" dt="2026-02-05T07:57:17.281" v="915" actId="26606"/>
          <ac:spMkLst>
            <pc:docMk/>
            <pc:sldMk cId="4223638648" sldId="494"/>
            <ac:spMk id="21" creationId="{17676E0E-5B44-4166-8EDD-CFDBAC622C26}"/>
          </ac:spMkLst>
        </pc:spChg>
        <pc:spChg chg="add del">
          <ac:chgData name="Esther McCartney" userId="003ee287-b963-4216-80c2-e989f2d52a36" providerId="ADAL" clId="{60D34955-58AA-448D-AB0D-989AB19BD28A}" dt="2026-02-05T07:58:03.405" v="926" actId="26606"/>
          <ac:spMkLst>
            <pc:docMk/>
            <pc:sldMk cId="4223638648" sldId="494"/>
            <ac:spMk id="26" creationId="{E3DD1ED9-7847-4E1F-8455-6A5ECF64619F}"/>
          </ac:spMkLst>
        </pc:spChg>
        <pc:spChg chg="add del">
          <ac:chgData name="Esther McCartney" userId="003ee287-b963-4216-80c2-e989f2d52a36" providerId="ADAL" clId="{60D34955-58AA-448D-AB0D-989AB19BD28A}" dt="2026-02-05T07:58:03.376" v="925" actId="26606"/>
          <ac:spMkLst>
            <pc:docMk/>
            <pc:sldMk cId="4223638648" sldId="494"/>
            <ac:spMk id="28" creationId="{31A3DFEF-67D3-4CCE-BFE8-397D542A4844}"/>
          </ac:spMkLst>
        </pc:spChg>
        <pc:spChg chg="add del">
          <ac:chgData name="Esther McCartney" userId="003ee287-b963-4216-80c2-e989f2d52a36" providerId="ADAL" clId="{60D34955-58AA-448D-AB0D-989AB19BD28A}" dt="2026-02-05T07:58:03.405" v="926" actId="26606"/>
          <ac:spMkLst>
            <pc:docMk/>
            <pc:sldMk cId="4223638648" sldId="494"/>
            <ac:spMk id="30" creationId="{24E4445D-D137-4867-B463-009D641E9852}"/>
          </ac:spMkLst>
        </pc:spChg>
        <pc:spChg chg="add del">
          <ac:chgData name="Esther McCartney" userId="003ee287-b963-4216-80c2-e989f2d52a36" providerId="ADAL" clId="{60D34955-58AA-448D-AB0D-989AB19BD28A}" dt="2026-02-05T07:58:03.405" v="926" actId="26606"/>
          <ac:spMkLst>
            <pc:docMk/>
            <pc:sldMk cId="4223638648" sldId="494"/>
            <ac:spMk id="32" creationId="{9239343D-682B-4C59-A34A-69D332A71C38}"/>
          </ac:spMkLst>
        </pc:spChg>
        <pc:spChg chg="add del">
          <ac:chgData name="Esther McCartney" userId="003ee287-b963-4216-80c2-e989f2d52a36" providerId="ADAL" clId="{60D34955-58AA-448D-AB0D-989AB19BD28A}" dt="2026-02-05T07:58:03.376" v="925" actId="26606"/>
          <ac:spMkLst>
            <pc:docMk/>
            <pc:sldMk cId="4223638648" sldId="494"/>
            <ac:spMk id="34" creationId="{B373F125-DEF3-41D6-9918-AB21A2ACC37A}"/>
          </ac:spMkLst>
        </pc:spChg>
        <pc:spChg chg="add del">
          <ac:chgData name="Esther McCartney" userId="003ee287-b963-4216-80c2-e989f2d52a36" providerId="ADAL" clId="{60D34955-58AA-448D-AB0D-989AB19BD28A}" dt="2026-02-05T07:58:03.405" v="926" actId="26606"/>
          <ac:spMkLst>
            <pc:docMk/>
            <pc:sldMk cId="4223638648" sldId="494"/>
            <ac:spMk id="36" creationId="{71E9F226-EB6E-48C9-ADDA-636DE4BF4EBE}"/>
          </ac:spMkLst>
        </pc:spChg>
        <pc:spChg chg="add del">
          <ac:chgData name="Esther McCartney" userId="003ee287-b963-4216-80c2-e989f2d52a36" providerId="ADAL" clId="{60D34955-58AA-448D-AB0D-989AB19BD28A}" dt="2026-02-05T07:58:03.376" v="925" actId="26606"/>
          <ac:spMkLst>
            <pc:docMk/>
            <pc:sldMk cId="4223638648" sldId="494"/>
            <ac:spMk id="41" creationId="{E3DD1ED9-7847-4E1F-8455-6A5ECF64619F}"/>
          </ac:spMkLst>
        </pc:spChg>
        <pc:spChg chg="add">
          <ac:chgData name="Esther McCartney" userId="003ee287-b963-4216-80c2-e989f2d52a36" providerId="ADAL" clId="{60D34955-58AA-448D-AB0D-989AB19BD28A}" dt="2026-02-05T07:58:03.405" v="926" actId="26606"/>
          <ac:spMkLst>
            <pc:docMk/>
            <pc:sldMk cId="4223638648" sldId="494"/>
            <ac:spMk id="42" creationId="{18FD5326-9F0A-481B-8415-14B6BFB852CF}"/>
          </ac:spMkLst>
        </pc:spChg>
        <pc:spChg chg="add del">
          <ac:chgData name="Esther McCartney" userId="003ee287-b963-4216-80c2-e989f2d52a36" providerId="ADAL" clId="{60D34955-58AA-448D-AB0D-989AB19BD28A}" dt="2026-02-05T07:58:03.376" v="925" actId="26606"/>
          <ac:spMkLst>
            <pc:docMk/>
            <pc:sldMk cId="4223638648" sldId="494"/>
            <ac:spMk id="45" creationId="{24E4445D-D137-4867-B463-009D641E9852}"/>
          </ac:spMkLst>
        </pc:spChg>
        <pc:spChg chg="add">
          <ac:chgData name="Esther McCartney" userId="003ee287-b963-4216-80c2-e989f2d52a36" providerId="ADAL" clId="{60D34955-58AA-448D-AB0D-989AB19BD28A}" dt="2026-02-05T07:58:03.405" v="926" actId="26606"/>
          <ac:spMkLst>
            <pc:docMk/>
            <pc:sldMk cId="4223638648" sldId="494"/>
            <ac:spMk id="46" creationId="{A0897FCD-4816-4E4A-A524-078453D8706E}"/>
          </ac:spMkLst>
        </pc:spChg>
        <pc:spChg chg="add del">
          <ac:chgData name="Esther McCartney" userId="003ee287-b963-4216-80c2-e989f2d52a36" providerId="ADAL" clId="{60D34955-58AA-448D-AB0D-989AB19BD28A}" dt="2026-02-05T07:58:03.376" v="925" actId="26606"/>
          <ac:spMkLst>
            <pc:docMk/>
            <pc:sldMk cId="4223638648" sldId="494"/>
            <ac:spMk id="47" creationId="{9239343D-682B-4C59-A34A-69D332A71C38}"/>
          </ac:spMkLst>
        </pc:spChg>
        <pc:spChg chg="add">
          <ac:chgData name="Esther McCartney" userId="003ee287-b963-4216-80c2-e989f2d52a36" providerId="ADAL" clId="{60D34955-58AA-448D-AB0D-989AB19BD28A}" dt="2026-02-05T07:58:03.405" v="926" actId="26606"/>
          <ac:spMkLst>
            <pc:docMk/>
            <pc:sldMk cId="4223638648" sldId="494"/>
            <ac:spMk id="48" creationId="{2ED953D6-5A73-4461-BB18-1E759E7A638E}"/>
          </ac:spMkLst>
        </pc:spChg>
        <pc:spChg chg="add del">
          <ac:chgData name="Esther McCartney" userId="003ee287-b963-4216-80c2-e989f2d52a36" providerId="ADAL" clId="{60D34955-58AA-448D-AB0D-989AB19BD28A}" dt="2026-02-05T07:58:03.376" v="925" actId="26606"/>
          <ac:spMkLst>
            <pc:docMk/>
            <pc:sldMk cId="4223638648" sldId="494"/>
            <ac:spMk id="49" creationId="{B373F125-DEF3-41D6-9918-AB21A2ACC37A}"/>
          </ac:spMkLst>
        </pc:spChg>
        <pc:spChg chg="add">
          <ac:chgData name="Esther McCartney" userId="003ee287-b963-4216-80c2-e989f2d52a36" providerId="ADAL" clId="{60D34955-58AA-448D-AB0D-989AB19BD28A}" dt="2026-02-05T07:58:03.405" v="926" actId="26606"/>
          <ac:spMkLst>
            <pc:docMk/>
            <pc:sldMk cId="4223638648" sldId="494"/>
            <ac:spMk id="50" creationId="{6DC969F4-277E-4F95-9ABB-0421358B0927}"/>
          </ac:spMkLst>
        </pc:spChg>
        <pc:spChg chg="add del">
          <ac:chgData name="Esther McCartney" userId="003ee287-b963-4216-80c2-e989f2d52a36" providerId="ADAL" clId="{60D34955-58AA-448D-AB0D-989AB19BD28A}" dt="2026-02-05T07:58:03.376" v="925" actId="26606"/>
          <ac:spMkLst>
            <pc:docMk/>
            <pc:sldMk cId="4223638648" sldId="494"/>
            <ac:spMk id="51" creationId="{71E9F226-EB6E-48C9-ADDA-636DE4BF4EBE}"/>
          </ac:spMkLst>
        </pc:spChg>
        <pc:spChg chg="add">
          <ac:chgData name="Esther McCartney" userId="003ee287-b963-4216-80c2-e989f2d52a36" providerId="ADAL" clId="{60D34955-58AA-448D-AB0D-989AB19BD28A}" dt="2026-02-05T07:58:03.405" v="926" actId="26606"/>
          <ac:spMkLst>
            <pc:docMk/>
            <pc:sldMk cId="4223638648" sldId="494"/>
            <ac:spMk id="54" creationId="{4F448DF1-A468-4624-99E7-933CC62076B3}"/>
          </ac:spMkLst>
        </pc:spChg>
        <pc:spChg chg="add">
          <ac:chgData name="Esther McCartney" userId="003ee287-b963-4216-80c2-e989f2d52a36" providerId="ADAL" clId="{60D34955-58AA-448D-AB0D-989AB19BD28A}" dt="2026-02-05T07:58:03.405" v="926" actId="26606"/>
          <ac:spMkLst>
            <pc:docMk/>
            <pc:sldMk cId="4223638648" sldId="494"/>
            <ac:spMk id="58" creationId="{85E2BD0E-96C7-4908-AD02-AD9AC69C93C4}"/>
          </ac:spMkLst>
        </pc:spChg>
      </pc:sldChg>
      <pc:sldChg chg="addSp delSp modSp mod setBg setClrOvrMap">
        <pc:chgData name="Esther McCartney" userId="003ee287-b963-4216-80c2-e989f2d52a36" providerId="ADAL" clId="{60D34955-58AA-448D-AB0D-989AB19BD28A}" dt="2026-02-05T07:58:14.204" v="927" actId="26606"/>
        <pc:sldMkLst>
          <pc:docMk/>
          <pc:sldMk cId="1814575160" sldId="495"/>
        </pc:sldMkLst>
        <pc:spChg chg="del">
          <ac:chgData name="Esther McCartney" userId="003ee287-b963-4216-80c2-e989f2d52a36" providerId="ADAL" clId="{60D34955-58AA-448D-AB0D-989AB19BD28A}" dt="2026-02-05T07:58:14.204" v="927" actId="26606"/>
          <ac:spMkLst>
            <pc:docMk/>
            <pc:sldMk cId="1814575160" sldId="495"/>
            <ac:spMk id="11" creationId="{E3DD1ED9-7847-4E1F-8455-6A5ECF64619F}"/>
          </ac:spMkLst>
        </pc:spChg>
        <pc:spChg chg="del">
          <ac:chgData name="Esther McCartney" userId="003ee287-b963-4216-80c2-e989f2d52a36" providerId="ADAL" clId="{60D34955-58AA-448D-AB0D-989AB19BD28A}" dt="2026-02-05T07:58:14.204" v="927" actId="26606"/>
          <ac:spMkLst>
            <pc:docMk/>
            <pc:sldMk cId="1814575160" sldId="495"/>
            <ac:spMk id="13" creationId="{31A3DFEF-67D3-4CCE-BFE8-397D542A4844}"/>
          </ac:spMkLst>
        </pc:spChg>
        <pc:spChg chg="del">
          <ac:chgData name="Esther McCartney" userId="003ee287-b963-4216-80c2-e989f2d52a36" providerId="ADAL" clId="{60D34955-58AA-448D-AB0D-989AB19BD28A}" dt="2026-02-05T07:58:14.204" v="927" actId="26606"/>
          <ac:spMkLst>
            <pc:docMk/>
            <pc:sldMk cId="1814575160" sldId="495"/>
            <ac:spMk id="17" creationId="{9239343D-682B-4C59-A34A-69D332A71C38}"/>
          </ac:spMkLst>
        </pc:spChg>
        <pc:spChg chg="del">
          <ac:chgData name="Esther McCartney" userId="003ee287-b963-4216-80c2-e989f2d52a36" providerId="ADAL" clId="{60D34955-58AA-448D-AB0D-989AB19BD28A}" dt="2026-02-05T07:58:14.204" v="927" actId="26606"/>
          <ac:spMkLst>
            <pc:docMk/>
            <pc:sldMk cId="1814575160" sldId="495"/>
            <ac:spMk id="21" creationId="{17676E0E-5B44-4166-8EDD-CFDBAC622C26}"/>
          </ac:spMkLst>
        </pc:spChg>
        <pc:spChg chg="add">
          <ac:chgData name="Esther McCartney" userId="003ee287-b963-4216-80c2-e989f2d52a36" providerId="ADAL" clId="{60D34955-58AA-448D-AB0D-989AB19BD28A}" dt="2026-02-05T07:58:14.204" v="927" actId="26606"/>
          <ac:spMkLst>
            <pc:docMk/>
            <pc:sldMk cId="1814575160" sldId="495"/>
            <ac:spMk id="27" creationId="{18FD5326-9F0A-481B-8415-14B6BFB852CF}"/>
          </ac:spMkLst>
        </pc:spChg>
        <pc:spChg chg="add">
          <ac:chgData name="Esther McCartney" userId="003ee287-b963-4216-80c2-e989f2d52a36" providerId="ADAL" clId="{60D34955-58AA-448D-AB0D-989AB19BD28A}" dt="2026-02-05T07:58:14.204" v="927" actId="26606"/>
          <ac:spMkLst>
            <pc:docMk/>
            <pc:sldMk cId="1814575160" sldId="495"/>
            <ac:spMk id="33" creationId="{2ED953D6-5A73-4461-BB18-1E759E7A638E}"/>
          </ac:spMkLst>
        </pc:spChg>
        <pc:spChg chg="add">
          <ac:chgData name="Esther McCartney" userId="003ee287-b963-4216-80c2-e989f2d52a36" providerId="ADAL" clId="{60D34955-58AA-448D-AB0D-989AB19BD28A}" dt="2026-02-05T07:58:14.204" v="927" actId="26606"/>
          <ac:spMkLst>
            <pc:docMk/>
            <pc:sldMk cId="1814575160" sldId="495"/>
            <ac:spMk id="35" creationId="{6DC969F4-277E-4F95-9ABB-0421358B0927}"/>
          </ac:spMkLst>
        </pc:spChg>
        <pc:spChg chg="add">
          <ac:chgData name="Esther McCartney" userId="003ee287-b963-4216-80c2-e989f2d52a36" providerId="ADAL" clId="{60D34955-58AA-448D-AB0D-989AB19BD28A}" dt="2026-02-05T07:58:14.204" v="927" actId="26606"/>
          <ac:spMkLst>
            <pc:docMk/>
            <pc:sldMk cId="1814575160" sldId="495"/>
            <ac:spMk id="39" creationId="{4F448DF1-A468-4624-99E7-933CC62076B3}"/>
          </ac:spMkLst>
        </pc:spChg>
        <pc:spChg chg="add">
          <ac:chgData name="Esther McCartney" userId="003ee287-b963-4216-80c2-e989f2d52a36" providerId="ADAL" clId="{60D34955-58AA-448D-AB0D-989AB19BD28A}" dt="2026-02-05T07:58:14.204" v="927" actId="26606"/>
          <ac:spMkLst>
            <pc:docMk/>
            <pc:sldMk cId="1814575160" sldId="495"/>
            <ac:spMk id="41" creationId="{6F7DD6E9-9BF0-44B2-A5B9-1CE2477A47A9}"/>
          </ac:spMkLst>
        </pc:spChg>
        <pc:spChg chg="add">
          <ac:chgData name="Esther McCartney" userId="003ee287-b963-4216-80c2-e989f2d52a36" providerId="ADAL" clId="{60D34955-58AA-448D-AB0D-989AB19BD28A}" dt="2026-02-05T07:58:14.204" v="927" actId="26606"/>
          <ac:spMkLst>
            <pc:docMk/>
            <pc:sldMk cId="1814575160" sldId="495"/>
            <ac:spMk id="43" creationId="{85E2BD0E-96C7-4908-AD02-AD9AC69C93C4}"/>
          </ac:spMkLst>
        </pc:spChg>
      </pc:sldChg>
      <pc:sldChg chg="addSp delSp modSp mod setBg">
        <pc:chgData name="Esther McCartney" userId="003ee287-b963-4216-80c2-e989f2d52a36" providerId="ADAL" clId="{60D34955-58AA-448D-AB0D-989AB19BD28A}" dt="2026-02-05T08:00:51.270" v="1041" actId="26606"/>
        <pc:sldMkLst>
          <pc:docMk/>
          <pc:sldMk cId="4069333435" sldId="496"/>
        </pc:sldMkLst>
        <pc:spChg chg="mod">
          <ac:chgData name="Esther McCartney" userId="003ee287-b963-4216-80c2-e989f2d52a36" providerId="ADAL" clId="{60D34955-58AA-448D-AB0D-989AB19BD28A}" dt="2026-02-05T08:00:51.270" v="1041" actId="26606"/>
          <ac:spMkLst>
            <pc:docMk/>
            <pc:sldMk cId="4069333435" sldId="496"/>
            <ac:spMk id="3" creationId="{3E735150-9828-4453-F8F1-B7371D749792}"/>
          </ac:spMkLst>
        </pc:spChg>
        <pc:spChg chg="del">
          <ac:chgData name="Esther McCartney" userId="003ee287-b963-4216-80c2-e989f2d52a36" providerId="ADAL" clId="{60D34955-58AA-448D-AB0D-989AB19BD28A}" dt="2026-02-05T07:58:38.493" v="928" actId="26606"/>
          <ac:spMkLst>
            <pc:docMk/>
            <pc:sldMk cId="4069333435" sldId="496"/>
            <ac:spMk id="11" creationId="{E3DD1ED9-7847-4E1F-8455-6A5ECF64619F}"/>
          </ac:spMkLst>
        </pc:spChg>
        <pc:spChg chg="del">
          <ac:chgData name="Esther McCartney" userId="003ee287-b963-4216-80c2-e989f2d52a36" providerId="ADAL" clId="{60D34955-58AA-448D-AB0D-989AB19BD28A}" dt="2026-02-05T07:58:38.493" v="928" actId="26606"/>
          <ac:spMkLst>
            <pc:docMk/>
            <pc:sldMk cId="4069333435" sldId="496"/>
            <ac:spMk id="13" creationId="{31A3DFEF-67D3-4CCE-BFE8-397D542A4844}"/>
          </ac:spMkLst>
        </pc:spChg>
        <pc:spChg chg="del">
          <ac:chgData name="Esther McCartney" userId="003ee287-b963-4216-80c2-e989f2d52a36" providerId="ADAL" clId="{60D34955-58AA-448D-AB0D-989AB19BD28A}" dt="2026-02-05T07:58:38.493" v="928" actId="26606"/>
          <ac:spMkLst>
            <pc:docMk/>
            <pc:sldMk cId="4069333435" sldId="496"/>
            <ac:spMk id="15" creationId="{24E4445D-D137-4867-B463-009D641E9852}"/>
          </ac:spMkLst>
        </pc:spChg>
        <pc:spChg chg="del">
          <ac:chgData name="Esther McCartney" userId="003ee287-b963-4216-80c2-e989f2d52a36" providerId="ADAL" clId="{60D34955-58AA-448D-AB0D-989AB19BD28A}" dt="2026-02-05T07:58:38.493" v="928" actId="26606"/>
          <ac:spMkLst>
            <pc:docMk/>
            <pc:sldMk cId="4069333435" sldId="496"/>
            <ac:spMk id="17" creationId="{9239343D-682B-4C59-A34A-69D332A71C38}"/>
          </ac:spMkLst>
        </pc:spChg>
        <pc:spChg chg="add del">
          <ac:chgData name="Esther McCartney" userId="003ee287-b963-4216-80c2-e989f2d52a36" providerId="ADAL" clId="{60D34955-58AA-448D-AB0D-989AB19BD28A}" dt="2026-02-05T08:00:51.270" v="1041" actId="26606"/>
          <ac:spMkLst>
            <pc:docMk/>
            <pc:sldMk cId="4069333435" sldId="496"/>
            <ac:spMk id="28" creationId="{31A3DFEF-67D3-4CCE-BFE8-397D542A4844}"/>
          </ac:spMkLst>
        </pc:spChg>
        <pc:spChg chg="add del">
          <ac:chgData name="Esther McCartney" userId="003ee287-b963-4216-80c2-e989f2d52a36" providerId="ADAL" clId="{60D34955-58AA-448D-AB0D-989AB19BD28A}" dt="2026-02-05T08:00:51.270" v="1041" actId="26606"/>
          <ac:spMkLst>
            <pc:docMk/>
            <pc:sldMk cId="4069333435" sldId="496"/>
            <ac:spMk id="30" creationId="{24E4445D-D137-4867-B463-009D641E9852}"/>
          </ac:spMkLst>
        </pc:spChg>
        <pc:spChg chg="add del">
          <ac:chgData name="Esther McCartney" userId="003ee287-b963-4216-80c2-e989f2d52a36" providerId="ADAL" clId="{60D34955-58AA-448D-AB0D-989AB19BD28A}" dt="2026-02-05T08:00:51.270" v="1041" actId="26606"/>
          <ac:spMkLst>
            <pc:docMk/>
            <pc:sldMk cId="4069333435" sldId="496"/>
            <ac:spMk id="32" creationId="{9239343D-682B-4C59-A34A-69D332A71C38}"/>
          </ac:spMkLst>
        </pc:spChg>
        <pc:spChg chg="add">
          <ac:chgData name="Esther McCartney" userId="003ee287-b963-4216-80c2-e989f2d52a36" providerId="ADAL" clId="{60D34955-58AA-448D-AB0D-989AB19BD28A}" dt="2026-02-05T07:58:38.493" v="928" actId="26606"/>
          <ac:spMkLst>
            <pc:docMk/>
            <pc:sldMk cId="4069333435" sldId="496"/>
            <ac:spMk id="34" creationId="{B373F125-DEF3-41D6-9918-AB21A2ACC37A}"/>
          </ac:spMkLst>
        </pc:spChg>
        <pc:spChg chg="add del">
          <ac:chgData name="Esther McCartney" userId="003ee287-b963-4216-80c2-e989f2d52a36" providerId="ADAL" clId="{60D34955-58AA-448D-AB0D-989AB19BD28A}" dt="2026-02-05T08:00:51.270" v="1041" actId="26606"/>
          <ac:spMkLst>
            <pc:docMk/>
            <pc:sldMk cId="4069333435" sldId="496"/>
            <ac:spMk id="36" creationId="{71E9F226-EB6E-48C9-ADDA-636DE4BF4EBE}"/>
          </ac:spMkLst>
        </pc:spChg>
        <pc:spChg chg="add del">
          <ac:chgData name="Esther McCartney" userId="003ee287-b963-4216-80c2-e989f2d52a36" providerId="ADAL" clId="{60D34955-58AA-448D-AB0D-989AB19BD28A}" dt="2026-02-05T08:00:51.270" v="1040" actId="26606"/>
          <ac:spMkLst>
            <pc:docMk/>
            <pc:sldMk cId="4069333435" sldId="496"/>
            <ac:spMk id="43" creationId="{31A3DFEF-67D3-4CCE-BFE8-397D542A4844}"/>
          </ac:spMkLst>
        </pc:spChg>
        <pc:spChg chg="add del">
          <ac:chgData name="Esther McCartney" userId="003ee287-b963-4216-80c2-e989f2d52a36" providerId="ADAL" clId="{60D34955-58AA-448D-AB0D-989AB19BD28A}" dt="2026-02-05T08:00:51.270" v="1040" actId="26606"/>
          <ac:spMkLst>
            <pc:docMk/>
            <pc:sldMk cId="4069333435" sldId="496"/>
            <ac:spMk id="45" creationId="{24E4445D-D137-4867-B463-009D641E9852}"/>
          </ac:spMkLst>
        </pc:spChg>
        <pc:spChg chg="add del">
          <ac:chgData name="Esther McCartney" userId="003ee287-b963-4216-80c2-e989f2d52a36" providerId="ADAL" clId="{60D34955-58AA-448D-AB0D-989AB19BD28A}" dt="2026-02-05T08:00:51.270" v="1040" actId="26606"/>
          <ac:spMkLst>
            <pc:docMk/>
            <pc:sldMk cId="4069333435" sldId="496"/>
            <ac:spMk id="47" creationId="{9239343D-682B-4C59-A34A-69D332A71C38}"/>
          </ac:spMkLst>
        </pc:spChg>
        <pc:spChg chg="add del">
          <ac:chgData name="Esther McCartney" userId="003ee287-b963-4216-80c2-e989f2d52a36" providerId="ADAL" clId="{60D34955-58AA-448D-AB0D-989AB19BD28A}" dt="2026-02-05T08:00:51.270" v="1040" actId="26606"/>
          <ac:spMkLst>
            <pc:docMk/>
            <pc:sldMk cId="4069333435" sldId="496"/>
            <ac:spMk id="49" creationId="{B373F125-DEF3-41D6-9918-AB21A2ACC37A}"/>
          </ac:spMkLst>
        </pc:spChg>
        <pc:spChg chg="add del">
          <ac:chgData name="Esther McCartney" userId="003ee287-b963-4216-80c2-e989f2d52a36" providerId="ADAL" clId="{60D34955-58AA-448D-AB0D-989AB19BD28A}" dt="2026-02-05T08:00:51.270" v="1040" actId="26606"/>
          <ac:spMkLst>
            <pc:docMk/>
            <pc:sldMk cId="4069333435" sldId="496"/>
            <ac:spMk id="51" creationId="{71E9F226-EB6E-48C9-ADDA-636DE4BF4EBE}"/>
          </ac:spMkLst>
        </pc:spChg>
        <pc:spChg chg="add">
          <ac:chgData name="Esther McCartney" userId="003ee287-b963-4216-80c2-e989f2d52a36" providerId="ADAL" clId="{60D34955-58AA-448D-AB0D-989AB19BD28A}" dt="2026-02-05T08:00:51.270" v="1041" actId="26606"/>
          <ac:spMkLst>
            <pc:docMk/>
            <pc:sldMk cId="4069333435" sldId="496"/>
            <ac:spMk id="55" creationId="{92B8FFC3-0702-4F80-A25F-DCE76F0DCF1D}"/>
          </ac:spMkLst>
        </pc:spChg>
        <pc:spChg chg="add">
          <ac:chgData name="Esther McCartney" userId="003ee287-b963-4216-80c2-e989f2d52a36" providerId="ADAL" clId="{60D34955-58AA-448D-AB0D-989AB19BD28A}" dt="2026-02-05T08:00:51.270" v="1041" actId="26606"/>
          <ac:spMkLst>
            <pc:docMk/>
            <pc:sldMk cId="4069333435" sldId="496"/>
            <ac:spMk id="57" creationId="{660FAA44-950B-4B8B-812E-B19BA4A7621B}"/>
          </ac:spMkLst>
        </pc:spChg>
        <pc:spChg chg="add">
          <ac:chgData name="Esther McCartney" userId="003ee287-b963-4216-80c2-e989f2d52a36" providerId="ADAL" clId="{60D34955-58AA-448D-AB0D-989AB19BD28A}" dt="2026-02-05T08:00:51.270" v="1041" actId="26606"/>
          <ac:spMkLst>
            <pc:docMk/>
            <pc:sldMk cId="4069333435" sldId="496"/>
            <ac:spMk id="59" creationId="{9239343D-682B-4C59-A34A-69D332A71C38}"/>
          </ac:spMkLst>
        </pc:spChg>
        <pc:spChg chg="add">
          <ac:chgData name="Esther McCartney" userId="003ee287-b963-4216-80c2-e989f2d52a36" providerId="ADAL" clId="{60D34955-58AA-448D-AB0D-989AB19BD28A}" dt="2026-02-05T08:00:51.270" v="1041" actId="26606"/>
          <ac:spMkLst>
            <pc:docMk/>
            <pc:sldMk cId="4069333435" sldId="496"/>
            <ac:spMk id="60" creationId="{ABD35255-F6AD-483C-8736-3BA2E77D79D6}"/>
          </ac:spMkLst>
        </pc:spChg>
        <pc:spChg chg="add">
          <ac:chgData name="Esther McCartney" userId="003ee287-b963-4216-80c2-e989f2d52a36" providerId="ADAL" clId="{60D34955-58AA-448D-AB0D-989AB19BD28A}" dt="2026-02-05T08:00:51.270" v="1041" actId="26606"/>
          <ac:spMkLst>
            <pc:docMk/>
            <pc:sldMk cId="4069333435" sldId="496"/>
            <ac:spMk id="61" creationId="{9E3CC4EC-DB06-46D9-AFDB-90C92162D0EF}"/>
          </ac:spMkLst>
        </pc:spChg>
      </pc:sldChg>
      <pc:sldChg chg="delSp add setBg delDesignElem">
        <pc:chgData name="Esther McCartney" userId="003ee287-b963-4216-80c2-e989f2d52a36" providerId="ADAL" clId="{60D34955-58AA-448D-AB0D-989AB19BD28A}" dt="2026-02-05T08:00:15.295" v="1037"/>
        <pc:sldMkLst>
          <pc:docMk/>
          <pc:sldMk cId="2476806177" sldId="498"/>
        </pc:sldMkLst>
        <pc:spChg chg="del">
          <ac:chgData name="Esther McCartney" userId="003ee287-b963-4216-80c2-e989f2d52a36" providerId="ADAL" clId="{60D34955-58AA-448D-AB0D-989AB19BD28A}" dt="2026-02-05T08:00:15.295" v="1037"/>
          <ac:spMkLst>
            <pc:docMk/>
            <pc:sldMk cId="2476806177" sldId="498"/>
            <ac:spMk id="19" creationId="{F1B588C9-B4A5-8667-5206-AE8906F4BDCB}"/>
          </ac:spMkLst>
        </pc:spChg>
      </pc:sldChg>
      <pc:sldChg chg="addSp delSp modSp mod">
        <pc:chgData name="Esther McCartney" userId="003ee287-b963-4216-80c2-e989f2d52a36" providerId="ADAL" clId="{60D34955-58AA-448D-AB0D-989AB19BD28A}" dt="2026-02-05T07:17:43.195" v="617" actId="1076"/>
        <pc:sldMkLst>
          <pc:docMk/>
          <pc:sldMk cId="3756312943" sldId="511"/>
        </pc:sldMkLst>
        <pc:spChg chg="add del mod">
          <ac:chgData name="Esther McCartney" userId="003ee287-b963-4216-80c2-e989f2d52a36" providerId="ADAL" clId="{60D34955-58AA-448D-AB0D-989AB19BD28A}" dt="2026-02-05T07:17:30.759" v="614" actId="478"/>
          <ac:spMkLst>
            <pc:docMk/>
            <pc:sldMk cId="3756312943" sldId="511"/>
            <ac:spMk id="2" creationId="{7353FB69-21B3-F128-833D-42B44913F915}"/>
          </ac:spMkLst>
        </pc:spChg>
        <pc:spChg chg="mod">
          <ac:chgData name="Esther McCartney" userId="003ee287-b963-4216-80c2-e989f2d52a36" providerId="ADAL" clId="{60D34955-58AA-448D-AB0D-989AB19BD28A}" dt="2026-02-05T07:17:43.195" v="617" actId="1076"/>
          <ac:spMkLst>
            <pc:docMk/>
            <pc:sldMk cId="3756312943" sldId="511"/>
            <ac:spMk id="3" creationId="{8C812523-C73D-3D51-9964-144AAD8D4A2A}"/>
          </ac:spMkLst>
        </pc:spChg>
        <pc:spChg chg="mod">
          <ac:chgData name="Esther McCartney" userId="003ee287-b963-4216-80c2-e989f2d52a36" providerId="ADAL" clId="{60D34955-58AA-448D-AB0D-989AB19BD28A}" dt="2026-02-05T06:35:01.124" v="288" actId="20577"/>
          <ac:spMkLst>
            <pc:docMk/>
            <pc:sldMk cId="3756312943" sldId="511"/>
            <ac:spMk id="6" creationId="{9D81D9B5-B3AD-C56A-7714-EA8E7E9498E7}"/>
          </ac:spMkLst>
        </pc:spChg>
        <pc:graphicFrameChg chg="mod">
          <ac:chgData name="Esther McCartney" userId="003ee287-b963-4216-80c2-e989f2d52a36" providerId="ADAL" clId="{60D34955-58AA-448D-AB0D-989AB19BD28A}" dt="2026-02-05T07:17:35.666" v="615" actId="1076"/>
          <ac:graphicFrameMkLst>
            <pc:docMk/>
            <pc:sldMk cId="3756312943" sldId="511"/>
            <ac:graphicFrameMk id="8" creationId="{CFF820AA-9C19-B0A1-8BA7-D8F6FA8D4F95}"/>
          </ac:graphicFrameMkLst>
        </pc:graphicFrameChg>
      </pc:sldChg>
      <pc:sldChg chg="addSp delSp modSp del mod">
        <pc:chgData name="Esther McCartney" userId="003ee287-b963-4216-80c2-e989f2d52a36" providerId="ADAL" clId="{60D34955-58AA-448D-AB0D-989AB19BD28A}" dt="2026-02-05T07:01:18.099" v="300" actId="2696"/>
        <pc:sldMkLst>
          <pc:docMk/>
          <pc:sldMk cId="1944868820" sldId="512"/>
        </pc:sldMkLst>
        <pc:spChg chg="mod">
          <ac:chgData name="Esther McCartney" userId="003ee287-b963-4216-80c2-e989f2d52a36" providerId="ADAL" clId="{60D34955-58AA-448D-AB0D-989AB19BD28A}" dt="2026-02-05T07:00:55.548" v="299" actId="26606"/>
          <ac:spMkLst>
            <pc:docMk/>
            <pc:sldMk cId="1944868820" sldId="512"/>
            <ac:spMk id="6" creationId="{9D81D9B5-B3AD-C56A-7714-EA8E7E9498E7}"/>
          </ac:spMkLst>
        </pc:spChg>
        <pc:spChg chg="del">
          <ac:chgData name="Esther McCartney" userId="003ee287-b963-4216-80c2-e989f2d52a36" providerId="ADAL" clId="{60D34955-58AA-448D-AB0D-989AB19BD28A}" dt="2026-02-05T07:00:55.548" v="299" actId="26606"/>
          <ac:spMkLst>
            <pc:docMk/>
            <pc:sldMk cId="1944868820" sldId="512"/>
            <ac:spMk id="12" creationId="{18FD5326-9F0A-481B-8415-14B6BFB852CF}"/>
          </ac:spMkLst>
        </pc:spChg>
        <pc:spChg chg="del">
          <ac:chgData name="Esther McCartney" userId="003ee287-b963-4216-80c2-e989f2d52a36" providerId="ADAL" clId="{60D34955-58AA-448D-AB0D-989AB19BD28A}" dt="2026-02-05T07:00:55.548" v="299" actId="26606"/>
          <ac:spMkLst>
            <pc:docMk/>
            <pc:sldMk cId="1944868820" sldId="512"/>
            <ac:spMk id="14" creationId="{7A268CD7-AFA8-49FF-8494-036157361BFF}"/>
          </ac:spMkLst>
        </pc:spChg>
        <pc:spChg chg="del">
          <ac:chgData name="Esther McCartney" userId="003ee287-b963-4216-80c2-e989f2d52a36" providerId="ADAL" clId="{60D34955-58AA-448D-AB0D-989AB19BD28A}" dt="2026-02-05T07:00:55.548" v="299" actId="26606"/>
          <ac:spMkLst>
            <pc:docMk/>
            <pc:sldMk cId="1944868820" sldId="512"/>
            <ac:spMk id="16" creationId="{A0897FCD-4816-4E4A-A524-078453D8706E}"/>
          </ac:spMkLst>
        </pc:spChg>
        <pc:spChg chg="del">
          <ac:chgData name="Esther McCartney" userId="003ee287-b963-4216-80c2-e989f2d52a36" providerId="ADAL" clId="{60D34955-58AA-448D-AB0D-989AB19BD28A}" dt="2026-02-05T07:00:55.548" v="299" actId="26606"/>
          <ac:spMkLst>
            <pc:docMk/>
            <pc:sldMk cId="1944868820" sldId="512"/>
            <ac:spMk id="18" creationId="{2ED953D6-5A73-4461-BB18-1E759E7A638E}"/>
          </ac:spMkLst>
        </pc:spChg>
        <pc:spChg chg="add">
          <ac:chgData name="Esther McCartney" userId="003ee287-b963-4216-80c2-e989f2d52a36" providerId="ADAL" clId="{60D34955-58AA-448D-AB0D-989AB19BD28A}" dt="2026-02-05T07:00:55.548" v="299" actId="26606"/>
          <ac:spMkLst>
            <pc:docMk/>
            <pc:sldMk cId="1944868820" sldId="512"/>
            <ac:spMk id="23" creationId="{18FD5326-9F0A-481B-8415-14B6BFB852CF}"/>
          </ac:spMkLst>
        </pc:spChg>
        <pc:spChg chg="add">
          <ac:chgData name="Esther McCartney" userId="003ee287-b963-4216-80c2-e989f2d52a36" providerId="ADAL" clId="{60D34955-58AA-448D-AB0D-989AB19BD28A}" dt="2026-02-05T07:00:55.548" v="299" actId="26606"/>
          <ac:spMkLst>
            <pc:docMk/>
            <pc:sldMk cId="1944868820" sldId="512"/>
            <ac:spMk id="25" creationId="{7A268CD7-AFA8-49FF-8494-036157361BFF}"/>
          </ac:spMkLst>
        </pc:spChg>
        <pc:spChg chg="add">
          <ac:chgData name="Esther McCartney" userId="003ee287-b963-4216-80c2-e989f2d52a36" providerId="ADAL" clId="{60D34955-58AA-448D-AB0D-989AB19BD28A}" dt="2026-02-05T07:00:55.548" v="299" actId="26606"/>
          <ac:spMkLst>
            <pc:docMk/>
            <pc:sldMk cId="1944868820" sldId="512"/>
            <ac:spMk id="27" creationId="{A0897FCD-4816-4E4A-A524-078453D8706E}"/>
          </ac:spMkLst>
        </pc:spChg>
        <pc:spChg chg="add">
          <ac:chgData name="Esther McCartney" userId="003ee287-b963-4216-80c2-e989f2d52a36" providerId="ADAL" clId="{60D34955-58AA-448D-AB0D-989AB19BD28A}" dt="2026-02-05T07:00:55.548" v="299" actId="26606"/>
          <ac:spMkLst>
            <pc:docMk/>
            <pc:sldMk cId="1944868820" sldId="512"/>
            <ac:spMk id="31" creationId="{F0EDA701-4C2B-4983-A61C-952E63C6B8DB}"/>
          </ac:spMkLst>
        </pc:spChg>
        <pc:spChg chg="add">
          <ac:chgData name="Esther McCartney" userId="003ee287-b963-4216-80c2-e989f2d52a36" providerId="ADAL" clId="{60D34955-58AA-448D-AB0D-989AB19BD28A}" dt="2026-02-05T07:00:55.548" v="299" actId="26606"/>
          <ac:spMkLst>
            <pc:docMk/>
            <pc:sldMk cId="1944868820" sldId="512"/>
            <ac:spMk id="33" creationId="{ABD094A0-0F03-4392-AAF0-F48FBDB63161}"/>
          </ac:spMkLst>
        </pc:spChg>
      </pc:sldChg>
      <pc:sldChg chg="addSp delSp modSp new mod setBg modClrScheme addAnim chgLayout">
        <pc:chgData name="Esther McCartney" userId="003ee287-b963-4216-80c2-e989f2d52a36" providerId="ADAL" clId="{60D34955-58AA-448D-AB0D-989AB19BD28A}" dt="2026-02-05T06:34:41.285" v="279"/>
        <pc:sldMkLst>
          <pc:docMk/>
          <pc:sldMk cId="1497649852" sldId="513"/>
        </pc:sldMkLst>
        <pc:spChg chg="del mod ord">
          <ac:chgData name="Esther McCartney" userId="003ee287-b963-4216-80c2-e989f2d52a36" providerId="ADAL" clId="{60D34955-58AA-448D-AB0D-989AB19BD28A}" dt="2026-02-05T06:34:09.788" v="209" actId="700"/>
          <ac:spMkLst>
            <pc:docMk/>
            <pc:sldMk cId="1497649852" sldId="513"/>
            <ac:spMk id="2" creationId="{B807D918-4BCC-9DEA-66E1-AC563CDE4301}"/>
          </ac:spMkLst>
        </pc:spChg>
        <pc:spChg chg="del mod ord">
          <ac:chgData name="Esther McCartney" userId="003ee287-b963-4216-80c2-e989f2d52a36" providerId="ADAL" clId="{60D34955-58AA-448D-AB0D-989AB19BD28A}" dt="2026-02-05T06:34:09.788" v="209" actId="700"/>
          <ac:spMkLst>
            <pc:docMk/>
            <pc:sldMk cId="1497649852" sldId="513"/>
            <ac:spMk id="3" creationId="{215F63C1-5923-3217-9A86-F96DD751A174}"/>
          </ac:spMkLst>
        </pc:spChg>
        <pc:spChg chg="add mod ord">
          <ac:chgData name="Esther McCartney" userId="003ee287-b963-4216-80c2-e989f2d52a36" providerId="ADAL" clId="{60D34955-58AA-448D-AB0D-989AB19BD28A}" dt="2026-02-05T06:34:41.269" v="277" actId="26606"/>
          <ac:spMkLst>
            <pc:docMk/>
            <pc:sldMk cId="1497649852" sldId="513"/>
            <ac:spMk id="4" creationId="{CCB2FC45-EBDA-21D6-BF9F-EA383D2B7C92}"/>
          </ac:spMkLst>
        </pc:spChg>
        <pc:spChg chg="add mod ord">
          <ac:chgData name="Esther McCartney" userId="003ee287-b963-4216-80c2-e989f2d52a36" providerId="ADAL" clId="{60D34955-58AA-448D-AB0D-989AB19BD28A}" dt="2026-02-05T06:34:41.269" v="277" actId="26606"/>
          <ac:spMkLst>
            <pc:docMk/>
            <pc:sldMk cId="1497649852" sldId="513"/>
            <ac:spMk id="5" creationId="{9620FB0F-168D-D9CF-738E-AFB1B521DD5D}"/>
          </ac:spMkLst>
        </pc:spChg>
        <pc:spChg chg="add">
          <ac:chgData name="Esther McCartney" userId="003ee287-b963-4216-80c2-e989f2d52a36" providerId="ADAL" clId="{60D34955-58AA-448D-AB0D-989AB19BD28A}" dt="2026-02-05T06:34:41.269" v="277" actId="26606"/>
          <ac:spMkLst>
            <pc:docMk/>
            <pc:sldMk cId="1497649852" sldId="513"/>
            <ac:spMk id="10" creationId="{328C565D-A991-4381-AC37-76A58A4A128F}"/>
          </ac:spMkLst>
        </pc:spChg>
        <pc:spChg chg="add">
          <ac:chgData name="Esther McCartney" userId="003ee287-b963-4216-80c2-e989f2d52a36" providerId="ADAL" clId="{60D34955-58AA-448D-AB0D-989AB19BD28A}" dt="2026-02-05T06:34:41.269" v="277" actId="26606"/>
          <ac:spMkLst>
            <pc:docMk/>
            <pc:sldMk cId="1497649852" sldId="513"/>
            <ac:spMk id="12" creationId="{B7180431-F4DE-415D-BCBB-9316423C37C1}"/>
          </ac:spMkLst>
        </pc:spChg>
        <pc:spChg chg="add">
          <ac:chgData name="Esther McCartney" userId="003ee287-b963-4216-80c2-e989f2d52a36" providerId="ADAL" clId="{60D34955-58AA-448D-AB0D-989AB19BD28A}" dt="2026-02-05T06:34:41.269" v="277" actId="26606"/>
          <ac:spMkLst>
            <pc:docMk/>
            <pc:sldMk cId="1497649852" sldId="513"/>
            <ac:spMk id="14" creationId="{EEABD997-5EF9-4E9B-AFBB-F6DFAAF3ADF0}"/>
          </ac:spMkLst>
        </pc:spChg>
        <pc:spChg chg="add">
          <ac:chgData name="Esther McCartney" userId="003ee287-b963-4216-80c2-e989f2d52a36" providerId="ADAL" clId="{60D34955-58AA-448D-AB0D-989AB19BD28A}" dt="2026-02-05T06:34:41.269" v="277" actId="26606"/>
          <ac:spMkLst>
            <pc:docMk/>
            <pc:sldMk cId="1497649852" sldId="513"/>
            <ac:spMk id="16" creationId="{E9AB5EE6-A047-4B18-B998-D46DF3CC36FE}"/>
          </ac:spMkLst>
        </pc:spChg>
      </pc:sldChg>
      <pc:sldChg chg="addSp delSp modSp new mod modClrScheme chgLayout">
        <pc:chgData name="Esther McCartney" userId="003ee287-b963-4216-80c2-e989f2d52a36" providerId="ADAL" clId="{60D34955-58AA-448D-AB0D-989AB19BD28A}" dt="2026-02-05T07:04:44.180" v="463" actId="14100"/>
        <pc:sldMkLst>
          <pc:docMk/>
          <pc:sldMk cId="1404975064" sldId="514"/>
        </pc:sldMkLst>
        <pc:spChg chg="del mod ord">
          <ac:chgData name="Esther McCartney" userId="003ee287-b963-4216-80c2-e989f2d52a36" providerId="ADAL" clId="{60D34955-58AA-448D-AB0D-989AB19BD28A}" dt="2026-02-05T07:02:46.612" v="314" actId="700"/>
          <ac:spMkLst>
            <pc:docMk/>
            <pc:sldMk cId="1404975064" sldId="514"/>
            <ac:spMk id="2" creationId="{6BEBED9A-3A85-AFD0-C63D-C6B21A087A22}"/>
          </ac:spMkLst>
        </pc:spChg>
        <pc:spChg chg="del mod ord">
          <ac:chgData name="Esther McCartney" userId="003ee287-b963-4216-80c2-e989f2d52a36" providerId="ADAL" clId="{60D34955-58AA-448D-AB0D-989AB19BD28A}" dt="2026-02-05T07:02:46.612" v="314" actId="700"/>
          <ac:spMkLst>
            <pc:docMk/>
            <pc:sldMk cId="1404975064" sldId="514"/>
            <ac:spMk id="3" creationId="{A81778E4-0E67-DA21-0D39-F01C32C93604}"/>
          </ac:spMkLst>
        </pc:spChg>
        <pc:spChg chg="del mod ord">
          <ac:chgData name="Esther McCartney" userId="003ee287-b963-4216-80c2-e989f2d52a36" providerId="ADAL" clId="{60D34955-58AA-448D-AB0D-989AB19BD28A}" dt="2026-02-05T07:02:46.612" v="314" actId="700"/>
          <ac:spMkLst>
            <pc:docMk/>
            <pc:sldMk cId="1404975064" sldId="514"/>
            <ac:spMk id="4" creationId="{1E50D680-F186-FE65-8B96-D560B40600A2}"/>
          </ac:spMkLst>
        </pc:spChg>
        <pc:spChg chg="add mod ord">
          <ac:chgData name="Esther McCartney" userId="003ee287-b963-4216-80c2-e989f2d52a36" providerId="ADAL" clId="{60D34955-58AA-448D-AB0D-989AB19BD28A}" dt="2026-02-05T07:02:57.691" v="344" actId="20577"/>
          <ac:spMkLst>
            <pc:docMk/>
            <pc:sldMk cId="1404975064" sldId="514"/>
            <ac:spMk id="5" creationId="{9FA143F8-1C40-402B-5C73-1057578D78A2}"/>
          </ac:spMkLst>
        </pc:spChg>
        <pc:spChg chg="add mod ord">
          <ac:chgData name="Esther McCartney" userId="003ee287-b963-4216-80c2-e989f2d52a36" providerId="ADAL" clId="{60D34955-58AA-448D-AB0D-989AB19BD28A}" dt="2026-02-05T07:03:02.715" v="359" actId="20577"/>
          <ac:spMkLst>
            <pc:docMk/>
            <pc:sldMk cId="1404975064" sldId="514"/>
            <ac:spMk id="6" creationId="{C044E213-7E15-3658-AD13-7180334C851B}"/>
          </ac:spMkLst>
        </pc:spChg>
        <pc:spChg chg="add mod ord">
          <ac:chgData name="Esther McCartney" userId="003ee287-b963-4216-80c2-e989f2d52a36" providerId="ADAL" clId="{60D34955-58AA-448D-AB0D-989AB19BD28A}" dt="2026-02-05T07:04:41.518" v="461" actId="27636"/>
          <ac:spMkLst>
            <pc:docMk/>
            <pc:sldMk cId="1404975064" sldId="514"/>
            <ac:spMk id="7" creationId="{EF6A5C1B-4639-5D3D-62D8-449D1B5450A2}"/>
          </ac:spMkLst>
        </pc:spChg>
        <pc:spChg chg="add mod ord">
          <ac:chgData name="Esther McCartney" userId="003ee287-b963-4216-80c2-e989f2d52a36" providerId="ADAL" clId="{60D34955-58AA-448D-AB0D-989AB19BD28A}" dt="2026-02-05T07:03:07.823" v="372" actId="20577"/>
          <ac:spMkLst>
            <pc:docMk/>
            <pc:sldMk cId="1404975064" sldId="514"/>
            <ac:spMk id="8" creationId="{20D2A7B5-067A-B08E-348D-3F5655162FD8}"/>
          </ac:spMkLst>
        </pc:spChg>
        <pc:spChg chg="add mod ord">
          <ac:chgData name="Esther McCartney" userId="003ee287-b963-4216-80c2-e989f2d52a36" providerId="ADAL" clId="{60D34955-58AA-448D-AB0D-989AB19BD28A}" dt="2026-02-05T07:04:44.180" v="463" actId="14100"/>
          <ac:spMkLst>
            <pc:docMk/>
            <pc:sldMk cId="1404975064" sldId="514"/>
            <ac:spMk id="9" creationId="{D045ACF2-E02F-074B-147A-2F264DD7D67E}"/>
          </ac:spMkLst>
        </pc:spChg>
      </pc:sldChg>
      <pc:sldChg chg="modSp new mod">
        <pc:chgData name="Esther McCartney" userId="003ee287-b963-4216-80c2-e989f2d52a36" providerId="ADAL" clId="{60D34955-58AA-448D-AB0D-989AB19BD28A}" dt="2026-02-05T07:12:24.024" v="573" actId="13926"/>
        <pc:sldMkLst>
          <pc:docMk/>
          <pc:sldMk cId="363501407" sldId="515"/>
        </pc:sldMkLst>
        <pc:spChg chg="mod">
          <ac:chgData name="Esther McCartney" userId="003ee287-b963-4216-80c2-e989f2d52a36" providerId="ADAL" clId="{60D34955-58AA-448D-AB0D-989AB19BD28A}" dt="2026-02-05T07:12:12.492" v="570" actId="20577"/>
          <ac:spMkLst>
            <pc:docMk/>
            <pc:sldMk cId="363501407" sldId="515"/>
            <ac:spMk id="2" creationId="{A6AAEC2C-E228-8689-5AF6-E68A69B42E7E}"/>
          </ac:spMkLst>
        </pc:spChg>
        <pc:spChg chg="mod">
          <ac:chgData name="Esther McCartney" userId="003ee287-b963-4216-80c2-e989f2d52a36" providerId="ADAL" clId="{60D34955-58AA-448D-AB0D-989AB19BD28A}" dt="2026-02-05T07:12:24.024" v="573" actId="13926"/>
          <ac:spMkLst>
            <pc:docMk/>
            <pc:sldMk cId="363501407" sldId="515"/>
            <ac:spMk id="3" creationId="{E31718EE-B654-E227-D0B1-0D34E831561B}"/>
          </ac:spMkLst>
        </pc:spChg>
      </pc:sldChg>
      <pc:sldChg chg="addSp delSp modSp new mod setBg">
        <pc:chgData name="Esther McCartney" userId="003ee287-b963-4216-80c2-e989f2d52a36" providerId="ADAL" clId="{60D34955-58AA-448D-AB0D-989AB19BD28A}" dt="2026-02-05T07:32:36.841" v="652" actId="26606"/>
        <pc:sldMkLst>
          <pc:docMk/>
          <pc:sldMk cId="4006116378" sldId="516"/>
        </pc:sldMkLst>
        <pc:spChg chg="mod">
          <ac:chgData name="Esther McCartney" userId="003ee287-b963-4216-80c2-e989f2d52a36" providerId="ADAL" clId="{60D34955-58AA-448D-AB0D-989AB19BD28A}" dt="2026-02-05T07:32:36.841" v="652" actId="26606"/>
          <ac:spMkLst>
            <pc:docMk/>
            <pc:sldMk cId="4006116378" sldId="516"/>
            <ac:spMk id="2" creationId="{8269D13A-B238-A499-3AA2-A275D0485069}"/>
          </ac:spMkLst>
        </pc:spChg>
        <pc:spChg chg="del">
          <ac:chgData name="Esther McCartney" userId="003ee287-b963-4216-80c2-e989f2d52a36" providerId="ADAL" clId="{60D34955-58AA-448D-AB0D-989AB19BD28A}" dt="2026-02-05T07:32:23.382" v="625" actId="22"/>
          <ac:spMkLst>
            <pc:docMk/>
            <pc:sldMk cId="4006116378" sldId="516"/>
            <ac:spMk id="3" creationId="{91B91DF5-D379-2DDB-83A6-EBFE6DCCE22D}"/>
          </ac:spMkLst>
        </pc:spChg>
        <pc:spChg chg="add">
          <ac:chgData name="Esther McCartney" userId="003ee287-b963-4216-80c2-e989f2d52a36" providerId="ADAL" clId="{60D34955-58AA-448D-AB0D-989AB19BD28A}" dt="2026-02-05T07:32:36.841" v="652" actId="26606"/>
          <ac:spMkLst>
            <pc:docMk/>
            <pc:sldMk cId="4006116378" sldId="516"/>
            <ac:spMk id="10" creationId="{A499F183-99EE-4B1F-BA64-21A07922AE82}"/>
          </ac:spMkLst>
        </pc:spChg>
        <pc:spChg chg="add">
          <ac:chgData name="Esther McCartney" userId="003ee287-b963-4216-80c2-e989f2d52a36" providerId="ADAL" clId="{60D34955-58AA-448D-AB0D-989AB19BD28A}" dt="2026-02-05T07:32:36.841" v="652" actId="26606"/>
          <ac:spMkLst>
            <pc:docMk/>
            <pc:sldMk cId="4006116378" sldId="516"/>
            <ac:spMk id="12" creationId="{B783A767-5AFC-40D0-A72C-09036EA1726F}"/>
          </ac:spMkLst>
        </pc:spChg>
        <pc:spChg chg="add">
          <ac:chgData name="Esther McCartney" userId="003ee287-b963-4216-80c2-e989f2d52a36" providerId="ADAL" clId="{60D34955-58AA-448D-AB0D-989AB19BD28A}" dt="2026-02-05T07:32:36.841" v="652" actId="26606"/>
          <ac:spMkLst>
            <pc:docMk/>
            <pc:sldMk cId="4006116378" sldId="516"/>
            <ac:spMk id="14" creationId="{41262CAC-6BC8-43F9-9113-770A2772F68C}"/>
          </ac:spMkLst>
        </pc:spChg>
        <pc:spChg chg="add">
          <ac:chgData name="Esther McCartney" userId="003ee287-b963-4216-80c2-e989f2d52a36" providerId="ADAL" clId="{60D34955-58AA-448D-AB0D-989AB19BD28A}" dt="2026-02-05T07:32:36.841" v="652" actId="26606"/>
          <ac:spMkLst>
            <pc:docMk/>
            <pc:sldMk cId="4006116378" sldId="516"/>
            <ac:spMk id="16" creationId="{1AA2CCB6-DFD2-41CD-96FE-0140B793599F}"/>
          </ac:spMkLst>
        </pc:spChg>
        <pc:spChg chg="add">
          <ac:chgData name="Esther McCartney" userId="003ee287-b963-4216-80c2-e989f2d52a36" providerId="ADAL" clId="{60D34955-58AA-448D-AB0D-989AB19BD28A}" dt="2026-02-05T07:32:36.841" v="652" actId="26606"/>
          <ac:spMkLst>
            <pc:docMk/>
            <pc:sldMk cId="4006116378" sldId="516"/>
            <ac:spMk id="18" creationId="{3A0F039B-5DD9-421A-9389-1F31ABD9B2F3}"/>
          </ac:spMkLst>
        </pc:spChg>
        <pc:picChg chg="add mod ord">
          <ac:chgData name="Esther McCartney" userId="003ee287-b963-4216-80c2-e989f2d52a36" providerId="ADAL" clId="{60D34955-58AA-448D-AB0D-989AB19BD28A}" dt="2026-02-05T07:32:36.841" v="652" actId="26606"/>
          <ac:picMkLst>
            <pc:docMk/>
            <pc:sldMk cId="4006116378" sldId="516"/>
            <ac:picMk id="5" creationId="{D7F3C160-E036-6503-E4CF-1155A98CB979}"/>
          </ac:picMkLst>
        </pc:picChg>
      </pc:sldChg>
      <pc:sldChg chg="addSp delSp modSp new mod setBg">
        <pc:chgData name="Esther McCartney" userId="003ee287-b963-4216-80c2-e989f2d52a36" providerId="ADAL" clId="{60D34955-58AA-448D-AB0D-989AB19BD28A}" dt="2026-02-05T07:38:06.989" v="663" actId="1076"/>
        <pc:sldMkLst>
          <pc:docMk/>
          <pc:sldMk cId="1186433157" sldId="517"/>
        </pc:sldMkLst>
        <pc:spChg chg="mod ord">
          <ac:chgData name="Esther McCartney" userId="003ee287-b963-4216-80c2-e989f2d52a36" providerId="ADAL" clId="{60D34955-58AA-448D-AB0D-989AB19BD28A}" dt="2026-02-05T07:38:06.989" v="663" actId="1076"/>
          <ac:spMkLst>
            <pc:docMk/>
            <pc:sldMk cId="1186433157" sldId="517"/>
            <ac:spMk id="2" creationId="{7F6D773D-A0BF-8028-9B7F-A6E4E7B22A0F}"/>
          </ac:spMkLst>
        </pc:spChg>
        <pc:spChg chg="del">
          <ac:chgData name="Esther McCartney" userId="003ee287-b963-4216-80c2-e989f2d52a36" providerId="ADAL" clId="{60D34955-58AA-448D-AB0D-989AB19BD28A}" dt="2026-02-05T07:34:09.033" v="654" actId="22"/>
          <ac:spMkLst>
            <pc:docMk/>
            <pc:sldMk cId="1186433157" sldId="517"/>
            <ac:spMk id="3" creationId="{CF612B10-70D5-F5E9-D48F-3079C85256D5}"/>
          </ac:spMkLst>
        </pc:spChg>
        <pc:spChg chg="add">
          <ac:chgData name="Esther McCartney" userId="003ee287-b963-4216-80c2-e989f2d52a36" providerId="ADAL" clId="{60D34955-58AA-448D-AB0D-989AB19BD28A}" dt="2026-02-05T07:34:11.164" v="655" actId="26606"/>
          <ac:spMkLst>
            <pc:docMk/>
            <pc:sldMk cId="1186433157" sldId="517"/>
            <ac:spMk id="10" creationId="{66D08039-6C4E-4870-9E3D-6218263DE95D}"/>
          </ac:spMkLst>
        </pc:spChg>
        <pc:spChg chg="add">
          <ac:chgData name="Esther McCartney" userId="003ee287-b963-4216-80c2-e989f2d52a36" providerId="ADAL" clId="{60D34955-58AA-448D-AB0D-989AB19BD28A}" dt="2026-02-05T07:34:11.164" v="655" actId="26606"/>
          <ac:spMkLst>
            <pc:docMk/>
            <pc:sldMk cId="1186433157" sldId="517"/>
            <ac:spMk id="12" creationId="{9FB31D2E-CBC8-4C4A-917F-DCB48EAEB08A}"/>
          </ac:spMkLst>
        </pc:spChg>
        <pc:spChg chg="add">
          <ac:chgData name="Esther McCartney" userId="003ee287-b963-4216-80c2-e989f2d52a36" providerId="ADAL" clId="{60D34955-58AA-448D-AB0D-989AB19BD28A}" dt="2026-02-05T07:34:11.164" v="655" actId="26606"/>
          <ac:spMkLst>
            <pc:docMk/>
            <pc:sldMk cId="1186433157" sldId="517"/>
            <ac:spMk id="14" creationId="{FCCF4F09-0D96-42BE-AE16-84AB4E0B5674}"/>
          </ac:spMkLst>
        </pc:spChg>
        <pc:spChg chg="add">
          <ac:chgData name="Esther McCartney" userId="003ee287-b963-4216-80c2-e989f2d52a36" providerId="ADAL" clId="{60D34955-58AA-448D-AB0D-989AB19BD28A}" dt="2026-02-05T07:34:11.164" v="655" actId="26606"/>
          <ac:spMkLst>
            <pc:docMk/>
            <pc:sldMk cId="1186433157" sldId="517"/>
            <ac:spMk id="16" creationId="{21AF87EE-372A-438E-B086-63D494ECA27E}"/>
          </ac:spMkLst>
        </pc:spChg>
        <pc:spChg chg="add">
          <ac:chgData name="Esther McCartney" userId="003ee287-b963-4216-80c2-e989f2d52a36" providerId="ADAL" clId="{60D34955-58AA-448D-AB0D-989AB19BD28A}" dt="2026-02-05T07:34:11.164" v="655" actId="26606"/>
          <ac:spMkLst>
            <pc:docMk/>
            <pc:sldMk cId="1186433157" sldId="517"/>
            <ac:spMk id="18" creationId="{E2B38E65-3AFD-404A-BEFC-3006BCB7A7D0}"/>
          </ac:spMkLst>
        </pc:spChg>
        <pc:spChg chg="add">
          <ac:chgData name="Esther McCartney" userId="003ee287-b963-4216-80c2-e989f2d52a36" providerId="ADAL" clId="{60D34955-58AA-448D-AB0D-989AB19BD28A}" dt="2026-02-05T07:34:11.164" v="655" actId="26606"/>
          <ac:spMkLst>
            <pc:docMk/>
            <pc:sldMk cId="1186433157" sldId="517"/>
            <ac:spMk id="20" creationId="{AE598562-3047-4BC2-BFF9-F39420474D21}"/>
          </ac:spMkLst>
        </pc:spChg>
        <pc:grpChg chg="add">
          <ac:chgData name="Esther McCartney" userId="003ee287-b963-4216-80c2-e989f2d52a36" providerId="ADAL" clId="{60D34955-58AA-448D-AB0D-989AB19BD28A}" dt="2026-02-05T07:34:11.164" v="655" actId="26606"/>
          <ac:grpSpMkLst>
            <pc:docMk/>
            <pc:sldMk cId="1186433157" sldId="517"/>
            <ac:grpSpMk id="22" creationId="{C19E0D66-E86B-461B-B58E-7FB356BB03FD}"/>
          </ac:grpSpMkLst>
        </pc:grpChg>
        <pc:picChg chg="add mod ord">
          <ac:chgData name="Esther McCartney" userId="003ee287-b963-4216-80c2-e989f2d52a36" providerId="ADAL" clId="{60D34955-58AA-448D-AB0D-989AB19BD28A}" dt="2026-02-05T07:34:11.164" v="655" actId="26606"/>
          <ac:picMkLst>
            <pc:docMk/>
            <pc:sldMk cId="1186433157" sldId="517"/>
            <ac:picMk id="5" creationId="{F12BC02C-BABC-AFAB-B75D-3BD3C4CA38B1}"/>
          </ac:picMkLst>
        </pc:picChg>
      </pc:sldChg>
      <pc:sldChg chg="addSp modSp new mod setBg">
        <pc:chgData name="Esther McCartney" userId="003ee287-b963-4216-80c2-e989f2d52a36" providerId="ADAL" clId="{60D34955-58AA-448D-AB0D-989AB19BD28A}" dt="2026-02-05T08:03:30.563" v="1229" actId="403"/>
        <pc:sldMkLst>
          <pc:docMk/>
          <pc:sldMk cId="271320249" sldId="518"/>
        </pc:sldMkLst>
        <pc:spChg chg="mod">
          <ac:chgData name="Esther McCartney" userId="003ee287-b963-4216-80c2-e989f2d52a36" providerId="ADAL" clId="{60D34955-58AA-448D-AB0D-989AB19BD28A}" dt="2026-02-05T08:03:25.478" v="1227" actId="26606"/>
          <ac:spMkLst>
            <pc:docMk/>
            <pc:sldMk cId="271320249" sldId="518"/>
            <ac:spMk id="2" creationId="{3CB1B0C1-AF1A-DFFE-BDC9-42A4AF045772}"/>
          </ac:spMkLst>
        </pc:spChg>
        <pc:spChg chg="mod">
          <ac:chgData name="Esther McCartney" userId="003ee287-b963-4216-80c2-e989f2d52a36" providerId="ADAL" clId="{60D34955-58AA-448D-AB0D-989AB19BD28A}" dt="2026-02-05T08:03:30.563" v="1229" actId="403"/>
          <ac:spMkLst>
            <pc:docMk/>
            <pc:sldMk cId="271320249" sldId="518"/>
            <ac:spMk id="3" creationId="{2CC60087-4558-AACD-79F1-8BAE091A19A8}"/>
          </ac:spMkLst>
        </pc:spChg>
        <pc:spChg chg="add">
          <ac:chgData name="Esther McCartney" userId="003ee287-b963-4216-80c2-e989f2d52a36" providerId="ADAL" clId="{60D34955-58AA-448D-AB0D-989AB19BD28A}" dt="2026-02-05T08:03:25.478" v="1227" actId="26606"/>
          <ac:spMkLst>
            <pc:docMk/>
            <pc:sldMk cId="271320249" sldId="518"/>
            <ac:spMk id="8" creationId="{B373F125-DEF3-41D6-9918-AB21A2ACC37A}"/>
          </ac:spMkLst>
        </pc:spChg>
        <pc:spChg chg="add">
          <ac:chgData name="Esther McCartney" userId="003ee287-b963-4216-80c2-e989f2d52a36" providerId="ADAL" clId="{60D34955-58AA-448D-AB0D-989AB19BD28A}" dt="2026-02-05T08:03:25.478" v="1227" actId="26606"/>
          <ac:spMkLst>
            <pc:docMk/>
            <pc:sldMk cId="271320249" sldId="518"/>
            <ac:spMk id="10" creationId="{71E9F226-EB6E-48C9-ADDA-636DE4BF4EBE}"/>
          </ac:spMkLst>
        </pc:spChg>
      </pc:sldChg>
      <pc:sldChg chg="new del">
        <pc:chgData name="Esther McCartney" userId="003ee287-b963-4216-80c2-e989f2d52a36" providerId="ADAL" clId="{60D34955-58AA-448D-AB0D-989AB19BD28A}" dt="2026-02-05T08:00:20.367" v="1038" actId="2696"/>
        <pc:sldMkLst>
          <pc:docMk/>
          <pc:sldMk cId="2404698503" sldId="518"/>
        </pc:sldMkLst>
      </pc:sldChg>
      <pc:sldChg chg="add del">
        <pc:chgData name="Esther McCartney" userId="003ee287-b963-4216-80c2-e989f2d52a36" providerId="ADAL" clId="{60D34955-58AA-448D-AB0D-989AB19BD28A}" dt="2026-02-06T00:13:12.214" v="1237"/>
        <pc:sldMkLst>
          <pc:docMk/>
          <pc:sldMk cId="2069570380" sldId="519"/>
        </pc:sldMkLst>
      </pc:sldChg>
      <pc:sldChg chg="add del">
        <pc:chgData name="Esther McCartney" userId="003ee287-b963-4216-80c2-e989f2d52a36" providerId="ADAL" clId="{60D34955-58AA-448D-AB0D-989AB19BD28A}" dt="2026-02-06T00:13:12.214" v="1237"/>
        <pc:sldMkLst>
          <pc:docMk/>
          <pc:sldMk cId="4028275444" sldId="520"/>
        </pc:sldMkLst>
      </pc:sldChg>
      <pc:sldChg chg="addSp delSp add del setBg delDesignElem">
        <pc:chgData name="Esther McCartney" userId="003ee287-b963-4216-80c2-e989f2d52a36" providerId="ADAL" clId="{60D34955-58AA-448D-AB0D-989AB19BD28A}" dt="2026-02-06T00:13:12.214" v="1237"/>
        <pc:sldMkLst>
          <pc:docMk/>
          <pc:sldMk cId="3448178853" sldId="521"/>
        </pc:sldMkLst>
        <pc:spChg chg="add del">
          <ac:chgData name="Esther McCartney" userId="003ee287-b963-4216-80c2-e989f2d52a36" providerId="ADAL" clId="{60D34955-58AA-448D-AB0D-989AB19BD28A}" dt="2026-02-06T00:13:05.550" v="1236"/>
          <ac:spMkLst>
            <pc:docMk/>
            <pc:sldMk cId="3448178853" sldId="521"/>
            <ac:spMk id="11" creationId="{E9AA9F65-94B8-41A5-A7FF-23D2CFB116BB}"/>
          </ac:spMkLst>
        </pc:spChg>
        <pc:spChg chg="add del">
          <ac:chgData name="Esther McCartney" userId="003ee287-b963-4216-80c2-e989f2d52a36" providerId="ADAL" clId="{60D34955-58AA-448D-AB0D-989AB19BD28A}" dt="2026-02-06T00:13:05.550" v="1236"/>
          <ac:spMkLst>
            <pc:docMk/>
            <pc:sldMk cId="3448178853" sldId="521"/>
            <ac:spMk id="13" creationId="{7E8B0F8E-3F6C-4541-B9C1-774D80A08834}"/>
          </ac:spMkLst>
        </pc:spChg>
        <pc:spChg chg="add del">
          <ac:chgData name="Esther McCartney" userId="003ee287-b963-4216-80c2-e989f2d52a36" providerId="ADAL" clId="{60D34955-58AA-448D-AB0D-989AB19BD28A}" dt="2026-02-06T00:13:05.550" v="1236"/>
          <ac:spMkLst>
            <pc:docMk/>
            <pc:sldMk cId="3448178853" sldId="521"/>
            <ac:spMk id="15" creationId="{7A45F5BC-32D1-41CD-B270-C46F18CA1ACC}"/>
          </ac:spMkLst>
        </pc:spChg>
        <pc:spChg chg="add del">
          <ac:chgData name="Esther McCartney" userId="003ee287-b963-4216-80c2-e989f2d52a36" providerId="ADAL" clId="{60D34955-58AA-448D-AB0D-989AB19BD28A}" dt="2026-02-06T00:13:05.550" v="1236"/>
          <ac:spMkLst>
            <pc:docMk/>
            <pc:sldMk cId="3448178853" sldId="521"/>
            <ac:spMk id="17" creationId="{5BB74D4E-F243-4A10-813D-500A14025392}"/>
          </ac:spMkLst>
        </pc:spChg>
        <pc:spChg chg="add del">
          <ac:chgData name="Esther McCartney" userId="003ee287-b963-4216-80c2-e989f2d52a36" providerId="ADAL" clId="{60D34955-58AA-448D-AB0D-989AB19BD28A}" dt="2026-02-06T00:13:05.550" v="1236"/>
          <ac:spMkLst>
            <pc:docMk/>
            <pc:sldMk cId="3448178853" sldId="521"/>
            <ac:spMk id="19" creationId="{B373F125-DEF3-41D6-9918-AB21A2ACC37A}"/>
          </ac:spMkLst>
        </pc:spChg>
        <pc:spChg chg="add del">
          <ac:chgData name="Esther McCartney" userId="003ee287-b963-4216-80c2-e989f2d52a36" providerId="ADAL" clId="{60D34955-58AA-448D-AB0D-989AB19BD28A}" dt="2026-02-06T00:13:05.550" v="1236"/>
          <ac:spMkLst>
            <pc:docMk/>
            <pc:sldMk cId="3448178853" sldId="521"/>
            <ac:spMk id="21" creationId="{71E9F226-EB6E-48C9-ADDA-636DE4BF4EBE}"/>
          </ac:spMkLst>
        </pc:spChg>
      </pc:sldChg>
      <pc:sldChg chg="modSp add del mod">
        <pc:chgData name="Esther McCartney" userId="003ee287-b963-4216-80c2-e989f2d52a36" providerId="ADAL" clId="{60D34955-58AA-448D-AB0D-989AB19BD28A}" dt="2026-02-06T00:13:19.512" v="1254" actId="20577"/>
        <pc:sldMkLst>
          <pc:docMk/>
          <pc:sldMk cId="3525308258" sldId="540"/>
        </pc:sldMkLst>
        <pc:spChg chg="mod">
          <ac:chgData name="Esther McCartney" userId="003ee287-b963-4216-80c2-e989f2d52a36" providerId="ADAL" clId="{60D34955-58AA-448D-AB0D-989AB19BD28A}" dt="2026-02-06T00:13:19.512" v="1254" actId="20577"/>
          <ac:spMkLst>
            <pc:docMk/>
            <pc:sldMk cId="3525308258" sldId="540"/>
            <ac:spMk id="5" creationId="{596447B4-2DC4-71E0-C1E7-9E3823B733A6}"/>
          </ac:spMkLst>
        </pc:spChg>
      </pc:sldChg>
      <pc:sldChg chg="add del">
        <pc:chgData name="Esther McCartney" userId="003ee287-b963-4216-80c2-e989f2d52a36" providerId="ADAL" clId="{60D34955-58AA-448D-AB0D-989AB19BD28A}" dt="2026-02-06T00:13:12.214" v="1237"/>
        <pc:sldMkLst>
          <pc:docMk/>
          <pc:sldMk cId="2999779631" sldId="541"/>
        </pc:sldMkLst>
      </pc:sldChg>
      <pc:sldChg chg="add del">
        <pc:chgData name="Esther McCartney" userId="003ee287-b963-4216-80c2-e989f2d52a36" providerId="ADAL" clId="{60D34955-58AA-448D-AB0D-989AB19BD28A}" dt="2026-02-06T00:13:12.214" v="1237"/>
        <pc:sldMkLst>
          <pc:docMk/>
          <pc:sldMk cId="785780030" sldId="542"/>
        </pc:sldMkLst>
      </pc:sldChg>
      <pc:sldChg chg="add del">
        <pc:chgData name="Esther McCartney" userId="003ee287-b963-4216-80c2-e989f2d52a36" providerId="ADAL" clId="{60D34955-58AA-448D-AB0D-989AB19BD28A}" dt="2026-02-06T00:13:12.214" v="1237"/>
        <pc:sldMkLst>
          <pc:docMk/>
          <pc:sldMk cId="3036681683" sldId="543"/>
        </pc:sldMkLst>
      </pc:sldChg>
      <pc:sldChg chg="add del">
        <pc:chgData name="Esther McCartney" userId="003ee287-b963-4216-80c2-e989f2d52a36" providerId="ADAL" clId="{60D34955-58AA-448D-AB0D-989AB19BD28A}" dt="2026-02-06T00:13:12.214" v="1237"/>
        <pc:sldMkLst>
          <pc:docMk/>
          <pc:sldMk cId="2774909846" sldId="544"/>
        </pc:sldMkLst>
      </pc:sldChg>
      <pc:sldChg chg="addSp delSp add del setBg delDesignElem">
        <pc:chgData name="Esther McCartney" userId="003ee287-b963-4216-80c2-e989f2d52a36" providerId="ADAL" clId="{60D34955-58AA-448D-AB0D-989AB19BD28A}" dt="2026-02-06T00:13:12.214" v="1237"/>
        <pc:sldMkLst>
          <pc:docMk/>
          <pc:sldMk cId="1090383403" sldId="545"/>
        </pc:sldMkLst>
        <pc:spChg chg="add del">
          <ac:chgData name="Esther McCartney" userId="003ee287-b963-4216-80c2-e989f2d52a36" providerId="ADAL" clId="{60D34955-58AA-448D-AB0D-989AB19BD28A}" dt="2026-02-06T00:13:05.550" v="1236"/>
          <ac:spMkLst>
            <pc:docMk/>
            <pc:sldMk cId="1090383403" sldId="545"/>
            <ac:spMk id="12" creationId="{71B62618-0D02-4C29-88C5-1EDF7F32343E}"/>
          </ac:spMkLst>
        </pc:spChg>
        <pc:spChg chg="add del">
          <ac:chgData name="Esther McCartney" userId="003ee287-b963-4216-80c2-e989f2d52a36" providerId="ADAL" clId="{60D34955-58AA-448D-AB0D-989AB19BD28A}" dt="2026-02-06T00:13:05.550" v="1236"/>
          <ac:spMkLst>
            <pc:docMk/>
            <pc:sldMk cId="1090383403" sldId="545"/>
            <ac:spMk id="14" creationId="{1E2747F4-A0AE-425C-B527-E3E32461FEF5}"/>
          </ac:spMkLst>
        </pc:spChg>
        <pc:spChg chg="add del">
          <ac:chgData name="Esther McCartney" userId="003ee287-b963-4216-80c2-e989f2d52a36" providerId="ADAL" clId="{60D34955-58AA-448D-AB0D-989AB19BD28A}" dt="2026-02-06T00:13:05.550" v="1236"/>
          <ac:spMkLst>
            <pc:docMk/>
            <pc:sldMk cId="1090383403" sldId="545"/>
            <ac:spMk id="16" creationId="{9707F29A-1576-479E-B227-0D6498601B4A}"/>
          </ac:spMkLst>
        </pc:spChg>
        <pc:spChg chg="add del">
          <ac:chgData name="Esther McCartney" userId="003ee287-b963-4216-80c2-e989f2d52a36" providerId="ADAL" clId="{60D34955-58AA-448D-AB0D-989AB19BD28A}" dt="2026-02-06T00:13:05.550" v="1236"/>
          <ac:spMkLst>
            <pc:docMk/>
            <pc:sldMk cId="1090383403" sldId="545"/>
            <ac:spMk id="18" creationId="{F17B26C7-6F2F-453C-9C08-71E199E527A8}"/>
          </ac:spMkLst>
        </pc:spChg>
      </pc:sldChg>
      <pc:sldChg chg="addSp delSp add del setBg delDesignElem">
        <pc:chgData name="Esther McCartney" userId="003ee287-b963-4216-80c2-e989f2d52a36" providerId="ADAL" clId="{60D34955-58AA-448D-AB0D-989AB19BD28A}" dt="2026-02-06T00:13:12.214" v="1237"/>
        <pc:sldMkLst>
          <pc:docMk/>
          <pc:sldMk cId="3727933653" sldId="546"/>
        </pc:sldMkLst>
        <pc:spChg chg="add del">
          <ac:chgData name="Esther McCartney" userId="003ee287-b963-4216-80c2-e989f2d52a36" providerId="ADAL" clId="{60D34955-58AA-448D-AB0D-989AB19BD28A}" dt="2026-02-06T00:13:05.550" v="1236"/>
          <ac:spMkLst>
            <pc:docMk/>
            <pc:sldMk cId="3727933653" sldId="546"/>
            <ac:spMk id="11" creationId="{E9AA9F65-94B8-41A5-A7FF-23D2CFB116BB}"/>
          </ac:spMkLst>
        </pc:spChg>
        <pc:spChg chg="add del">
          <ac:chgData name="Esther McCartney" userId="003ee287-b963-4216-80c2-e989f2d52a36" providerId="ADAL" clId="{60D34955-58AA-448D-AB0D-989AB19BD28A}" dt="2026-02-06T00:13:05.550" v="1236"/>
          <ac:spMkLst>
            <pc:docMk/>
            <pc:sldMk cId="3727933653" sldId="546"/>
            <ac:spMk id="13" creationId="{7E8B0F8E-3F6C-4541-B9C1-774D80A08834}"/>
          </ac:spMkLst>
        </pc:spChg>
        <pc:spChg chg="add del">
          <ac:chgData name="Esther McCartney" userId="003ee287-b963-4216-80c2-e989f2d52a36" providerId="ADAL" clId="{60D34955-58AA-448D-AB0D-989AB19BD28A}" dt="2026-02-06T00:13:05.550" v="1236"/>
          <ac:spMkLst>
            <pc:docMk/>
            <pc:sldMk cId="3727933653" sldId="546"/>
            <ac:spMk id="15" creationId="{7A45F5BC-32D1-41CD-B270-C46F18CA1ACC}"/>
          </ac:spMkLst>
        </pc:spChg>
        <pc:spChg chg="add del">
          <ac:chgData name="Esther McCartney" userId="003ee287-b963-4216-80c2-e989f2d52a36" providerId="ADAL" clId="{60D34955-58AA-448D-AB0D-989AB19BD28A}" dt="2026-02-06T00:13:05.550" v="1236"/>
          <ac:spMkLst>
            <pc:docMk/>
            <pc:sldMk cId="3727933653" sldId="546"/>
            <ac:spMk id="17" creationId="{5BB74D4E-F243-4A10-813D-500A14025392}"/>
          </ac:spMkLst>
        </pc:spChg>
        <pc:spChg chg="add del">
          <ac:chgData name="Esther McCartney" userId="003ee287-b963-4216-80c2-e989f2d52a36" providerId="ADAL" clId="{60D34955-58AA-448D-AB0D-989AB19BD28A}" dt="2026-02-06T00:13:05.550" v="1236"/>
          <ac:spMkLst>
            <pc:docMk/>
            <pc:sldMk cId="3727933653" sldId="546"/>
            <ac:spMk id="19" creationId="{B373F125-DEF3-41D6-9918-AB21A2ACC37A}"/>
          </ac:spMkLst>
        </pc:spChg>
        <pc:spChg chg="add del">
          <ac:chgData name="Esther McCartney" userId="003ee287-b963-4216-80c2-e989f2d52a36" providerId="ADAL" clId="{60D34955-58AA-448D-AB0D-989AB19BD28A}" dt="2026-02-06T00:13:05.550" v="1236"/>
          <ac:spMkLst>
            <pc:docMk/>
            <pc:sldMk cId="3727933653" sldId="546"/>
            <ac:spMk id="21" creationId="{71E9F226-EB6E-48C9-ADDA-636DE4BF4EBE}"/>
          </ac:spMkLst>
        </pc:spChg>
      </pc:sldChg>
      <pc:sldChg chg="addSp delSp add del setBg delDesignElem">
        <pc:chgData name="Esther McCartney" userId="003ee287-b963-4216-80c2-e989f2d52a36" providerId="ADAL" clId="{60D34955-58AA-448D-AB0D-989AB19BD28A}" dt="2026-02-06T00:13:12.214" v="1237"/>
        <pc:sldMkLst>
          <pc:docMk/>
          <pc:sldMk cId="1629704938" sldId="547"/>
        </pc:sldMkLst>
        <pc:spChg chg="add del">
          <ac:chgData name="Esther McCartney" userId="003ee287-b963-4216-80c2-e989f2d52a36" providerId="ADAL" clId="{60D34955-58AA-448D-AB0D-989AB19BD28A}" dt="2026-02-06T00:13:05.550" v="1236"/>
          <ac:spMkLst>
            <pc:docMk/>
            <pc:sldMk cId="1629704938" sldId="547"/>
            <ac:spMk id="11" creationId="{E9AA9F65-94B8-41A5-A7FF-23D2CFB116BB}"/>
          </ac:spMkLst>
        </pc:spChg>
        <pc:spChg chg="add del">
          <ac:chgData name="Esther McCartney" userId="003ee287-b963-4216-80c2-e989f2d52a36" providerId="ADAL" clId="{60D34955-58AA-448D-AB0D-989AB19BD28A}" dt="2026-02-06T00:13:05.550" v="1236"/>
          <ac:spMkLst>
            <pc:docMk/>
            <pc:sldMk cId="1629704938" sldId="547"/>
            <ac:spMk id="13" creationId="{7E8B0F8E-3F6C-4541-B9C1-774D80A08834}"/>
          </ac:spMkLst>
        </pc:spChg>
        <pc:spChg chg="add del">
          <ac:chgData name="Esther McCartney" userId="003ee287-b963-4216-80c2-e989f2d52a36" providerId="ADAL" clId="{60D34955-58AA-448D-AB0D-989AB19BD28A}" dt="2026-02-06T00:13:05.550" v="1236"/>
          <ac:spMkLst>
            <pc:docMk/>
            <pc:sldMk cId="1629704938" sldId="547"/>
            <ac:spMk id="15" creationId="{7A45F5BC-32D1-41CD-B270-C46F18CA1ACC}"/>
          </ac:spMkLst>
        </pc:spChg>
        <pc:spChg chg="add del">
          <ac:chgData name="Esther McCartney" userId="003ee287-b963-4216-80c2-e989f2d52a36" providerId="ADAL" clId="{60D34955-58AA-448D-AB0D-989AB19BD28A}" dt="2026-02-06T00:13:05.550" v="1236"/>
          <ac:spMkLst>
            <pc:docMk/>
            <pc:sldMk cId="1629704938" sldId="547"/>
            <ac:spMk id="17" creationId="{5BB74D4E-F243-4A10-813D-500A14025392}"/>
          </ac:spMkLst>
        </pc:spChg>
        <pc:spChg chg="add del">
          <ac:chgData name="Esther McCartney" userId="003ee287-b963-4216-80c2-e989f2d52a36" providerId="ADAL" clId="{60D34955-58AA-448D-AB0D-989AB19BD28A}" dt="2026-02-06T00:13:05.550" v="1236"/>
          <ac:spMkLst>
            <pc:docMk/>
            <pc:sldMk cId="1629704938" sldId="547"/>
            <ac:spMk id="19" creationId="{D70130DC-F780-43D2-B26A-92EACD78951B}"/>
          </ac:spMkLst>
        </pc:spChg>
        <pc:spChg chg="add del">
          <ac:chgData name="Esther McCartney" userId="003ee287-b963-4216-80c2-e989f2d52a36" providerId="ADAL" clId="{60D34955-58AA-448D-AB0D-989AB19BD28A}" dt="2026-02-06T00:13:05.550" v="1236"/>
          <ac:spMkLst>
            <pc:docMk/>
            <pc:sldMk cId="1629704938" sldId="547"/>
            <ac:spMk id="21" creationId="{17676E0E-5B44-4166-8EDD-CFDBAC622C26}"/>
          </ac:spMkLst>
        </pc:spChg>
      </pc:sldChg>
      <pc:sldChg chg="addSp delSp add del setBg delDesignElem">
        <pc:chgData name="Esther McCartney" userId="003ee287-b963-4216-80c2-e989f2d52a36" providerId="ADAL" clId="{60D34955-58AA-448D-AB0D-989AB19BD28A}" dt="2026-02-06T00:13:12.214" v="1237"/>
        <pc:sldMkLst>
          <pc:docMk/>
          <pc:sldMk cId="3479051690" sldId="548"/>
        </pc:sldMkLst>
        <pc:spChg chg="add del">
          <ac:chgData name="Esther McCartney" userId="003ee287-b963-4216-80c2-e989f2d52a36" providerId="ADAL" clId="{60D34955-58AA-448D-AB0D-989AB19BD28A}" dt="2026-02-06T00:13:05.550" v="1236"/>
          <ac:spMkLst>
            <pc:docMk/>
            <pc:sldMk cId="3479051690" sldId="548"/>
            <ac:spMk id="11" creationId="{E9AA9F65-94B8-41A5-A7FF-23D2CFB116BB}"/>
          </ac:spMkLst>
        </pc:spChg>
        <pc:spChg chg="add del">
          <ac:chgData name="Esther McCartney" userId="003ee287-b963-4216-80c2-e989f2d52a36" providerId="ADAL" clId="{60D34955-58AA-448D-AB0D-989AB19BD28A}" dt="2026-02-06T00:13:05.550" v="1236"/>
          <ac:spMkLst>
            <pc:docMk/>
            <pc:sldMk cId="3479051690" sldId="548"/>
            <ac:spMk id="13" creationId="{7E8B0F8E-3F6C-4541-B9C1-774D80A08834}"/>
          </ac:spMkLst>
        </pc:spChg>
        <pc:spChg chg="add del">
          <ac:chgData name="Esther McCartney" userId="003ee287-b963-4216-80c2-e989f2d52a36" providerId="ADAL" clId="{60D34955-58AA-448D-AB0D-989AB19BD28A}" dt="2026-02-06T00:13:05.550" v="1236"/>
          <ac:spMkLst>
            <pc:docMk/>
            <pc:sldMk cId="3479051690" sldId="548"/>
            <ac:spMk id="15" creationId="{7A45F5BC-32D1-41CD-B270-C46F18CA1ACC}"/>
          </ac:spMkLst>
        </pc:spChg>
        <pc:spChg chg="add del">
          <ac:chgData name="Esther McCartney" userId="003ee287-b963-4216-80c2-e989f2d52a36" providerId="ADAL" clId="{60D34955-58AA-448D-AB0D-989AB19BD28A}" dt="2026-02-06T00:13:05.550" v="1236"/>
          <ac:spMkLst>
            <pc:docMk/>
            <pc:sldMk cId="3479051690" sldId="548"/>
            <ac:spMk id="17" creationId="{5BB74D4E-F243-4A10-813D-500A14025392}"/>
          </ac:spMkLst>
        </pc:spChg>
        <pc:spChg chg="add del">
          <ac:chgData name="Esther McCartney" userId="003ee287-b963-4216-80c2-e989f2d52a36" providerId="ADAL" clId="{60D34955-58AA-448D-AB0D-989AB19BD28A}" dt="2026-02-06T00:13:05.550" v="1236"/>
          <ac:spMkLst>
            <pc:docMk/>
            <pc:sldMk cId="3479051690" sldId="548"/>
            <ac:spMk id="19" creationId="{B373F125-DEF3-41D6-9918-AB21A2ACC37A}"/>
          </ac:spMkLst>
        </pc:spChg>
        <pc:spChg chg="add del">
          <ac:chgData name="Esther McCartney" userId="003ee287-b963-4216-80c2-e989f2d52a36" providerId="ADAL" clId="{60D34955-58AA-448D-AB0D-989AB19BD28A}" dt="2026-02-06T00:13:05.550" v="1236"/>
          <ac:spMkLst>
            <pc:docMk/>
            <pc:sldMk cId="3479051690" sldId="548"/>
            <ac:spMk id="21" creationId="{71E9F226-EB6E-48C9-ADDA-636DE4BF4EBE}"/>
          </ac:spMkLst>
        </pc:spChg>
      </pc:sldChg>
    </pc:docChg>
  </pc:docChgLst>
</pc:chgInfo>
</file>

<file path=ppt/diagrams/_rels/data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7E84F2-9144-4D3C-8D3B-49361857E325}"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FE8B19AB-A189-4019-BE4D-1101B18EAE48}">
      <dgm:prSet phldrT="[Text]"/>
      <dgm:spPr/>
      <dgm:t>
        <a:bodyPr/>
        <a:lstStyle/>
        <a:p>
          <a:pPr>
            <a:buFont typeface="+mj-lt"/>
            <a:buAutoNum type="arabicParenR"/>
          </a:pPr>
          <a:r>
            <a:rPr lang="en-US" noProof="0" dirty="0"/>
            <a:t>wellness</a:t>
          </a:r>
          <a:endParaRPr lang="en-US" dirty="0"/>
        </a:p>
      </dgm:t>
    </dgm:pt>
    <dgm:pt modelId="{98AC8687-3271-42B2-A366-ACBE1CB75A92}" type="parTrans" cxnId="{6D69030B-1720-4C93-B36F-94181E50D967}">
      <dgm:prSet/>
      <dgm:spPr/>
      <dgm:t>
        <a:bodyPr/>
        <a:lstStyle/>
        <a:p>
          <a:endParaRPr lang="en-US"/>
        </a:p>
      </dgm:t>
    </dgm:pt>
    <dgm:pt modelId="{3AC1F9C0-31F7-45BA-A405-4CDBE3D450D5}" type="sibTrans" cxnId="{6D69030B-1720-4C93-B36F-94181E50D967}">
      <dgm:prSet/>
      <dgm:spPr/>
      <dgm:t>
        <a:bodyPr/>
        <a:lstStyle/>
        <a:p>
          <a:endParaRPr lang="en-US"/>
        </a:p>
      </dgm:t>
    </dgm:pt>
    <dgm:pt modelId="{8342FB82-08CE-427C-9A20-3A26F18028CA}">
      <dgm:prSet/>
      <dgm:spPr/>
      <dgm:t>
        <a:bodyPr/>
        <a:lstStyle/>
        <a:p>
          <a:r>
            <a:rPr lang="en-US" noProof="0"/>
            <a:t>continuing education</a:t>
          </a:r>
          <a:endParaRPr lang="en-US" noProof="0" dirty="0"/>
        </a:p>
      </dgm:t>
    </dgm:pt>
    <dgm:pt modelId="{84F1066F-6E82-4D25-8B0A-5D79F75BCB49}" type="parTrans" cxnId="{93905CA9-138E-41AE-BFC6-9F9B4EE14900}">
      <dgm:prSet/>
      <dgm:spPr/>
      <dgm:t>
        <a:bodyPr/>
        <a:lstStyle/>
        <a:p>
          <a:endParaRPr lang="en-US"/>
        </a:p>
      </dgm:t>
    </dgm:pt>
    <dgm:pt modelId="{EC66BD45-B8B5-473F-BC66-5B8679DE3614}" type="sibTrans" cxnId="{93905CA9-138E-41AE-BFC6-9F9B4EE14900}">
      <dgm:prSet/>
      <dgm:spPr/>
      <dgm:t>
        <a:bodyPr/>
        <a:lstStyle/>
        <a:p>
          <a:endParaRPr lang="en-US"/>
        </a:p>
      </dgm:t>
    </dgm:pt>
    <dgm:pt modelId="{1DF1CD6C-AD08-449F-90C9-15D33255108C}">
      <dgm:prSet/>
      <dgm:spPr/>
      <dgm:t>
        <a:bodyPr/>
        <a:lstStyle/>
        <a:p>
          <a:r>
            <a:rPr lang="en-US" noProof="0"/>
            <a:t>peer supervision and consultation</a:t>
          </a:r>
          <a:endParaRPr lang="en-US" noProof="0" dirty="0"/>
        </a:p>
      </dgm:t>
    </dgm:pt>
    <dgm:pt modelId="{3D110F06-CD2C-4EED-B2FF-E16A12DF9156}" type="parTrans" cxnId="{12AB9F68-6A28-4F3B-ADF8-0DBE33F1D03B}">
      <dgm:prSet/>
      <dgm:spPr/>
      <dgm:t>
        <a:bodyPr/>
        <a:lstStyle/>
        <a:p>
          <a:endParaRPr lang="en-US"/>
        </a:p>
      </dgm:t>
    </dgm:pt>
    <dgm:pt modelId="{A4C7D9E5-D4D6-4287-867A-414D0B157150}" type="sibTrans" cxnId="{12AB9F68-6A28-4F3B-ADF8-0DBE33F1D03B}">
      <dgm:prSet/>
      <dgm:spPr/>
      <dgm:t>
        <a:bodyPr/>
        <a:lstStyle/>
        <a:p>
          <a:endParaRPr lang="en-US"/>
        </a:p>
      </dgm:t>
    </dgm:pt>
    <dgm:pt modelId="{1EA75D74-F8D5-4AC8-8C5E-CAAA0D2A6A56}">
      <dgm:prSet/>
      <dgm:spPr/>
      <dgm:t>
        <a:bodyPr/>
        <a:lstStyle/>
        <a:p>
          <a:r>
            <a:rPr lang="en-US" noProof="0"/>
            <a:t>ethical decision-making models</a:t>
          </a:r>
          <a:endParaRPr lang="en-US" noProof="0" dirty="0"/>
        </a:p>
      </dgm:t>
    </dgm:pt>
    <dgm:pt modelId="{6F4594D5-B8C7-47AF-A3DF-3585B0963221}" type="parTrans" cxnId="{AED27AC4-1E28-4295-A103-91AC8E7F7B03}">
      <dgm:prSet/>
      <dgm:spPr/>
      <dgm:t>
        <a:bodyPr/>
        <a:lstStyle/>
        <a:p>
          <a:endParaRPr lang="en-US"/>
        </a:p>
      </dgm:t>
    </dgm:pt>
    <dgm:pt modelId="{A1593C60-8B0E-4037-AE04-C7074A4687A3}" type="sibTrans" cxnId="{AED27AC4-1E28-4295-A103-91AC8E7F7B03}">
      <dgm:prSet/>
      <dgm:spPr/>
      <dgm:t>
        <a:bodyPr/>
        <a:lstStyle/>
        <a:p>
          <a:endParaRPr lang="en-US"/>
        </a:p>
      </dgm:t>
    </dgm:pt>
    <dgm:pt modelId="{C5708F3C-1BC0-4761-B146-511B2FABCF86}">
      <dgm:prSet/>
      <dgm:spPr/>
      <dgm:t>
        <a:bodyPr/>
        <a:lstStyle/>
        <a:p>
          <a:r>
            <a:rPr lang="en-US" noProof="0"/>
            <a:t>an understanding of federal laws and state laws applicable to crisis intervention</a:t>
          </a:r>
          <a:endParaRPr lang="en-US" noProof="0" dirty="0"/>
        </a:p>
      </dgm:t>
    </dgm:pt>
    <dgm:pt modelId="{D8E07BBD-2F9C-4826-8AD5-985E46A0EBE7}" type="parTrans" cxnId="{D1136D85-0837-48A6-AA19-F0E7650DF6AF}">
      <dgm:prSet/>
      <dgm:spPr/>
      <dgm:t>
        <a:bodyPr/>
        <a:lstStyle/>
        <a:p>
          <a:endParaRPr lang="en-US"/>
        </a:p>
      </dgm:t>
    </dgm:pt>
    <dgm:pt modelId="{708913C1-6E7A-4F1A-AFC5-24C9D6FAD5F8}" type="sibTrans" cxnId="{D1136D85-0837-48A6-AA19-F0E7650DF6AF}">
      <dgm:prSet/>
      <dgm:spPr/>
      <dgm:t>
        <a:bodyPr/>
        <a:lstStyle/>
        <a:p>
          <a:endParaRPr lang="en-US"/>
        </a:p>
      </dgm:t>
    </dgm:pt>
    <dgm:pt modelId="{585D9C5A-8A39-4B9F-BDA6-3CFC5AD95FD6}" type="pres">
      <dgm:prSet presAssocID="{8F7E84F2-9144-4D3C-8D3B-49361857E325}" presName="diagram" presStyleCnt="0">
        <dgm:presLayoutVars>
          <dgm:dir/>
          <dgm:resizeHandles val="exact"/>
        </dgm:presLayoutVars>
      </dgm:prSet>
      <dgm:spPr/>
    </dgm:pt>
    <dgm:pt modelId="{5B43A06A-387D-4EC9-BE17-E6981C3E48F9}" type="pres">
      <dgm:prSet presAssocID="{FE8B19AB-A189-4019-BE4D-1101B18EAE48}" presName="node" presStyleLbl="node1" presStyleIdx="0" presStyleCnt="5">
        <dgm:presLayoutVars>
          <dgm:bulletEnabled val="1"/>
        </dgm:presLayoutVars>
      </dgm:prSet>
      <dgm:spPr/>
    </dgm:pt>
    <dgm:pt modelId="{00AB63C0-3A44-4E23-A43F-32313AD54B57}" type="pres">
      <dgm:prSet presAssocID="{3AC1F9C0-31F7-45BA-A405-4CDBE3D450D5}" presName="sibTrans" presStyleCnt="0"/>
      <dgm:spPr/>
    </dgm:pt>
    <dgm:pt modelId="{F43B566C-106A-4AE4-8120-48300694CA9D}" type="pres">
      <dgm:prSet presAssocID="{8342FB82-08CE-427C-9A20-3A26F18028CA}" presName="node" presStyleLbl="node1" presStyleIdx="1" presStyleCnt="5">
        <dgm:presLayoutVars>
          <dgm:bulletEnabled val="1"/>
        </dgm:presLayoutVars>
      </dgm:prSet>
      <dgm:spPr/>
    </dgm:pt>
    <dgm:pt modelId="{82E01F1B-996F-4015-B8AE-5A83B47CF49B}" type="pres">
      <dgm:prSet presAssocID="{EC66BD45-B8B5-473F-BC66-5B8679DE3614}" presName="sibTrans" presStyleCnt="0"/>
      <dgm:spPr/>
    </dgm:pt>
    <dgm:pt modelId="{CAFA577B-9C76-4B18-A2A5-51B16781FC38}" type="pres">
      <dgm:prSet presAssocID="{1DF1CD6C-AD08-449F-90C9-15D33255108C}" presName="node" presStyleLbl="node1" presStyleIdx="2" presStyleCnt="5">
        <dgm:presLayoutVars>
          <dgm:bulletEnabled val="1"/>
        </dgm:presLayoutVars>
      </dgm:prSet>
      <dgm:spPr/>
    </dgm:pt>
    <dgm:pt modelId="{4D027F23-7133-4976-BB8D-22B0CDA0D765}" type="pres">
      <dgm:prSet presAssocID="{A4C7D9E5-D4D6-4287-867A-414D0B157150}" presName="sibTrans" presStyleCnt="0"/>
      <dgm:spPr/>
    </dgm:pt>
    <dgm:pt modelId="{A536A22F-0ADC-4DA6-8F5D-0F4FAD4C8E03}" type="pres">
      <dgm:prSet presAssocID="{1EA75D74-F8D5-4AC8-8C5E-CAAA0D2A6A56}" presName="node" presStyleLbl="node1" presStyleIdx="3" presStyleCnt="5">
        <dgm:presLayoutVars>
          <dgm:bulletEnabled val="1"/>
        </dgm:presLayoutVars>
      </dgm:prSet>
      <dgm:spPr/>
    </dgm:pt>
    <dgm:pt modelId="{96D2A2F5-2DED-44ED-96D7-A3C071A476DB}" type="pres">
      <dgm:prSet presAssocID="{A1593C60-8B0E-4037-AE04-C7074A4687A3}" presName="sibTrans" presStyleCnt="0"/>
      <dgm:spPr/>
    </dgm:pt>
    <dgm:pt modelId="{C3B5B62F-1258-40E2-9D97-027836514C27}" type="pres">
      <dgm:prSet presAssocID="{C5708F3C-1BC0-4761-B146-511B2FABCF86}" presName="node" presStyleLbl="node1" presStyleIdx="4" presStyleCnt="5">
        <dgm:presLayoutVars>
          <dgm:bulletEnabled val="1"/>
        </dgm:presLayoutVars>
      </dgm:prSet>
      <dgm:spPr/>
    </dgm:pt>
  </dgm:ptLst>
  <dgm:cxnLst>
    <dgm:cxn modelId="{6D69030B-1720-4C93-B36F-94181E50D967}" srcId="{8F7E84F2-9144-4D3C-8D3B-49361857E325}" destId="{FE8B19AB-A189-4019-BE4D-1101B18EAE48}" srcOrd="0" destOrd="0" parTransId="{98AC8687-3271-42B2-A366-ACBE1CB75A92}" sibTransId="{3AC1F9C0-31F7-45BA-A405-4CDBE3D450D5}"/>
    <dgm:cxn modelId="{C403D90C-6136-402A-8122-83536D807D70}" type="presOf" srcId="{1DF1CD6C-AD08-449F-90C9-15D33255108C}" destId="{CAFA577B-9C76-4B18-A2A5-51B16781FC38}" srcOrd="0" destOrd="0" presId="urn:microsoft.com/office/officeart/2005/8/layout/default"/>
    <dgm:cxn modelId="{CE002045-470A-4718-845D-24E21DF6E2E3}" type="presOf" srcId="{1EA75D74-F8D5-4AC8-8C5E-CAAA0D2A6A56}" destId="{A536A22F-0ADC-4DA6-8F5D-0F4FAD4C8E03}" srcOrd="0" destOrd="0" presId="urn:microsoft.com/office/officeart/2005/8/layout/default"/>
    <dgm:cxn modelId="{12AB9F68-6A28-4F3B-ADF8-0DBE33F1D03B}" srcId="{8F7E84F2-9144-4D3C-8D3B-49361857E325}" destId="{1DF1CD6C-AD08-449F-90C9-15D33255108C}" srcOrd="2" destOrd="0" parTransId="{3D110F06-CD2C-4EED-B2FF-E16A12DF9156}" sibTransId="{A4C7D9E5-D4D6-4287-867A-414D0B157150}"/>
    <dgm:cxn modelId="{3BDD6982-CCA4-4D2C-9A8C-E4ECDAC90874}" type="presOf" srcId="{8342FB82-08CE-427C-9A20-3A26F18028CA}" destId="{F43B566C-106A-4AE4-8120-48300694CA9D}" srcOrd="0" destOrd="0" presId="urn:microsoft.com/office/officeart/2005/8/layout/default"/>
    <dgm:cxn modelId="{D1136D85-0837-48A6-AA19-F0E7650DF6AF}" srcId="{8F7E84F2-9144-4D3C-8D3B-49361857E325}" destId="{C5708F3C-1BC0-4761-B146-511B2FABCF86}" srcOrd="4" destOrd="0" parTransId="{D8E07BBD-2F9C-4826-8AD5-985E46A0EBE7}" sibTransId="{708913C1-6E7A-4F1A-AFC5-24C9D6FAD5F8}"/>
    <dgm:cxn modelId="{93905CA9-138E-41AE-BFC6-9F9B4EE14900}" srcId="{8F7E84F2-9144-4D3C-8D3B-49361857E325}" destId="{8342FB82-08CE-427C-9A20-3A26F18028CA}" srcOrd="1" destOrd="0" parTransId="{84F1066F-6E82-4D25-8B0A-5D79F75BCB49}" sibTransId="{EC66BD45-B8B5-473F-BC66-5B8679DE3614}"/>
    <dgm:cxn modelId="{D1FC0AB5-5CB6-4C7A-8BAE-B5C3909F62CB}" type="presOf" srcId="{FE8B19AB-A189-4019-BE4D-1101B18EAE48}" destId="{5B43A06A-387D-4EC9-BE17-E6981C3E48F9}" srcOrd="0" destOrd="0" presId="urn:microsoft.com/office/officeart/2005/8/layout/default"/>
    <dgm:cxn modelId="{AED27AC4-1E28-4295-A103-91AC8E7F7B03}" srcId="{8F7E84F2-9144-4D3C-8D3B-49361857E325}" destId="{1EA75D74-F8D5-4AC8-8C5E-CAAA0D2A6A56}" srcOrd="3" destOrd="0" parTransId="{6F4594D5-B8C7-47AF-A3DF-3585B0963221}" sibTransId="{A1593C60-8B0E-4037-AE04-C7074A4687A3}"/>
    <dgm:cxn modelId="{F9CDCFEA-EBC8-422B-B8F1-97CF3EE0DC90}" type="presOf" srcId="{8F7E84F2-9144-4D3C-8D3B-49361857E325}" destId="{585D9C5A-8A39-4B9F-BDA6-3CFC5AD95FD6}" srcOrd="0" destOrd="0" presId="urn:microsoft.com/office/officeart/2005/8/layout/default"/>
    <dgm:cxn modelId="{F1DA2EFF-E004-44CF-AFFE-96944448BB97}" type="presOf" srcId="{C5708F3C-1BC0-4761-B146-511B2FABCF86}" destId="{C3B5B62F-1258-40E2-9D97-027836514C27}" srcOrd="0" destOrd="0" presId="urn:microsoft.com/office/officeart/2005/8/layout/default"/>
    <dgm:cxn modelId="{ABD920FD-F55A-40C2-B19D-4F26B987694F}" type="presParOf" srcId="{585D9C5A-8A39-4B9F-BDA6-3CFC5AD95FD6}" destId="{5B43A06A-387D-4EC9-BE17-E6981C3E48F9}" srcOrd="0" destOrd="0" presId="urn:microsoft.com/office/officeart/2005/8/layout/default"/>
    <dgm:cxn modelId="{383E7ADF-91B8-4CEF-9A97-18313C0962CD}" type="presParOf" srcId="{585D9C5A-8A39-4B9F-BDA6-3CFC5AD95FD6}" destId="{00AB63C0-3A44-4E23-A43F-32313AD54B57}" srcOrd="1" destOrd="0" presId="urn:microsoft.com/office/officeart/2005/8/layout/default"/>
    <dgm:cxn modelId="{2B63D359-7ADD-4DD1-9BCE-4F4BE7246090}" type="presParOf" srcId="{585D9C5A-8A39-4B9F-BDA6-3CFC5AD95FD6}" destId="{F43B566C-106A-4AE4-8120-48300694CA9D}" srcOrd="2" destOrd="0" presId="urn:microsoft.com/office/officeart/2005/8/layout/default"/>
    <dgm:cxn modelId="{20D6AE3F-38C0-48B3-B35F-3FB23D406F0D}" type="presParOf" srcId="{585D9C5A-8A39-4B9F-BDA6-3CFC5AD95FD6}" destId="{82E01F1B-996F-4015-B8AE-5A83B47CF49B}" srcOrd="3" destOrd="0" presId="urn:microsoft.com/office/officeart/2005/8/layout/default"/>
    <dgm:cxn modelId="{17DF7F60-90E8-4ACF-BD88-8D4791A6B5C7}" type="presParOf" srcId="{585D9C5A-8A39-4B9F-BDA6-3CFC5AD95FD6}" destId="{CAFA577B-9C76-4B18-A2A5-51B16781FC38}" srcOrd="4" destOrd="0" presId="urn:microsoft.com/office/officeart/2005/8/layout/default"/>
    <dgm:cxn modelId="{24551C69-AF07-4489-98F7-C988EFAD1A22}" type="presParOf" srcId="{585D9C5A-8A39-4B9F-BDA6-3CFC5AD95FD6}" destId="{4D027F23-7133-4976-BB8D-22B0CDA0D765}" srcOrd="5" destOrd="0" presId="urn:microsoft.com/office/officeart/2005/8/layout/default"/>
    <dgm:cxn modelId="{6FC9B69D-CDF1-42C9-AB78-12B6C7EEAB84}" type="presParOf" srcId="{585D9C5A-8A39-4B9F-BDA6-3CFC5AD95FD6}" destId="{A536A22F-0ADC-4DA6-8F5D-0F4FAD4C8E03}" srcOrd="6" destOrd="0" presId="urn:microsoft.com/office/officeart/2005/8/layout/default"/>
    <dgm:cxn modelId="{7A993B9A-7658-44C4-B370-4EA690742353}" type="presParOf" srcId="{585D9C5A-8A39-4B9F-BDA6-3CFC5AD95FD6}" destId="{96D2A2F5-2DED-44ED-96D7-A3C071A476DB}" srcOrd="7" destOrd="0" presId="urn:microsoft.com/office/officeart/2005/8/layout/default"/>
    <dgm:cxn modelId="{5D29D548-9416-433A-BB71-A72D50CFDFF1}" type="presParOf" srcId="{585D9C5A-8A39-4B9F-BDA6-3CFC5AD95FD6}" destId="{C3B5B62F-1258-40E2-9D97-027836514C27}"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4BDB0A-F64C-42E2-B4D6-83AEF386B6E2}"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F752FCF8-95CD-44DF-B23F-D918342A715A}">
      <dgm:prSet phldrT="[Text]"/>
      <dgm:spPr/>
      <dgm:t>
        <a:bodyPr/>
        <a:lstStyle/>
        <a:p>
          <a:pPr>
            <a:buFont typeface="+mj-lt"/>
            <a:buAutoNum type="arabicParenR"/>
          </a:pPr>
          <a:r>
            <a:rPr lang="en-US" noProof="0" dirty="0"/>
            <a:t>discussing cases with colleagues</a:t>
          </a:r>
          <a:endParaRPr lang="en-US" dirty="0"/>
        </a:p>
      </dgm:t>
    </dgm:pt>
    <dgm:pt modelId="{8729FA26-52E1-49E8-84EE-85C538869262}" type="parTrans" cxnId="{7F2A9781-CF68-43EA-AE18-E60690752435}">
      <dgm:prSet/>
      <dgm:spPr/>
      <dgm:t>
        <a:bodyPr/>
        <a:lstStyle/>
        <a:p>
          <a:endParaRPr lang="en-US"/>
        </a:p>
      </dgm:t>
    </dgm:pt>
    <dgm:pt modelId="{2608E470-244F-4725-838F-ADC9E7C835CB}" type="sibTrans" cxnId="{7F2A9781-CF68-43EA-AE18-E60690752435}">
      <dgm:prSet/>
      <dgm:spPr/>
      <dgm:t>
        <a:bodyPr/>
        <a:lstStyle/>
        <a:p>
          <a:endParaRPr lang="en-US"/>
        </a:p>
      </dgm:t>
    </dgm:pt>
    <dgm:pt modelId="{93B4194F-9BBA-4F45-99E7-A38509D638DB}">
      <dgm:prSet/>
      <dgm:spPr/>
      <dgm:t>
        <a:bodyPr/>
        <a:lstStyle/>
        <a:p>
          <a:r>
            <a:rPr lang="en-US" noProof="0"/>
            <a:t>attending workshops</a:t>
          </a:r>
          <a:endParaRPr lang="en-US" noProof="0" dirty="0"/>
        </a:p>
      </dgm:t>
    </dgm:pt>
    <dgm:pt modelId="{686994DB-343C-4605-A0EC-C046FFB9E806}" type="parTrans" cxnId="{4A6855E3-EEC0-4C19-AB30-99479C3D07CB}">
      <dgm:prSet/>
      <dgm:spPr/>
      <dgm:t>
        <a:bodyPr/>
        <a:lstStyle/>
        <a:p>
          <a:endParaRPr lang="en-US"/>
        </a:p>
      </dgm:t>
    </dgm:pt>
    <dgm:pt modelId="{A955A92F-D125-41DB-ABBD-35912DEEFAA6}" type="sibTrans" cxnId="{4A6855E3-EEC0-4C19-AB30-99479C3D07CB}">
      <dgm:prSet/>
      <dgm:spPr/>
      <dgm:t>
        <a:bodyPr/>
        <a:lstStyle/>
        <a:p>
          <a:endParaRPr lang="en-US"/>
        </a:p>
      </dgm:t>
    </dgm:pt>
    <dgm:pt modelId="{1BE95953-4179-4535-9438-73361F67CEB5}">
      <dgm:prSet/>
      <dgm:spPr/>
      <dgm:t>
        <a:bodyPr/>
        <a:lstStyle/>
        <a:p>
          <a:r>
            <a:rPr lang="en-US" noProof="0"/>
            <a:t>spending time with family or friends</a:t>
          </a:r>
          <a:endParaRPr lang="en-US" noProof="0" dirty="0"/>
        </a:p>
      </dgm:t>
    </dgm:pt>
    <dgm:pt modelId="{9D48566F-9050-4C9A-8735-BC3C238AD79F}" type="parTrans" cxnId="{A5C1F894-EFC1-431E-AF2E-D8E9EEE58E98}">
      <dgm:prSet/>
      <dgm:spPr/>
      <dgm:t>
        <a:bodyPr/>
        <a:lstStyle/>
        <a:p>
          <a:endParaRPr lang="en-US"/>
        </a:p>
      </dgm:t>
    </dgm:pt>
    <dgm:pt modelId="{324EA9FD-AB9D-4791-9D68-5D7C47E72376}" type="sibTrans" cxnId="{A5C1F894-EFC1-431E-AF2E-D8E9EEE58E98}">
      <dgm:prSet/>
      <dgm:spPr/>
      <dgm:t>
        <a:bodyPr/>
        <a:lstStyle/>
        <a:p>
          <a:endParaRPr lang="en-US"/>
        </a:p>
      </dgm:t>
    </dgm:pt>
    <dgm:pt modelId="{33BF45CA-C05F-4025-9A00-BB136DF2FF47}">
      <dgm:prSet/>
      <dgm:spPr/>
      <dgm:t>
        <a:bodyPr/>
        <a:lstStyle/>
        <a:p>
          <a:r>
            <a:rPr lang="en-US" noProof="0"/>
            <a:t>travel, leisure time, hobbies, and movies</a:t>
          </a:r>
          <a:endParaRPr lang="en-US" noProof="0" dirty="0"/>
        </a:p>
      </dgm:t>
    </dgm:pt>
    <dgm:pt modelId="{6D135248-D9FD-4C2C-BE26-5154767297CD}" type="parTrans" cxnId="{EF5D637A-9025-45A1-9AD2-51C764BB7F33}">
      <dgm:prSet/>
      <dgm:spPr/>
      <dgm:t>
        <a:bodyPr/>
        <a:lstStyle/>
        <a:p>
          <a:endParaRPr lang="en-US"/>
        </a:p>
      </dgm:t>
    </dgm:pt>
    <dgm:pt modelId="{D3486149-345E-46DE-A0F4-8127EDF9A4C3}" type="sibTrans" cxnId="{EF5D637A-9025-45A1-9AD2-51C764BB7F33}">
      <dgm:prSet/>
      <dgm:spPr/>
      <dgm:t>
        <a:bodyPr/>
        <a:lstStyle/>
        <a:p>
          <a:endParaRPr lang="en-US"/>
        </a:p>
      </dgm:t>
    </dgm:pt>
    <dgm:pt modelId="{BBAFDD69-ECC1-484D-A988-4EC21B660074}">
      <dgm:prSet/>
      <dgm:spPr/>
      <dgm:t>
        <a:bodyPr/>
        <a:lstStyle/>
        <a:p>
          <a:r>
            <a:rPr lang="en-US" noProof="0"/>
            <a:t>talking with colleagues between sessions</a:t>
          </a:r>
          <a:endParaRPr lang="en-US" noProof="0" dirty="0"/>
        </a:p>
      </dgm:t>
    </dgm:pt>
    <dgm:pt modelId="{14A2DBC9-D4CF-4010-A9F3-FBE33029386B}" type="parTrans" cxnId="{155B9E0D-0189-4968-97D5-65F30BD0A90C}">
      <dgm:prSet/>
      <dgm:spPr/>
      <dgm:t>
        <a:bodyPr/>
        <a:lstStyle/>
        <a:p>
          <a:endParaRPr lang="en-US"/>
        </a:p>
      </dgm:t>
    </dgm:pt>
    <dgm:pt modelId="{EE788E48-55AB-4E68-B036-E0786A9A880E}" type="sibTrans" cxnId="{155B9E0D-0189-4968-97D5-65F30BD0A90C}">
      <dgm:prSet/>
      <dgm:spPr/>
      <dgm:t>
        <a:bodyPr/>
        <a:lstStyle/>
        <a:p>
          <a:endParaRPr lang="en-US"/>
        </a:p>
      </dgm:t>
    </dgm:pt>
    <dgm:pt modelId="{4EF5D92D-1B1B-40BD-AF72-42DF70BE855A}">
      <dgm:prSet/>
      <dgm:spPr/>
      <dgm:t>
        <a:bodyPr/>
        <a:lstStyle/>
        <a:p>
          <a:r>
            <a:rPr lang="en-US" noProof="0"/>
            <a:t>socializing</a:t>
          </a:r>
          <a:endParaRPr lang="en-US" noProof="0" dirty="0"/>
        </a:p>
      </dgm:t>
    </dgm:pt>
    <dgm:pt modelId="{9E1DD226-1403-4E1F-8BB6-553C3D837E37}" type="parTrans" cxnId="{D548EC52-50BB-48A1-9174-04C1CAF843C3}">
      <dgm:prSet/>
      <dgm:spPr/>
      <dgm:t>
        <a:bodyPr/>
        <a:lstStyle/>
        <a:p>
          <a:endParaRPr lang="en-US"/>
        </a:p>
      </dgm:t>
    </dgm:pt>
    <dgm:pt modelId="{F73A4B1C-2D46-4207-A045-A0C57CF4E1F7}" type="sibTrans" cxnId="{D548EC52-50BB-48A1-9174-04C1CAF843C3}">
      <dgm:prSet/>
      <dgm:spPr/>
      <dgm:t>
        <a:bodyPr/>
        <a:lstStyle/>
        <a:p>
          <a:endParaRPr lang="en-US"/>
        </a:p>
      </dgm:t>
    </dgm:pt>
    <dgm:pt modelId="{08B91BC7-C7AD-42C8-8E79-2B7B760CF91F}">
      <dgm:prSet/>
      <dgm:spPr/>
      <dgm:t>
        <a:bodyPr/>
        <a:lstStyle/>
        <a:p>
          <a:r>
            <a:rPr lang="en-US" noProof="0"/>
            <a:t>exercising</a:t>
          </a:r>
          <a:endParaRPr lang="en-US" noProof="0" dirty="0"/>
        </a:p>
      </dgm:t>
    </dgm:pt>
    <dgm:pt modelId="{B4A2E4D5-4755-4A6B-A88E-E9D2DF4767E1}" type="parTrans" cxnId="{A5E233B8-F46F-42E9-B7A4-02694456CB42}">
      <dgm:prSet/>
      <dgm:spPr/>
      <dgm:t>
        <a:bodyPr/>
        <a:lstStyle/>
        <a:p>
          <a:endParaRPr lang="en-US"/>
        </a:p>
      </dgm:t>
    </dgm:pt>
    <dgm:pt modelId="{60D1C828-A3F9-4DF1-BC83-87BCAE18D56D}" type="sibTrans" cxnId="{A5E233B8-F46F-42E9-B7A4-02694456CB42}">
      <dgm:prSet/>
      <dgm:spPr/>
      <dgm:t>
        <a:bodyPr/>
        <a:lstStyle/>
        <a:p>
          <a:endParaRPr lang="en-US"/>
        </a:p>
      </dgm:t>
    </dgm:pt>
    <dgm:pt modelId="{8F3BA8D3-0420-4358-9EA6-B01985CB8EB0}">
      <dgm:prSet/>
      <dgm:spPr/>
      <dgm:t>
        <a:bodyPr/>
        <a:lstStyle/>
        <a:p>
          <a:r>
            <a:rPr lang="en-US" noProof="0"/>
            <a:t>limiting caseloads</a:t>
          </a:r>
          <a:endParaRPr lang="en-US" noProof="0" dirty="0"/>
        </a:p>
      </dgm:t>
    </dgm:pt>
    <dgm:pt modelId="{3C58AF5E-5EE6-4FE6-9E97-C5011C92C6B8}" type="parTrans" cxnId="{6BE34506-221E-4AFF-A7A0-7188A25565AE}">
      <dgm:prSet/>
      <dgm:spPr/>
      <dgm:t>
        <a:bodyPr/>
        <a:lstStyle/>
        <a:p>
          <a:endParaRPr lang="en-US"/>
        </a:p>
      </dgm:t>
    </dgm:pt>
    <dgm:pt modelId="{7183FE31-FDFB-40DC-A697-A73AE6D464FA}" type="sibTrans" cxnId="{6BE34506-221E-4AFF-A7A0-7188A25565AE}">
      <dgm:prSet/>
      <dgm:spPr/>
      <dgm:t>
        <a:bodyPr/>
        <a:lstStyle/>
        <a:p>
          <a:endParaRPr lang="en-US"/>
        </a:p>
      </dgm:t>
    </dgm:pt>
    <dgm:pt modelId="{CDBC16A2-2959-4D20-A670-71D6FFF5E65E}">
      <dgm:prSet/>
      <dgm:spPr/>
      <dgm:t>
        <a:bodyPr/>
        <a:lstStyle/>
        <a:p>
          <a:r>
            <a:rPr lang="en-US" noProof="0"/>
            <a:t>developing one’s spiritual life</a:t>
          </a:r>
          <a:endParaRPr lang="en-US" noProof="0" dirty="0"/>
        </a:p>
      </dgm:t>
    </dgm:pt>
    <dgm:pt modelId="{A0FE8519-9CB2-4A28-BF58-F049B25093BB}" type="parTrans" cxnId="{484F409A-D52B-4CED-A5B9-6ADD1A4D391B}">
      <dgm:prSet/>
      <dgm:spPr/>
      <dgm:t>
        <a:bodyPr/>
        <a:lstStyle/>
        <a:p>
          <a:endParaRPr lang="en-US"/>
        </a:p>
      </dgm:t>
    </dgm:pt>
    <dgm:pt modelId="{4CFBE2CD-47EE-4918-AEA2-C04AE1817954}" type="sibTrans" cxnId="{484F409A-D52B-4CED-A5B9-6ADD1A4D391B}">
      <dgm:prSet/>
      <dgm:spPr/>
      <dgm:t>
        <a:bodyPr/>
        <a:lstStyle/>
        <a:p>
          <a:endParaRPr lang="en-US"/>
        </a:p>
      </dgm:t>
    </dgm:pt>
    <dgm:pt modelId="{57BBFAD5-BFF4-429A-92D5-9BDD2376B0E9}">
      <dgm:prSet/>
      <dgm:spPr/>
      <dgm:t>
        <a:bodyPr/>
        <a:lstStyle/>
        <a:p>
          <a:r>
            <a:rPr lang="en-US" noProof="0"/>
            <a:t>receiving supervision</a:t>
          </a:r>
          <a:endParaRPr lang="en-US" noProof="0" dirty="0"/>
        </a:p>
      </dgm:t>
    </dgm:pt>
    <dgm:pt modelId="{D83A6FED-8CD1-4E6E-BD28-F5B4B0A347FE}" type="parTrans" cxnId="{64500D74-3F2D-4B61-A95F-690564709868}">
      <dgm:prSet/>
      <dgm:spPr/>
      <dgm:t>
        <a:bodyPr/>
        <a:lstStyle/>
        <a:p>
          <a:endParaRPr lang="en-US"/>
        </a:p>
      </dgm:t>
    </dgm:pt>
    <dgm:pt modelId="{55485F28-10A6-4F1A-82D8-B5491D81A97C}" type="sibTrans" cxnId="{64500D74-3F2D-4B61-A95F-690564709868}">
      <dgm:prSet/>
      <dgm:spPr/>
      <dgm:t>
        <a:bodyPr/>
        <a:lstStyle/>
        <a:p>
          <a:endParaRPr lang="en-US"/>
        </a:p>
      </dgm:t>
    </dgm:pt>
    <dgm:pt modelId="{C0552306-D727-4D4A-8347-E9B0DE4E3DD0}" type="pres">
      <dgm:prSet presAssocID="{3B4BDB0A-F64C-42E2-B4D6-83AEF386B6E2}" presName="diagram" presStyleCnt="0">
        <dgm:presLayoutVars>
          <dgm:dir/>
          <dgm:resizeHandles val="exact"/>
        </dgm:presLayoutVars>
      </dgm:prSet>
      <dgm:spPr/>
    </dgm:pt>
    <dgm:pt modelId="{351F11BD-DBE0-4676-A61E-C0D42CC7D83A}" type="pres">
      <dgm:prSet presAssocID="{F752FCF8-95CD-44DF-B23F-D918342A715A}" presName="node" presStyleLbl="node1" presStyleIdx="0" presStyleCnt="10">
        <dgm:presLayoutVars>
          <dgm:bulletEnabled val="1"/>
        </dgm:presLayoutVars>
      </dgm:prSet>
      <dgm:spPr/>
    </dgm:pt>
    <dgm:pt modelId="{68AE2288-0248-4378-8A5B-A4760A222D70}" type="pres">
      <dgm:prSet presAssocID="{2608E470-244F-4725-838F-ADC9E7C835CB}" presName="sibTrans" presStyleCnt="0"/>
      <dgm:spPr/>
    </dgm:pt>
    <dgm:pt modelId="{01DAF60D-0CF9-4D08-BC62-3E770F6E865E}" type="pres">
      <dgm:prSet presAssocID="{93B4194F-9BBA-4F45-99E7-A38509D638DB}" presName="node" presStyleLbl="node1" presStyleIdx="1" presStyleCnt="10">
        <dgm:presLayoutVars>
          <dgm:bulletEnabled val="1"/>
        </dgm:presLayoutVars>
      </dgm:prSet>
      <dgm:spPr/>
    </dgm:pt>
    <dgm:pt modelId="{DCB610C8-F398-4800-B9F1-1B9F60C4941E}" type="pres">
      <dgm:prSet presAssocID="{A955A92F-D125-41DB-ABBD-35912DEEFAA6}" presName="sibTrans" presStyleCnt="0"/>
      <dgm:spPr/>
    </dgm:pt>
    <dgm:pt modelId="{4A387F05-650F-4656-90EB-E2C0A00AE79A}" type="pres">
      <dgm:prSet presAssocID="{1BE95953-4179-4535-9438-73361F67CEB5}" presName="node" presStyleLbl="node1" presStyleIdx="2" presStyleCnt="10">
        <dgm:presLayoutVars>
          <dgm:bulletEnabled val="1"/>
        </dgm:presLayoutVars>
      </dgm:prSet>
      <dgm:spPr/>
    </dgm:pt>
    <dgm:pt modelId="{730A02FD-3713-42D7-863D-5A9237DCD2AA}" type="pres">
      <dgm:prSet presAssocID="{324EA9FD-AB9D-4791-9D68-5D7C47E72376}" presName="sibTrans" presStyleCnt="0"/>
      <dgm:spPr/>
    </dgm:pt>
    <dgm:pt modelId="{A7754A63-EB8E-46CF-A61B-EB8EF33D20AB}" type="pres">
      <dgm:prSet presAssocID="{33BF45CA-C05F-4025-9A00-BB136DF2FF47}" presName="node" presStyleLbl="node1" presStyleIdx="3" presStyleCnt="10">
        <dgm:presLayoutVars>
          <dgm:bulletEnabled val="1"/>
        </dgm:presLayoutVars>
      </dgm:prSet>
      <dgm:spPr/>
    </dgm:pt>
    <dgm:pt modelId="{85E73C76-1583-40BC-81AB-AED08D03E5D2}" type="pres">
      <dgm:prSet presAssocID="{D3486149-345E-46DE-A0F4-8127EDF9A4C3}" presName="sibTrans" presStyleCnt="0"/>
      <dgm:spPr/>
    </dgm:pt>
    <dgm:pt modelId="{9210EC21-5F17-4EE9-B98A-06B3BB3C175D}" type="pres">
      <dgm:prSet presAssocID="{BBAFDD69-ECC1-484D-A988-4EC21B660074}" presName="node" presStyleLbl="node1" presStyleIdx="4" presStyleCnt="10">
        <dgm:presLayoutVars>
          <dgm:bulletEnabled val="1"/>
        </dgm:presLayoutVars>
      </dgm:prSet>
      <dgm:spPr/>
    </dgm:pt>
    <dgm:pt modelId="{BF4898C6-8C52-4484-9E7A-5D61374AD45B}" type="pres">
      <dgm:prSet presAssocID="{EE788E48-55AB-4E68-B036-E0786A9A880E}" presName="sibTrans" presStyleCnt="0"/>
      <dgm:spPr/>
    </dgm:pt>
    <dgm:pt modelId="{EEE3BD54-77D7-4DDC-8D70-72CE5E06EE7C}" type="pres">
      <dgm:prSet presAssocID="{4EF5D92D-1B1B-40BD-AF72-42DF70BE855A}" presName="node" presStyleLbl="node1" presStyleIdx="5" presStyleCnt="10">
        <dgm:presLayoutVars>
          <dgm:bulletEnabled val="1"/>
        </dgm:presLayoutVars>
      </dgm:prSet>
      <dgm:spPr/>
    </dgm:pt>
    <dgm:pt modelId="{409F339A-7048-4CA2-B423-AF3E582C78A6}" type="pres">
      <dgm:prSet presAssocID="{F73A4B1C-2D46-4207-A045-A0C57CF4E1F7}" presName="sibTrans" presStyleCnt="0"/>
      <dgm:spPr/>
    </dgm:pt>
    <dgm:pt modelId="{FCD01295-9888-431B-8DD5-7E066ECB1398}" type="pres">
      <dgm:prSet presAssocID="{08B91BC7-C7AD-42C8-8E79-2B7B760CF91F}" presName="node" presStyleLbl="node1" presStyleIdx="6" presStyleCnt="10">
        <dgm:presLayoutVars>
          <dgm:bulletEnabled val="1"/>
        </dgm:presLayoutVars>
      </dgm:prSet>
      <dgm:spPr/>
    </dgm:pt>
    <dgm:pt modelId="{3AAC566E-13DE-4D4D-8E7C-7064AE37C8C7}" type="pres">
      <dgm:prSet presAssocID="{60D1C828-A3F9-4DF1-BC83-87BCAE18D56D}" presName="sibTrans" presStyleCnt="0"/>
      <dgm:spPr/>
    </dgm:pt>
    <dgm:pt modelId="{9AEBF9D0-14D1-4BB0-9246-35BDB5A07BEA}" type="pres">
      <dgm:prSet presAssocID="{8F3BA8D3-0420-4358-9EA6-B01985CB8EB0}" presName="node" presStyleLbl="node1" presStyleIdx="7" presStyleCnt="10">
        <dgm:presLayoutVars>
          <dgm:bulletEnabled val="1"/>
        </dgm:presLayoutVars>
      </dgm:prSet>
      <dgm:spPr/>
    </dgm:pt>
    <dgm:pt modelId="{B4D4F80B-E0F7-48D3-A711-016B368299EE}" type="pres">
      <dgm:prSet presAssocID="{7183FE31-FDFB-40DC-A697-A73AE6D464FA}" presName="sibTrans" presStyleCnt="0"/>
      <dgm:spPr/>
    </dgm:pt>
    <dgm:pt modelId="{5883E51B-0C28-43B7-9443-B611B8857D54}" type="pres">
      <dgm:prSet presAssocID="{CDBC16A2-2959-4D20-A670-71D6FFF5E65E}" presName="node" presStyleLbl="node1" presStyleIdx="8" presStyleCnt="10">
        <dgm:presLayoutVars>
          <dgm:bulletEnabled val="1"/>
        </dgm:presLayoutVars>
      </dgm:prSet>
      <dgm:spPr/>
    </dgm:pt>
    <dgm:pt modelId="{04138180-B38D-4F86-A6A6-6688C7C61D2E}" type="pres">
      <dgm:prSet presAssocID="{4CFBE2CD-47EE-4918-AEA2-C04AE1817954}" presName="sibTrans" presStyleCnt="0"/>
      <dgm:spPr/>
    </dgm:pt>
    <dgm:pt modelId="{A1724CBC-59CF-45F7-81BC-3ABD0314681E}" type="pres">
      <dgm:prSet presAssocID="{57BBFAD5-BFF4-429A-92D5-9BDD2376B0E9}" presName="node" presStyleLbl="node1" presStyleIdx="9" presStyleCnt="10">
        <dgm:presLayoutVars>
          <dgm:bulletEnabled val="1"/>
        </dgm:presLayoutVars>
      </dgm:prSet>
      <dgm:spPr/>
    </dgm:pt>
  </dgm:ptLst>
  <dgm:cxnLst>
    <dgm:cxn modelId="{6BE34506-221E-4AFF-A7A0-7188A25565AE}" srcId="{3B4BDB0A-F64C-42E2-B4D6-83AEF386B6E2}" destId="{8F3BA8D3-0420-4358-9EA6-B01985CB8EB0}" srcOrd="7" destOrd="0" parTransId="{3C58AF5E-5EE6-4FE6-9E97-C5011C92C6B8}" sibTransId="{7183FE31-FDFB-40DC-A697-A73AE6D464FA}"/>
    <dgm:cxn modelId="{155B9E0D-0189-4968-97D5-65F30BD0A90C}" srcId="{3B4BDB0A-F64C-42E2-B4D6-83AEF386B6E2}" destId="{BBAFDD69-ECC1-484D-A988-4EC21B660074}" srcOrd="4" destOrd="0" parTransId="{14A2DBC9-D4CF-4010-A9F3-FBE33029386B}" sibTransId="{EE788E48-55AB-4E68-B036-E0786A9A880E}"/>
    <dgm:cxn modelId="{D4636C23-0CA2-43A0-90E0-1489C98172C5}" type="presOf" srcId="{08B91BC7-C7AD-42C8-8E79-2B7B760CF91F}" destId="{FCD01295-9888-431B-8DD5-7E066ECB1398}" srcOrd="0" destOrd="0" presId="urn:microsoft.com/office/officeart/2005/8/layout/default"/>
    <dgm:cxn modelId="{1251CF4D-F770-4BCA-B572-40722AFBE438}" type="presOf" srcId="{3B4BDB0A-F64C-42E2-B4D6-83AEF386B6E2}" destId="{C0552306-D727-4D4A-8347-E9B0DE4E3DD0}" srcOrd="0" destOrd="0" presId="urn:microsoft.com/office/officeart/2005/8/layout/default"/>
    <dgm:cxn modelId="{D548EC52-50BB-48A1-9174-04C1CAF843C3}" srcId="{3B4BDB0A-F64C-42E2-B4D6-83AEF386B6E2}" destId="{4EF5D92D-1B1B-40BD-AF72-42DF70BE855A}" srcOrd="5" destOrd="0" parTransId="{9E1DD226-1403-4E1F-8BB6-553C3D837E37}" sibTransId="{F73A4B1C-2D46-4207-A045-A0C57CF4E1F7}"/>
    <dgm:cxn modelId="{64500D74-3F2D-4B61-A95F-690564709868}" srcId="{3B4BDB0A-F64C-42E2-B4D6-83AEF386B6E2}" destId="{57BBFAD5-BFF4-429A-92D5-9BDD2376B0E9}" srcOrd="9" destOrd="0" parTransId="{D83A6FED-8CD1-4E6E-BD28-F5B4B0A347FE}" sibTransId="{55485F28-10A6-4F1A-82D8-B5491D81A97C}"/>
    <dgm:cxn modelId="{B95E4458-35B8-451D-96EB-7E81EF073FE9}" type="presOf" srcId="{33BF45CA-C05F-4025-9A00-BB136DF2FF47}" destId="{A7754A63-EB8E-46CF-A61B-EB8EF33D20AB}" srcOrd="0" destOrd="0" presId="urn:microsoft.com/office/officeart/2005/8/layout/default"/>
    <dgm:cxn modelId="{EF5D637A-9025-45A1-9AD2-51C764BB7F33}" srcId="{3B4BDB0A-F64C-42E2-B4D6-83AEF386B6E2}" destId="{33BF45CA-C05F-4025-9A00-BB136DF2FF47}" srcOrd="3" destOrd="0" parTransId="{6D135248-D9FD-4C2C-BE26-5154767297CD}" sibTransId="{D3486149-345E-46DE-A0F4-8127EDF9A4C3}"/>
    <dgm:cxn modelId="{7F2A9781-CF68-43EA-AE18-E60690752435}" srcId="{3B4BDB0A-F64C-42E2-B4D6-83AEF386B6E2}" destId="{F752FCF8-95CD-44DF-B23F-D918342A715A}" srcOrd="0" destOrd="0" parTransId="{8729FA26-52E1-49E8-84EE-85C538869262}" sibTransId="{2608E470-244F-4725-838F-ADC9E7C835CB}"/>
    <dgm:cxn modelId="{A5C1F894-EFC1-431E-AF2E-D8E9EEE58E98}" srcId="{3B4BDB0A-F64C-42E2-B4D6-83AEF386B6E2}" destId="{1BE95953-4179-4535-9438-73361F67CEB5}" srcOrd="2" destOrd="0" parTransId="{9D48566F-9050-4C9A-8735-BC3C238AD79F}" sibTransId="{324EA9FD-AB9D-4791-9D68-5D7C47E72376}"/>
    <dgm:cxn modelId="{484F409A-D52B-4CED-A5B9-6ADD1A4D391B}" srcId="{3B4BDB0A-F64C-42E2-B4D6-83AEF386B6E2}" destId="{CDBC16A2-2959-4D20-A670-71D6FFF5E65E}" srcOrd="8" destOrd="0" parTransId="{A0FE8519-9CB2-4A28-BF58-F049B25093BB}" sibTransId="{4CFBE2CD-47EE-4918-AEA2-C04AE1817954}"/>
    <dgm:cxn modelId="{66EB47AF-53BF-41F7-9FF6-DB250813BBB0}" type="presOf" srcId="{1BE95953-4179-4535-9438-73361F67CEB5}" destId="{4A387F05-650F-4656-90EB-E2C0A00AE79A}" srcOrd="0" destOrd="0" presId="urn:microsoft.com/office/officeart/2005/8/layout/default"/>
    <dgm:cxn modelId="{A5E233B8-F46F-42E9-B7A4-02694456CB42}" srcId="{3B4BDB0A-F64C-42E2-B4D6-83AEF386B6E2}" destId="{08B91BC7-C7AD-42C8-8E79-2B7B760CF91F}" srcOrd="6" destOrd="0" parTransId="{B4A2E4D5-4755-4A6B-A88E-E9D2DF4767E1}" sibTransId="{60D1C828-A3F9-4DF1-BC83-87BCAE18D56D}"/>
    <dgm:cxn modelId="{6CCCBDBA-C5DE-4230-8CE4-9BAA68823BD5}" type="presOf" srcId="{8F3BA8D3-0420-4358-9EA6-B01985CB8EB0}" destId="{9AEBF9D0-14D1-4BB0-9246-35BDB5A07BEA}" srcOrd="0" destOrd="0" presId="urn:microsoft.com/office/officeart/2005/8/layout/default"/>
    <dgm:cxn modelId="{E494BBBB-EBDA-4A0D-9E4B-B74E7BD469E9}" type="presOf" srcId="{F752FCF8-95CD-44DF-B23F-D918342A715A}" destId="{351F11BD-DBE0-4676-A61E-C0D42CC7D83A}" srcOrd="0" destOrd="0" presId="urn:microsoft.com/office/officeart/2005/8/layout/default"/>
    <dgm:cxn modelId="{962AB6BE-95B7-4CC6-8982-D5223665E089}" type="presOf" srcId="{BBAFDD69-ECC1-484D-A988-4EC21B660074}" destId="{9210EC21-5F17-4EE9-B98A-06B3BB3C175D}" srcOrd="0" destOrd="0" presId="urn:microsoft.com/office/officeart/2005/8/layout/default"/>
    <dgm:cxn modelId="{6182B2D5-DD81-45DE-B985-8DF5F33EE292}" type="presOf" srcId="{CDBC16A2-2959-4D20-A670-71D6FFF5E65E}" destId="{5883E51B-0C28-43B7-9443-B611B8857D54}" srcOrd="0" destOrd="0" presId="urn:microsoft.com/office/officeart/2005/8/layout/default"/>
    <dgm:cxn modelId="{2BFEDADF-3F3A-4C0B-B80C-E2414EDC1247}" type="presOf" srcId="{4EF5D92D-1B1B-40BD-AF72-42DF70BE855A}" destId="{EEE3BD54-77D7-4DDC-8D70-72CE5E06EE7C}" srcOrd="0" destOrd="0" presId="urn:microsoft.com/office/officeart/2005/8/layout/default"/>
    <dgm:cxn modelId="{4A6855E3-EEC0-4C19-AB30-99479C3D07CB}" srcId="{3B4BDB0A-F64C-42E2-B4D6-83AEF386B6E2}" destId="{93B4194F-9BBA-4F45-99E7-A38509D638DB}" srcOrd="1" destOrd="0" parTransId="{686994DB-343C-4605-A0EC-C046FFB9E806}" sibTransId="{A955A92F-D125-41DB-ABBD-35912DEEFAA6}"/>
    <dgm:cxn modelId="{0810ABF0-80D6-482F-99A3-103848C2CC78}" type="presOf" srcId="{93B4194F-9BBA-4F45-99E7-A38509D638DB}" destId="{01DAF60D-0CF9-4D08-BC62-3E770F6E865E}" srcOrd="0" destOrd="0" presId="urn:microsoft.com/office/officeart/2005/8/layout/default"/>
    <dgm:cxn modelId="{23AD76FD-D171-43AE-93D5-D2122C333BE2}" type="presOf" srcId="{57BBFAD5-BFF4-429A-92D5-9BDD2376B0E9}" destId="{A1724CBC-59CF-45F7-81BC-3ABD0314681E}" srcOrd="0" destOrd="0" presId="urn:microsoft.com/office/officeart/2005/8/layout/default"/>
    <dgm:cxn modelId="{B100A917-1504-4723-9D15-5DC55DFDFE6B}" type="presParOf" srcId="{C0552306-D727-4D4A-8347-E9B0DE4E3DD0}" destId="{351F11BD-DBE0-4676-A61E-C0D42CC7D83A}" srcOrd="0" destOrd="0" presId="urn:microsoft.com/office/officeart/2005/8/layout/default"/>
    <dgm:cxn modelId="{F16516A1-EF9F-4FF9-9B29-429BBB8ED368}" type="presParOf" srcId="{C0552306-D727-4D4A-8347-E9B0DE4E3DD0}" destId="{68AE2288-0248-4378-8A5B-A4760A222D70}" srcOrd="1" destOrd="0" presId="urn:microsoft.com/office/officeart/2005/8/layout/default"/>
    <dgm:cxn modelId="{D952AF27-039C-4703-B131-87774B1712F8}" type="presParOf" srcId="{C0552306-D727-4D4A-8347-E9B0DE4E3DD0}" destId="{01DAF60D-0CF9-4D08-BC62-3E770F6E865E}" srcOrd="2" destOrd="0" presId="urn:microsoft.com/office/officeart/2005/8/layout/default"/>
    <dgm:cxn modelId="{BE8749FC-F134-4AAD-9A62-AC5E373E28B2}" type="presParOf" srcId="{C0552306-D727-4D4A-8347-E9B0DE4E3DD0}" destId="{DCB610C8-F398-4800-B9F1-1B9F60C4941E}" srcOrd="3" destOrd="0" presId="urn:microsoft.com/office/officeart/2005/8/layout/default"/>
    <dgm:cxn modelId="{D747906E-0C97-47F8-B786-D5F158B0CAD1}" type="presParOf" srcId="{C0552306-D727-4D4A-8347-E9B0DE4E3DD0}" destId="{4A387F05-650F-4656-90EB-E2C0A00AE79A}" srcOrd="4" destOrd="0" presId="urn:microsoft.com/office/officeart/2005/8/layout/default"/>
    <dgm:cxn modelId="{DA81ED26-58FF-4BEF-A533-AA7CA186C443}" type="presParOf" srcId="{C0552306-D727-4D4A-8347-E9B0DE4E3DD0}" destId="{730A02FD-3713-42D7-863D-5A9237DCD2AA}" srcOrd="5" destOrd="0" presId="urn:microsoft.com/office/officeart/2005/8/layout/default"/>
    <dgm:cxn modelId="{27F35C4E-0400-4AFF-87C3-803D6878668F}" type="presParOf" srcId="{C0552306-D727-4D4A-8347-E9B0DE4E3DD0}" destId="{A7754A63-EB8E-46CF-A61B-EB8EF33D20AB}" srcOrd="6" destOrd="0" presId="urn:microsoft.com/office/officeart/2005/8/layout/default"/>
    <dgm:cxn modelId="{7FC2741C-618D-44EE-B6D6-A58FA7FCF17C}" type="presParOf" srcId="{C0552306-D727-4D4A-8347-E9B0DE4E3DD0}" destId="{85E73C76-1583-40BC-81AB-AED08D03E5D2}" srcOrd="7" destOrd="0" presId="urn:microsoft.com/office/officeart/2005/8/layout/default"/>
    <dgm:cxn modelId="{D737FB63-C961-4726-B939-F84AA8C14628}" type="presParOf" srcId="{C0552306-D727-4D4A-8347-E9B0DE4E3DD0}" destId="{9210EC21-5F17-4EE9-B98A-06B3BB3C175D}" srcOrd="8" destOrd="0" presId="urn:microsoft.com/office/officeart/2005/8/layout/default"/>
    <dgm:cxn modelId="{7D1B0D02-7796-4781-856F-E4258A5FB86B}" type="presParOf" srcId="{C0552306-D727-4D4A-8347-E9B0DE4E3DD0}" destId="{BF4898C6-8C52-4484-9E7A-5D61374AD45B}" srcOrd="9" destOrd="0" presId="urn:microsoft.com/office/officeart/2005/8/layout/default"/>
    <dgm:cxn modelId="{E4B79336-652A-4D82-89D7-8FC6DBB0F20E}" type="presParOf" srcId="{C0552306-D727-4D4A-8347-E9B0DE4E3DD0}" destId="{EEE3BD54-77D7-4DDC-8D70-72CE5E06EE7C}" srcOrd="10" destOrd="0" presId="urn:microsoft.com/office/officeart/2005/8/layout/default"/>
    <dgm:cxn modelId="{EBA2F69B-9F67-46EA-9D58-28591C24AE22}" type="presParOf" srcId="{C0552306-D727-4D4A-8347-E9B0DE4E3DD0}" destId="{409F339A-7048-4CA2-B423-AF3E582C78A6}" srcOrd="11" destOrd="0" presId="urn:microsoft.com/office/officeart/2005/8/layout/default"/>
    <dgm:cxn modelId="{35EEF6DC-3910-435B-9935-DC11BB6792D7}" type="presParOf" srcId="{C0552306-D727-4D4A-8347-E9B0DE4E3DD0}" destId="{FCD01295-9888-431B-8DD5-7E066ECB1398}" srcOrd="12" destOrd="0" presId="urn:microsoft.com/office/officeart/2005/8/layout/default"/>
    <dgm:cxn modelId="{7671747C-A9A4-4C00-ACED-54FB6D877C02}" type="presParOf" srcId="{C0552306-D727-4D4A-8347-E9B0DE4E3DD0}" destId="{3AAC566E-13DE-4D4D-8E7C-7064AE37C8C7}" srcOrd="13" destOrd="0" presId="urn:microsoft.com/office/officeart/2005/8/layout/default"/>
    <dgm:cxn modelId="{3A75A5F0-0813-4625-BE78-7E23828B71C9}" type="presParOf" srcId="{C0552306-D727-4D4A-8347-E9B0DE4E3DD0}" destId="{9AEBF9D0-14D1-4BB0-9246-35BDB5A07BEA}" srcOrd="14" destOrd="0" presId="urn:microsoft.com/office/officeart/2005/8/layout/default"/>
    <dgm:cxn modelId="{93AB1D18-1197-4C4C-9EBC-79490B9D1266}" type="presParOf" srcId="{C0552306-D727-4D4A-8347-E9B0DE4E3DD0}" destId="{B4D4F80B-E0F7-48D3-A711-016B368299EE}" srcOrd="15" destOrd="0" presId="urn:microsoft.com/office/officeart/2005/8/layout/default"/>
    <dgm:cxn modelId="{E3A37E22-0AF7-46AD-837F-2A4DF9847F54}" type="presParOf" srcId="{C0552306-D727-4D4A-8347-E9B0DE4E3DD0}" destId="{5883E51B-0C28-43B7-9443-B611B8857D54}" srcOrd="16" destOrd="0" presId="urn:microsoft.com/office/officeart/2005/8/layout/default"/>
    <dgm:cxn modelId="{2F4B6385-633B-4B42-8868-C0FD3F52B60A}" type="presParOf" srcId="{C0552306-D727-4D4A-8347-E9B0DE4E3DD0}" destId="{04138180-B38D-4F86-A6A6-6688C7C61D2E}" srcOrd="17" destOrd="0" presId="urn:microsoft.com/office/officeart/2005/8/layout/default"/>
    <dgm:cxn modelId="{55023C32-2801-44EC-838F-A90CE9740CF3}" type="presParOf" srcId="{C0552306-D727-4D4A-8347-E9B0DE4E3DD0}" destId="{A1724CBC-59CF-45F7-81BC-3ABD0314681E}" srcOrd="1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674BDC-46E4-4715-AA22-DF22FBD64C7D}" type="doc">
      <dgm:prSet loTypeId="urn:microsoft.com/office/officeart/2016/7/layout/VerticalHollowActionList" loCatId="List" qsTypeId="urn:microsoft.com/office/officeart/2005/8/quickstyle/simple1" qsCatId="simple" csTypeId="urn:microsoft.com/office/officeart/2005/8/colors/accent1_2" csCatId="accent1" phldr="1"/>
      <dgm:spPr/>
      <dgm:t>
        <a:bodyPr/>
        <a:lstStyle/>
        <a:p>
          <a:endParaRPr lang="en-US"/>
        </a:p>
      </dgm:t>
    </dgm:pt>
    <dgm:pt modelId="{F062A31A-2966-4174-A7C4-9491EF85FC3E}">
      <dgm:prSet/>
      <dgm:spPr/>
      <dgm:t>
        <a:bodyPr/>
        <a:lstStyle/>
        <a:p>
          <a:r>
            <a:rPr lang="en-US"/>
            <a:t>Identify</a:t>
          </a:r>
        </a:p>
      </dgm:t>
    </dgm:pt>
    <dgm:pt modelId="{CC01CC18-ED4C-4507-973E-BD53FD682F77}" type="parTrans" cxnId="{0D1FC4B5-9A37-4E7D-A97E-D749362DC1A7}">
      <dgm:prSet/>
      <dgm:spPr/>
      <dgm:t>
        <a:bodyPr/>
        <a:lstStyle/>
        <a:p>
          <a:endParaRPr lang="en-US"/>
        </a:p>
      </dgm:t>
    </dgm:pt>
    <dgm:pt modelId="{28E22F41-C5D1-495A-9E91-74CF981BAB1E}" type="sibTrans" cxnId="{0D1FC4B5-9A37-4E7D-A97E-D749362DC1A7}">
      <dgm:prSet/>
      <dgm:spPr/>
      <dgm:t>
        <a:bodyPr/>
        <a:lstStyle/>
        <a:p>
          <a:endParaRPr lang="en-US"/>
        </a:p>
      </dgm:t>
    </dgm:pt>
    <dgm:pt modelId="{775F2CF3-33E7-459D-8039-F900268E5D73}">
      <dgm:prSet/>
      <dgm:spPr/>
      <dgm:t>
        <a:bodyPr/>
        <a:lstStyle/>
        <a:p>
          <a:r>
            <a:rPr lang="en-US"/>
            <a:t>identify the problem</a:t>
          </a:r>
        </a:p>
      </dgm:t>
    </dgm:pt>
    <dgm:pt modelId="{214B11DA-5818-488F-8462-9CCA97C936F2}" type="parTrans" cxnId="{D555DA08-28B6-4A41-8840-D7A9800BFCB6}">
      <dgm:prSet/>
      <dgm:spPr/>
      <dgm:t>
        <a:bodyPr/>
        <a:lstStyle/>
        <a:p>
          <a:endParaRPr lang="en-US"/>
        </a:p>
      </dgm:t>
    </dgm:pt>
    <dgm:pt modelId="{9339C172-9B1E-4B2B-A50B-C9484DCB7E63}" type="sibTrans" cxnId="{D555DA08-28B6-4A41-8840-D7A9800BFCB6}">
      <dgm:prSet/>
      <dgm:spPr/>
      <dgm:t>
        <a:bodyPr/>
        <a:lstStyle/>
        <a:p>
          <a:endParaRPr lang="en-US"/>
        </a:p>
      </dgm:t>
    </dgm:pt>
    <dgm:pt modelId="{562935CF-28BE-4E02-BEBF-04BBB92113A7}">
      <dgm:prSet/>
      <dgm:spPr/>
      <dgm:t>
        <a:bodyPr/>
        <a:lstStyle/>
        <a:p>
          <a:r>
            <a:rPr lang="en-US"/>
            <a:t>Apply</a:t>
          </a:r>
        </a:p>
      </dgm:t>
    </dgm:pt>
    <dgm:pt modelId="{23127466-B7C4-4FA9-BE9B-DBFAD8629749}" type="parTrans" cxnId="{8003E394-C5E7-4F5E-AADA-3D2984F18D20}">
      <dgm:prSet/>
      <dgm:spPr/>
      <dgm:t>
        <a:bodyPr/>
        <a:lstStyle/>
        <a:p>
          <a:endParaRPr lang="en-US"/>
        </a:p>
      </dgm:t>
    </dgm:pt>
    <dgm:pt modelId="{3029BEC7-C863-4239-9A8F-2D15C3485910}" type="sibTrans" cxnId="{8003E394-C5E7-4F5E-AADA-3D2984F18D20}">
      <dgm:prSet/>
      <dgm:spPr/>
      <dgm:t>
        <a:bodyPr/>
        <a:lstStyle/>
        <a:p>
          <a:endParaRPr lang="en-US"/>
        </a:p>
      </dgm:t>
    </dgm:pt>
    <dgm:pt modelId="{FE8A459F-67D4-472F-AFD0-28AE698E80DB}">
      <dgm:prSet/>
      <dgm:spPr/>
      <dgm:t>
        <a:bodyPr/>
        <a:lstStyle/>
        <a:p>
          <a:r>
            <a:rPr lang="en-US" dirty="0"/>
            <a:t>apply the ACA Code of Ethics and laws</a:t>
          </a:r>
        </a:p>
      </dgm:t>
    </dgm:pt>
    <dgm:pt modelId="{9E0BDBA5-FF01-4E2F-BE02-FFF3AB636331}" type="parTrans" cxnId="{8ED05EF5-768A-459D-AA47-65050389C257}">
      <dgm:prSet/>
      <dgm:spPr/>
      <dgm:t>
        <a:bodyPr/>
        <a:lstStyle/>
        <a:p>
          <a:endParaRPr lang="en-US"/>
        </a:p>
      </dgm:t>
    </dgm:pt>
    <dgm:pt modelId="{00EED7A7-6899-4BFD-A7A8-1206E083AAC0}" type="sibTrans" cxnId="{8ED05EF5-768A-459D-AA47-65050389C257}">
      <dgm:prSet/>
      <dgm:spPr/>
      <dgm:t>
        <a:bodyPr/>
        <a:lstStyle/>
        <a:p>
          <a:endParaRPr lang="en-US"/>
        </a:p>
      </dgm:t>
    </dgm:pt>
    <dgm:pt modelId="{687C7821-E8B4-4D9B-84F0-C46B0997E734}">
      <dgm:prSet/>
      <dgm:spPr/>
      <dgm:t>
        <a:bodyPr/>
        <a:lstStyle/>
        <a:p>
          <a:r>
            <a:rPr lang="en-US"/>
            <a:t>Establish</a:t>
          </a:r>
        </a:p>
      </dgm:t>
    </dgm:pt>
    <dgm:pt modelId="{D1758623-C517-4D4F-A8B3-84BB1E1780FA}" type="parTrans" cxnId="{7F472B2B-85AD-42B2-B70A-CAAAEE5D163B}">
      <dgm:prSet/>
      <dgm:spPr/>
      <dgm:t>
        <a:bodyPr/>
        <a:lstStyle/>
        <a:p>
          <a:endParaRPr lang="en-US"/>
        </a:p>
      </dgm:t>
    </dgm:pt>
    <dgm:pt modelId="{62283296-616E-4EF5-9064-1042BA29DD06}" type="sibTrans" cxnId="{7F472B2B-85AD-42B2-B70A-CAAAEE5D163B}">
      <dgm:prSet/>
      <dgm:spPr/>
      <dgm:t>
        <a:bodyPr/>
        <a:lstStyle/>
        <a:p>
          <a:endParaRPr lang="en-US"/>
        </a:p>
      </dgm:t>
    </dgm:pt>
    <dgm:pt modelId="{5B6CC2F7-F659-4FD3-9920-1497379EAFEC}">
      <dgm:prSet/>
      <dgm:spPr/>
      <dgm:t>
        <a:bodyPr/>
        <a:lstStyle/>
        <a:p>
          <a:r>
            <a:rPr lang="en-US"/>
            <a:t>establish the parameters of the dilemma</a:t>
          </a:r>
        </a:p>
      </dgm:t>
    </dgm:pt>
    <dgm:pt modelId="{8C72C725-E974-4E5C-8DBA-A8C128CAF350}" type="parTrans" cxnId="{D404668B-6369-4E9D-A9B3-23C0D9915C3F}">
      <dgm:prSet/>
      <dgm:spPr/>
      <dgm:t>
        <a:bodyPr/>
        <a:lstStyle/>
        <a:p>
          <a:endParaRPr lang="en-US"/>
        </a:p>
      </dgm:t>
    </dgm:pt>
    <dgm:pt modelId="{F409C450-FADA-48C8-B383-9DCAFEC7EFE8}" type="sibTrans" cxnId="{D404668B-6369-4E9D-A9B3-23C0D9915C3F}">
      <dgm:prSet/>
      <dgm:spPr/>
      <dgm:t>
        <a:bodyPr/>
        <a:lstStyle/>
        <a:p>
          <a:endParaRPr lang="en-US"/>
        </a:p>
      </dgm:t>
    </dgm:pt>
    <dgm:pt modelId="{8561E466-7C71-44E8-94B6-49DBE0D5EC1A}">
      <dgm:prSet/>
      <dgm:spPr/>
      <dgm:t>
        <a:bodyPr/>
        <a:lstStyle/>
        <a:p>
          <a:r>
            <a:rPr lang="en-US"/>
            <a:t>Generate</a:t>
          </a:r>
        </a:p>
      </dgm:t>
    </dgm:pt>
    <dgm:pt modelId="{52B5947A-E8BE-472F-A08B-B1E6042D24B0}" type="parTrans" cxnId="{D565FF2A-53C2-4F0B-9983-BE14444766CD}">
      <dgm:prSet/>
      <dgm:spPr/>
      <dgm:t>
        <a:bodyPr/>
        <a:lstStyle/>
        <a:p>
          <a:endParaRPr lang="en-US"/>
        </a:p>
      </dgm:t>
    </dgm:pt>
    <dgm:pt modelId="{A3E2CD65-77D7-4C80-8211-CF701F1CE4B3}" type="sibTrans" cxnId="{D565FF2A-53C2-4F0B-9983-BE14444766CD}">
      <dgm:prSet/>
      <dgm:spPr/>
      <dgm:t>
        <a:bodyPr/>
        <a:lstStyle/>
        <a:p>
          <a:endParaRPr lang="en-US"/>
        </a:p>
      </dgm:t>
    </dgm:pt>
    <dgm:pt modelId="{997D9E04-EC23-4278-8E29-C29D00E4810E}">
      <dgm:prSet/>
      <dgm:spPr/>
      <dgm:t>
        <a:bodyPr/>
        <a:lstStyle/>
        <a:p>
          <a:r>
            <a:rPr lang="en-US"/>
            <a:t>generate all possible courses of action</a:t>
          </a:r>
        </a:p>
      </dgm:t>
    </dgm:pt>
    <dgm:pt modelId="{6EF397ED-5100-469A-A9B0-337BE566947F}" type="parTrans" cxnId="{8015707F-92C1-457C-8544-5CBA2391F4D8}">
      <dgm:prSet/>
      <dgm:spPr/>
      <dgm:t>
        <a:bodyPr/>
        <a:lstStyle/>
        <a:p>
          <a:endParaRPr lang="en-US"/>
        </a:p>
      </dgm:t>
    </dgm:pt>
    <dgm:pt modelId="{B1F263E3-B3CE-4767-BFDD-41ADC340952C}" type="sibTrans" cxnId="{8015707F-92C1-457C-8544-5CBA2391F4D8}">
      <dgm:prSet/>
      <dgm:spPr/>
      <dgm:t>
        <a:bodyPr/>
        <a:lstStyle/>
        <a:p>
          <a:endParaRPr lang="en-US"/>
        </a:p>
      </dgm:t>
    </dgm:pt>
    <dgm:pt modelId="{D89B48A9-1CB0-4711-A0D9-E7C2280EA198}">
      <dgm:prSet/>
      <dgm:spPr/>
      <dgm:t>
        <a:bodyPr/>
        <a:lstStyle/>
        <a:p>
          <a:r>
            <a:rPr lang="en-US"/>
            <a:t>Consider</a:t>
          </a:r>
        </a:p>
      </dgm:t>
    </dgm:pt>
    <dgm:pt modelId="{265C66DD-354B-4F33-8E3B-6E5DA7DFF887}" type="parTrans" cxnId="{0A5F13AE-4783-48FF-9196-81939E2069BF}">
      <dgm:prSet/>
      <dgm:spPr/>
      <dgm:t>
        <a:bodyPr/>
        <a:lstStyle/>
        <a:p>
          <a:endParaRPr lang="en-US"/>
        </a:p>
      </dgm:t>
    </dgm:pt>
    <dgm:pt modelId="{0D82F870-E43A-4A44-987B-DB8E8F8ADF1E}" type="sibTrans" cxnId="{0A5F13AE-4783-48FF-9196-81939E2069BF}">
      <dgm:prSet/>
      <dgm:spPr/>
      <dgm:t>
        <a:bodyPr/>
        <a:lstStyle/>
        <a:p>
          <a:endParaRPr lang="en-US"/>
        </a:p>
      </dgm:t>
    </dgm:pt>
    <dgm:pt modelId="{E17D1790-938D-4F8C-8FCC-6AB44906A325}">
      <dgm:prSet/>
      <dgm:spPr/>
      <dgm:t>
        <a:bodyPr/>
        <a:lstStyle/>
        <a:p>
          <a:r>
            <a:rPr lang="en-US"/>
            <a:t>consider the consequences of all options and select a course of action</a:t>
          </a:r>
        </a:p>
      </dgm:t>
    </dgm:pt>
    <dgm:pt modelId="{469FFBF0-C91F-4A3A-ABFE-E7C69152B108}" type="parTrans" cxnId="{D089DE2C-D9E8-4EE8-B3A4-F97225F2BAAB}">
      <dgm:prSet/>
      <dgm:spPr/>
      <dgm:t>
        <a:bodyPr/>
        <a:lstStyle/>
        <a:p>
          <a:endParaRPr lang="en-US"/>
        </a:p>
      </dgm:t>
    </dgm:pt>
    <dgm:pt modelId="{FCF16259-7500-4A38-85BA-231E7117EBC5}" type="sibTrans" cxnId="{D089DE2C-D9E8-4EE8-B3A4-F97225F2BAAB}">
      <dgm:prSet/>
      <dgm:spPr/>
      <dgm:t>
        <a:bodyPr/>
        <a:lstStyle/>
        <a:p>
          <a:endParaRPr lang="en-US"/>
        </a:p>
      </dgm:t>
    </dgm:pt>
    <dgm:pt modelId="{2F3F88FD-AD62-49D1-8AB6-84D4A6123AEB}">
      <dgm:prSet/>
      <dgm:spPr/>
      <dgm:t>
        <a:bodyPr/>
        <a:lstStyle/>
        <a:p>
          <a:r>
            <a:rPr lang="en-US"/>
            <a:t>Evaluate</a:t>
          </a:r>
        </a:p>
      </dgm:t>
    </dgm:pt>
    <dgm:pt modelId="{AEA25F29-D2D3-49B7-A19C-DEE4F08C91A8}" type="parTrans" cxnId="{103A632F-3843-4C31-9D54-027741C2AC7C}">
      <dgm:prSet/>
      <dgm:spPr/>
      <dgm:t>
        <a:bodyPr/>
        <a:lstStyle/>
        <a:p>
          <a:endParaRPr lang="en-US"/>
        </a:p>
      </dgm:t>
    </dgm:pt>
    <dgm:pt modelId="{BB7305E0-0981-4997-9184-F38145C5DFD1}" type="sibTrans" cxnId="{103A632F-3843-4C31-9D54-027741C2AC7C}">
      <dgm:prSet/>
      <dgm:spPr/>
      <dgm:t>
        <a:bodyPr/>
        <a:lstStyle/>
        <a:p>
          <a:endParaRPr lang="en-US"/>
        </a:p>
      </dgm:t>
    </dgm:pt>
    <dgm:pt modelId="{6A3E3758-548D-41C0-948E-2771F4309568}">
      <dgm:prSet/>
      <dgm:spPr/>
      <dgm:t>
        <a:bodyPr/>
        <a:lstStyle/>
        <a:p>
          <a:r>
            <a:rPr lang="en-US"/>
            <a:t>evaluate the course of action selected</a:t>
          </a:r>
        </a:p>
      </dgm:t>
    </dgm:pt>
    <dgm:pt modelId="{DFFF51AD-FEF9-4043-92DD-2B27E611110B}" type="parTrans" cxnId="{C00F4701-92DF-4FDC-9F85-293E7CC81112}">
      <dgm:prSet/>
      <dgm:spPr/>
      <dgm:t>
        <a:bodyPr/>
        <a:lstStyle/>
        <a:p>
          <a:endParaRPr lang="en-US"/>
        </a:p>
      </dgm:t>
    </dgm:pt>
    <dgm:pt modelId="{B6AA0F08-C3E5-44D2-9A2D-FEB8DAEE373F}" type="sibTrans" cxnId="{C00F4701-92DF-4FDC-9F85-293E7CC81112}">
      <dgm:prSet/>
      <dgm:spPr/>
      <dgm:t>
        <a:bodyPr/>
        <a:lstStyle/>
        <a:p>
          <a:endParaRPr lang="en-US"/>
        </a:p>
      </dgm:t>
    </dgm:pt>
    <dgm:pt modelId="{13F572AC-ECF6-4BAC-8C0C-E8AC89A4D00F}">
      <dgm:prSet/>
      <dgm:spPr/>
      <dgm:t>
        <a:bodyPr/>
        <a:lstStyle/>
        <a:p>
          <a:r>
            <a:rPr lang="en-US"/>
            <a:t>Implement</a:t>
          </a:r>
        </a:p>
      </dgm:t>
    </dgm:pt>
    <dgm:pt modelId="{773DA6F7-0096-4CF9-9AAA-0DFE366E0C29}" type="parTrans" cxnId="{417D6068-0FD0-4F36-8F16-CEAEEB668794}">
      <dgm:prSet/>
      <dgm:spPr/>
      <dgm:t>
        <a:bodyPr/>
        <a:lstStyle/>
        <a:p>
          <a:endParaRPr lang="en-US"/>
        </a:p>
      </dgm:t>
    </dgm:pt>
    <dgm:pt modelId="{2A5A73A3-2657-403D-95CB-C5A674E6ED69}" type="sibTrans" cxnId="{417D6068-0FD0-4F36-8F16-CEAEEB668794}">
      <dgm:prSet/>
      <dgm:spPr/>
      <dgm:t>
        <a:bodyPr/>
        <a:lstStyle/>
        <a:p>
          <a:endParaRPr lang="en-US"/>
        </a:p>
      </dgm:t>
    </dgm:pt>
    <dgm:pt modelId="{DBCC2AA4-59D5-48FA-9A3E-6FAA07D46012}">
      <dgm:prSet/>
      <dgm:spPr/>
      <dgm:t>
        <a:bodyPr/>
        <a:lstStyle/>
        <a:p>
          <a:r>
            <a:rPr lang="en-US"/>
            <a:t>implement the course of action</a:t>
          </a:r>
        </a:p>
      </dgm:t>
    </dgm:pt>
    <dgm:pt modelId="{9FD589E5-3A72-4112-BBFA-389A6E17A6FF}" type="parTrans" cxnId="{CB7925FC-18E7-4D50-AF4D-D82E1B5308AF}">
      <dgm:prSet/>
      <dgm:spPr/>
      <dgm:t>
        <a:bodyPr/>
        <a:lstStyle/>
        <a:p>
          <a:endParaRPr lang="en-US"/>
        </a:p>
      </dgm:t>
    </dgm:pt>
    <dgm:pt modelId="{E24F1C5A-D0FB-4081-9828-AE1DDBA0D12A}" type="sibTrans" cxnId="{CB7925FC-18E7-4D50-AF4D-D82E1B5308AF}">
      <dgm:prSet/>
      <dgm:spPr/>
      <dgm:t>
        <a:bodyPr/>
        <a:lstStyle/>
        <a:p>
          <a:endParaRPr lang="en-US"/>
        </a:p>
      </dgm:t>
    </dgm:pt>
    <dgm:pt modelId="{095A9C8A-4E85-48D8-B9AE-35514555C9BB}" type="pres">
      <dgm:prSet presAssocID="{25674BDC-46E4-4715-AA22-DF22FBD64C7D}" presName="Name0" presStyleCnt="0">
        <dgm:presLayoutVars>
          <dgm:dir/>
          <dgm:animLvl val="lvl"/>
          <dgm:resizeHandles val="exact"/>
        </dgm:presLayoutVars>
      </dgm:prSet>
      <dgm:spPr/>
    </dgm:pt>
    <dgm:pt modelId="{52970504-238E-47B5-BF02-0C9984588C15}" type="pres">
      <dgm:prSet presAssocID="{F062A31A-2966-4174-A7C4-9491EF85FC3E}" presName="linNode" presStyleCnt="0"/>
      <dgm:spPr/>
    </dgm:pt>
    <dgm:pt modelId="{B83069F7-059A-4793-A18E-4160D8DBBC7A}" type="pres">
      <dgm:prSet presAssocID="{F062A31A-2966-4174-A7C4-9491EF85FC3E}" presName="parentText" presStyleLbl="solidFgAcc1" presStyleIdx="0" presStyleCnt="7">
        <dgm:presLayoutVars>
          <dgm:chMax val="1"/>
          <dgm:bulletEnabled/>
        </dgm:presLayoutVars>
      </dgm:prSet>
      <dgm:spPr/>
    </dgm:pt>
    <dgm:pt modelId="{D76D4209-D342-4766-8C3F-DA33078A4AC7}" type="pres">
      <dgm:prSet presAssocID="{F062A31A-2966-4174-A7C4-9491EF85FC3E}" presName="descendantText" presStyleLbl="alignNode1" presStyleIdx="0" presStyleCnt="7">
        <dgm:presLayoutVars>
          <dgm:bulletEnabled/>
        </dgm:presLayoutVars>
      </dgm:prSet>
      <dgm:spPr/>
    </dgm:pt>
    <dgm:pt modelId="{492AC907-97C2-4912-A48D-B2A44DBF9077}" type="pres">
      <dgm:prSet presAssocID="{28E22F41-C5D1-495A-9E91-74CF981BAB1E}" presName="sp" presStyleCnt="0"/>
      <dgm:spPr/>
    </dgm:pt>
    <dgm:pt modelId="{0D75B7E6-EB2C-4512-A2A2-6B84E04719C4}" type="pres">
      <dgm:prSet presAssocID="{562935CF-28BE-4E02-BEBF-04BBB92113A7}" presName="linNode" presStyleCnt="0"/>
      <dgm:spPr/>
    </dgm:pt>
    <dgm:pt modelId="{77A6010F-C8E3-448E-9732-C34D4B2DDB4C}" type="pres">
      <dgm:prSet presAssocID="{562935CF-28BE-4E02-BEBF-04BBB92113A7}" presName="parentText" presStyleLbl="solidFgAcc1" presStyleIdx="1" presStyleCnt="7">
        <dgm:presLayoutVars>
          <dgm:chMax val="1"/>
          <dgm:bulletEnabled/>
        </dgm:presLayoutVars>
      </dgm:prSet>
      <dgm:spPr/>
    </dgm:pt>
    <dgm:pt modelId="{07DBBF3B-46AF-4D43-9C2E-3811807BAF2A}" type="pres">
      <dgm:prSet presAssocID="{562935CF-28BE-4E02-BEBF-04BBB92113A7}" presName="descendantText" presStyleLbl="alignNode1" presStyleIdx="1" presStyleCnt="7">
        <dgm:presLayoutVars>
          <dgm:bulletEnabled/>
        </dgm:presLayoutVars>
      </dgm:prSet>
      <dgm:spPr/>
    </dgm:pt>
    <dgm:pt modelId="{992CB08F-F061-42BB-92F3-FAC2F74051B1}" type="pres">
      <dgm:prSet presAssocID="{3029BEC7-C863-4239-9A8F-2D15C3485910}" presName="sp" presStyleCnt="0"/>
      <dgm:spPr/>
    </dgm:pt>
    <dgm:pt modelId="{370AF4F5-1CED-428B-B5F8-3D88EB8CB449}" type="pres">
      <dgm:prSet presAssocID="{687C7821-E8B4-4D9B-84F0-C46B0997E734}" presName="linNode" presStyleCnt="0"/>
      <dgm:spPr/>
    </dgm:pt>
    <dgm:pt modelId="{E17EBB3A-B825-48B8-AB45-4F73D0F96BC9}" type="pres">
      <dgm:prSet presAssocID="{687C7821-E8B4-4D9B-84F0-C46B0997E734}" presName="parentText" presStyleLbl="solidFgAcc1" presStyleIdx="2" presStyleCnt="7">
        <dgm:presLayoutVars>
          <dgm:chMax val="1"/>
          <dgm:bulletEnabled/>
        </dgm:presLayoutVars>
      </dgm:prSet>
      <dgm:spPr/>
    </dgm:pt>
    <dgm:pt modelId="{A0061C39-D028-4CC9-A575-FA8F24E7DE2A}" type="pres">
      <dgm:prSet presAssocID="{687C7821-E8B4-4D9B-84F0-C46B0997E734}" presName="descendantText" presStyleLbl="alignNode1" presStyleIdx="2" presStyleCnt="7">
        <dgm:presLayoutVars>
          <dgm:bulletEnabled/>
        </dgm:presLayoutVars>
      </dgm:prSet>
      <dgm:spPr/>
    </dgm:pt>
    <dgm:pt modelId="{913A3F54-F84E-4444-8C22-C87F24989294}" type="pres">
      <dgm:prSet presAssocID="{62283296-616E-4EF5-9064-1042BA29DD06}" presName="sp" presStyleCnt="0"/>
      <dgm:spPr/>
    </dgm:pt>
    <dgm:pt modelId="{4CCA1934-BE36-482B-BF07-A446A0EA149A}" type="pres">
      <dgm:prSet presAssocID="{8561E466-7C71-44E8-94B6-49DBE0D5EC1A}" presName="linNode" presStyleCnt="0"/>
      <dgm:spPr/>
    </dgm:pt>
    <dgm:pt modelId="{069FEB44-0C79-4757-9E7A-589D3C3FF914}" type="pres">
      <dgm:prSet presAssocID="{8561E466-7C71-44E8-94B6-49DBE0D5EC1A}" presName="parentText" presStyleLbl="solidFgAcc1" presStyleIdx="3" presStyleCnt="7">
        <dgm:presLayoutVars>
          <dgm:chMax val="1"/>
          <dgm:bulletEnabled/>
        </dgm:presLayoutVars>
      </dgm:prSet>
      <dgm:spPr/>
    </dgm:pt>
    <dgm:pt modelId="{F07CD28B-5322-48F2-B49F-F6EF60F3E27D}" type="pres">
      <dgm:prSet presAssocID="{8561E466-7C71-44E8-94B6-49DBE0D5EC1A}" presName="descendantText" presStyleLbl="alignNode1" presStyleIdx="3" presStyleCnt="7">
        <dgm:presLayoutVars>
          <dgm:bulletEnabled/>
        </dgm:presLayoutVars>
      </dgm:prSet>
      <dgm:spPr/>
    </dgm:pt>
    <dgm:pt modelId="{71D537AC-8010-4B08-ACD9-FC9C34D11D8B}" type="pres">
      <dgm:prSet presAssocID="{A3E2CD65-77D7-4C80-8211-CF701F1CE4B3}" presName="sp" presStyleCnt="0"/>
      <dgm:spPr/>
    </dgm:pt>
    <dgm:pt modelId="{B57A8C58-C8D0-4307-9F36-ECDFE97AA8FF}" type="pres">
      <dgm:prSet presAssocID="{D89B48A9-1CB0-4711-A0D9-E7C2280EA198}" presName="linNode" presStyleCnt="0"/>
      <dgm:spPr/>
    </dgm:pt>
    <dgm:pt modelId="{62234297-243D-41B0-B64E-05A3FCAB6EE5}" type="pres">
      <dgm:prSet presAssocID="{D89B48A9-1CB0-4711-A0D9-E7C2280EA198}" presName="parentText" presStyleLbl="solidFgAcc1" presStyleIdx="4" presStyleCnt="7">
        <dgm:presLayoutVars>
          <dgm:chMax val="1"/>
          <dgm:bulletEnabled/>
        </dgm:presLayoutVars>
      </dgm:prSet>
      <dgm:spPr/>
    </dgm:pt>
    <dgm:pt modelId="{E3906A57-1276-46DE-AAC2-1FE52D038DC1}" type="pres">
      <dgm:prSet presAssocID="{D89B48A9-1CB0-4711-A0D9-E7C2280EA198}" presName="descendantText" presStyleLbl="alignNode1" presStyleIdx="4" presStyleCnt="7">
        <dgm:presLayoutVars>
          <dgm:bulletEnabled/>
        </dgm:presLayoutVars>
      </dgm:prSet>
      <dgm:spPr/>
    </dgm:pt>
    <dgm:pt modelId="{E13484AB-EDE6-4D9C-8BA2-52529DAFA8EC}" type="pres">
      <dgm:prSet presAssocID="{0D82F870-E43A-4A44-987B-DB8E8F8ADF1E}" presName="sp" presStyleCnt="0"/>
      <dgm:spPr/>
    </dgm:pt>
    <dgm:pt modelId="{7275E511-8DB9-4B04-B2D6-A3638FE85BB2}" type="pres">
      <dgm:prSet presAssocID="{2F3F88FD-AD62-49D1-8AB6-84D4A6123AEB}" presName="linNode" presStyleCnt="0"/>
      <dgm:spPr/>
    </dgm:pt>
    <dgm:pt modelId="{6C21E396-E215-4B22-ABFC-89279F1C4495}" type="pres">
      <dgm:prSet presAssocID="{2F3F88FD-AD62-49D1-8AB6-84D4A6123AEB}" presName="parentText" presStyleLbl="solidFgAcc1" presStyleIdx="5" presStyleCnt="7">
        <dgm:presLayoutVars>
          <dgm:chMax val="1"/>
          <dgm:bulletEnabled/>
        </dgm:presLayoutVars>
      </dgm:prSet>
      <dgm:spPr/>
    </dgm:pt>
    <dgm:pt modelId="{B2C6FB27-349E-4172-A43D-F8A954908C78}" type="pres">
      <dgm:prSet presAssocID="{2F3F88FD-AD62-49D1-8AB6-84D4A6123AEB}" presName="descendantText" presStyleLbl="alignNode1" presStyleIdx="5" presStyleCnt="7">
        <dgm:presLayoutVars>
          <dgm:bulletEnabled/>
        </dgm:presLayoutVars>
      </dgm:prSet>
      <dgm:spPr/>
    </dgm:pt>
    <dgm:pt modelId="{B1C7E1C7-CBC7-4764-AF6B-5472B4F01E12}" type="pres">
      <dgm:prSet presAssocID="{BB7305E0-0981-4997-9184-F38145C5DFD1}" presName="sp" presStyleCnt="0"/>
      <dgm:spPr/>
    </dgm:pt>
    <dgm:pt modelId="{48FBBC87-8A2D-4FF4-9D04-68372E673D6F}" type="pres">
      <dgm:prSet presAssocID="{13F572AC-ECF6-4BAC-8C0C-E8AC89A4D00F}" presName="linNode" presStyleCnt="0"/>
      <dgm:spPr/>
    </dgm:pt>
    <dgm:pt modelId="{A4BB05CC-EC70-47B3-8D15-92DF4AFE5F91}" type="pres">
      <dgm:prSet presAssocID="{13F572AC-ECF6-4BAC-8C0C-E8AC89A4D00F}" presName="parentText" presStyleLbl="solidFgAcc1" presStyleIdx="6" presStyleCnt="7">
        <dgm:presLayoutVars>
          <dgm:chMax val="1"/>
          <dgm:bulletEnabled/>
        </dgm:presLayoutVars>
      </dgm:prSet>
      <dgm:spPr/>
    </dgm:pt>
    <dgm:pt modelId="{719F2576-F7BA-4FBF-955B-DF9C579BB5DF}" type="pres">
      <dgm:prSet presAssocID="{13F572AC-ECF6-4BAC-8C0C-E8AC89A4D00F}" presName="descendantText" presStyleLbl="alignNode1" presStyleIdx="6" presStyleCnt="7">
        <dgm:presLayoutVars>
          <dgm:bulletEnabled/>
        </dgm:presLayoutVars>
      </dgm:prSet>
      <dgm:spPr/>
    </dgm:pt>
  </dgm:ptLst>
  <dgm:cxnLst>
    <dgm:cxn modelId="{C00F4701-92DF-4FDC-9F85-293E7CC81112}" srcId="{2F3F88FD-AD62-49D1-8AB6-84D4A6123AEB}" destId="{6A3E3758-548D-41C0-948E-2771F4309568}" srcOrd="0" destOrd="0" parTransId="{DFFF51AD-FEF9-4043-92DD-2B27E611110B}" sibTransId="{B6AA0F08-C3E5-44D2-9A2D-FEB8DAEE373F}"/>
    <dgm:cxn modelId="{D4C49406-AFF5-40A2-9F0B-199AA7894E22}" type="presOf" srcId="{687C7821-E8B4-4D9B-84F0-C46B0997E734}" destId="{E17EBB3A-B825-48B8-AB45-4F73D0F96BC9}" srcOrd="0" destOrd="0" presId="urn:microsoft.com/office/officeart/2016/7/layout/VerticalHollowActionList"/>
    <dgm:cxn modelId="{D555DA08-28B6-4A41-8840-D7A9800BFCB6}" srcId="{F062A31A-2966-4174-A7C4-9491EF85FC3E}" destId="{775F2CF3-33E7-459D-8039-F900268E5D73}" srcOrd="0" destOrd="0" parTransId="{214B11DA-5818-488F-8462-9CCA97C936F2}" sibTransId="{9339C172-9B1E-4B2B-A50B-C9484DCB7E63}"/>
    <dgm:cxn modelId="{84885F11-B66E-4DF4-8F5A-26A81E1D543F}" type="presOf" srcId="{997D9E04-EC23-4278-8E29-C29D00E4810E}" destId="{F07CD28B-5322-48F2-B49F-F6EF60F3E27D}" srcOrd="0" destOrd="0" presId="urn:microsoft.com/office/officeart/2016/7/layout/VerticalHollowActionList"/>
    <dgm:cxn modelId="{D565FF2A-53C2-4F0B-9983-BE14444766CD}" srcId="{25674BDC-46E4-4715-AA22-DF22FBD64C7D}" destId="{8561E466-7C71-44E8-94B6-49DBE0D5EC1A}" srcOrd="3" destOrd="0" parTransId="{52B5947A-E8BE-472F-A08B-B1E6042D24B0}" sibTransId="{A3E2CD65-77D7-4C80-8211-CF701F1CE4B3}"/>
    <dgm:cxn modelId="{7F472B2B-85AD-42B2-B70A-CAAAEE5D163B}" srcId="{25674BDC-46E4-4715-AA22-DF22FBD64C7D}" destId="{687C7821-E8B4-4D9B-84F0-C46B0997E734}" srcOrd="2" destOrd="0" parTransId="{D1758623-C517-4D4F-A8B3-84BB1E1780FA}" sibTransId="{62283296-616E-4EF5-9064-1042BA29DD06}"/>
    <dgm:cxn modelId="{D089DE2C-D9E8-4EE8-B3A4-F97225F2BAAB}" srcId="{D89B48A9-1CB0-4711-A0D9-E7C2280EA198}" destId="{E17D1790-938D-4F8C-8FCC-6AB44906A325}" srcOrd="0" destOrd="0" parTransId="{469FFBF0-C91F-4A3A-ABFE-E7C69152B108}" sibTransId="{FCF16259-7500-4A38-85BA-231E7117EBC5}"/>
    <dgm:cxn modelId="{103A632F-3843-4C31-9D54-027741C2AC7C}" srcId="{25674BDC-46E4-4715-AA22-DF22FBD64C7D}" destId="{2F3F88FD-AD62-49D1-8AB6-84D4A6123AEB}" srcOrd="5" destOrd="0" parTransId="{AEA25F29-D2D3-49B7-A19C-DEE4F08C91A8}" sibTransId="{BB7305E0-0981-4997-9184-F38145C5DFD1}"/>
    <dgm:cxn modelId="{0B990B37-88A6-402B-B8C1-90B2D8D24BC8}" type="presOf" srcId="{6A3E3758-548D-41C0-948E-2771F4309568}" destId="{B2C6FB27-349E-4172-A43D-F8A954908C78}" srcOrd="0" destOrd="0" presId="urn:microsoft.com/office/officeart/2016/7/layout/VerticalHollowActionList"/>
    <dgm:cxn modelId="{36D8C738-42A0-4949-96A5-14656AB234B4}" type="presOf" srcId="{FE8A459F-67D4-472F-AFD0-28AE698E80DB}" destId="{07DBBF3B-46AF-4D43-9C2E-3811807BAF2A}" srcOrd="0" destOrd="0" presId="urn:microsoft.com/office/officeart/2016/7/layout/VerticalHollowActionList"/>
    <dgm:cxn modelId="{D5611C3A-5E9B-466A-B6F6-3E8F63566716}" type="presOf" srcId="{E17D1790-938D-4F8C-8FCC-6AB44906A325}" destId="{E3906A57-1276-46DE-AAC2-1FE52D038DC1}" srcOrd="0" destOrd="0" presId="urn:microsoft.com/office/officeart/2016/7/layout/VerticalHollowActionList"/>
    <dgm:cxn modelId="{417D6068-0FD0-4F36-8F16-CEAEEB668794}" srcId="{25674BDC-46E4-4715-AA22-DF22FBD64C7D}" destId="{13F572AC-ECF6-4BAC-8C0C-E8AC89A4D00F}" srcOrd="6" destOrd="0" parTransId="{773DA6F7-0096-4CF9-9AAA-0DFE366E0C29}" sibTransId="{2A5A73A3-2657-403D-95CB-C5A674E6ED69}"/>
    <dgm:cxn modelId="{20F3CF49-7EFC-4D3C-8230-DF08622EF89A}" type="presOf" srcId="{F062A31A-2966-4174-A7C4-9491EF85FC3E}" destId="{B83069F7-059A-4793-A18E-4160D8DBBC7A}" srcOrd="0" destOrd="0" presId="urn:microsoft.com/office/officeart/2016/7/layout/VerticalHollowActionList"/>
    <dgm:cxn modelId="{84FC4B79-1C28-450E-9DD3-8C7100613905}" type="presOf" srcId="{13F572AC-ECF6-4BAC-8C0C-E8AC89A4D00F}" destId="{A4BB05CC-EC70-47B3-8D15-92DF4AFE5F91}" srcOrd="0" destOrd="0" presId="urn:microsoft.com/office/officeart/2016/7/layout/VerticalHollowActionList"/>
    <dgm:cxn modelId="{662BA97A-4EAC-44F5-941E-C567580F788C}" type="presOf" srcId="{775F2CF3-33E7-459D-8039-F900268E5D73}" destId="{D76D4209-D342-4766-8C3F-DA33078A4AC7}" srcOrd="0" destOrd="0" presId="urn:microsoft.com/office/officeart/2016/7/layout/VerticalHollowActionList"/>
    <dgm:cxn modelId="{B80DED7D-A65E-412C-B5B1-74477FF182D0}" type="presOf" srcId="{DBCC2AA4-59D5-48FA-9A3E-6FAA07D46012}" destId="{719F2576-F7BA-4FBF-955B-DF9C579BB5DF}" srcOrd="0" destOrd="0" presId="urn:microsoft.com/office/officeart/2016/7/layout/VerticalHollowActionList"/>
    <dgm:cxn modelId="{8015707F-92C1-457C-8544-5CBA2391F4D8}" srcId="{8561E466-7C71-44E8-94B6-49DBE0D5EC1A}" destId="{997D9E04-EC23-4278-8E29-C29D00E4810E}" srcOrd="0" destOrd="0" parTransId="{6EF397ED-5100-469A-A9B0-337BE566947F}" sibTransId="{B1F263E3-B3CE-4767-BFDD-41ADC340952C}"/>
    <dgm:cxn modelId="{DDA1F781-1FAC-4B2A-9D64-F442154E1E74}" type="presOf" srcId="{D89B48A9-1CB0-4711-A0D9-E7C2280EA198}" destId="{62234297-243D-41B0-B64E-05A3FCAB6EE5}" srcOrd="0" destOrd="0" presId="urn:microsoft.com/office/officeart/2016/7/layout/VerticalHollowActionList"/>
    <dgm:cxn modelId="{33367C86-3746-4A53-8591-5C116A45990F}" type="presOf" srcId="{2F3F88FD-AD62-49D1-8AB6-84D4A6123AEB}" destId="{6C21E396-E215-4B22-ABFC-89279F1C4495}" srcOrd="0" destOrd="0" presId="urn:microsoft.com/office/officeart/2016/7/layout/VerticalHollowActionList"/>
    <dgm:cxn modelId="{76E4AA86-37A6-4686-BC2C-F9C83ED5FEFA}" type="presOf" srcId="{5B6CC2F7-F659-4FD3-9920-1497379EAFEC}" destId="{A0061C39-D028-4CC9-A575-FA8F24E7DE2A}" srcOrd="0" destOrd="0" presId="urn:microsoft.com/office/officeart/2016/7/layout/VerticalHollowActionList"/>
    <dgm:cxn modelId="{D404668B-6369-4E9D-A9B3-23C0D9915C3F}" srcId="{687C7821-E8B4-4D9B-84F0-C46B0997E734}" destId="{5B6CC2F7-F659-4FD3-9920-1497379EAFEC}" srcOrd="0" destOrd="0" parTransId="{8C72C725-E974-4E5C-8DBA-A8C128CAF350}" sibTransId="{F409C450-FADA-48C8-B383-9DCAFEC7EFE8}"/>
    <dgm:cxn modelId="{3B761894-F589-46CE-A259-578AB1C2C2D1}" type="presOf" srcId="{25674BDC-46E4-4715-AA22-DF22FBD64C7D}" destId="{095A9C8A-4E85-48D8-B9AE-35514555C9BB}" srcOrd="0" destOrd="0" presId="urn:microsoft.com/office/officeart/2016/7/layout/VerticalHollowActionList"/>
    <dgm:cxn modelId="{8003E394-C5E7-4F5E-AADA-3D2984F18D20}" srcId="{25674BDC-46E4-4715-AA22-DF22FBD64C7D}" destId="{562935CF-28BE-4E02-BEBF-04BBB92113A7}" srcOrd="1" destOrd="0" parTransId="{23127466-B7C4-4FA9-BE9B-DBFAD8629749}" sibTransId="{3029BEC7-C863-4239-9A8F-2D15C3485910}"/>
    <dgm:cxn modelId="{0A5F13AE-4783-48FF-9196-81939E2069BF}" srcId="{25674BDC-46E4-4715-AA22-DF22FBD64C7D}" destId="{D89B48A9-1CB0-4711-A0D9-E7C2280EA198}" srcOrd="4" destOrd="0" parTransId="{265C66DD-354B-4F33-8E3B-6E5DA7DFF887}" sibTransId="{0D82F870-E43A-4A44-987B-DB8E8F8ADF1E}"/>
    <dgm:cxn modelId="{0D1FC4B5-9A37-4E7D-A97E-D749362DC1A7}" srcId="{25674BDC-46E4-4715-AA22-DF22FBD64C7D}" destId="{F062A31A-2966-4174-A7C4-9491EF85FC3E}" srcOrd="0" destOrd="0" parTransId="{CC01CC18-ED4C-4507-973E-BD53FD682F77}" sibTransId="{28E22F41-C5D1-495A-9E91-74CF981BAB1E}"/>
    <dgm:cxn modelId="{CEDD81D3-F9E0-47B5-8854-9FB853EBC0C0}" type="presOf" srcId="{562935CF-28BE-4E02-BEBF-04BBB92113A7}" destId="{77A6010F-C8E3-448E-9732-C34D4B2DDB4C}" srcOrd="0" destOrd="0" presId="urn:microsoft.com/office/officeart/2016/7/layout/VerticalHollowActionList"/>
    <dgm:cxn modelId="{3092BBE0-88ED-4CE3-A029-8010F7756AED}" type="presOf" srcId="{8561E466-7C71-44E8-94B6-49DBE0D5EC1A}" destId="{069FEB44-0C79-4757-9E7A-589D3C3FF914}" srcOrd="0" destOrd="0" presId="urn:microsoft.com/office/officeart/2016/7/layout/VerticalHollowActionList"/>
    <dgm:cxn modelId="{8ED05EF5-768A-459D-AA47-65050389C257}" srcId="{562935CF-28BE-4E02-BEBF-04BBB92113A7}" destId="{FE8A459F-67D4-472F-AFD0-28AE698E80DB}" srcOrd="0" destOrd="0" parTransId="{9E0BDBA5-FF01-4E2F-BE02-FFF3AB636331}" sibTransId="{00EED7A7-6899-4BFD-A7A8-1206E083AAC0}"/>
    <dgm:cxn modelId="{CB7925FC-18E7-4D50-AF4D-D82E1B5308AF}" srcId="{13F572AC-ECF6-4BAC-8C0C-E8AC89A4D00F}" destId="{DBCC2AA4-59D5-48FA-9A3E-6FAA07D46012}" srcOrd="0" destOrd="0" parTransId="{9FD589E5-3A72-4112-BBFA-389A6E17A6FF}" sibTransId="{E24F1C5A-D0FB-4081-9828-AE1DDBA0D12A}"/>
    <dgm:cxn modelId="{7A321EB9-4F2B-4764-A5FB-7CCEF7829A8D}" type="presParOf" srcId="{095A9C8A-4E85-48D8-B9AE-35514555C9BB}" destId="{52970504-238E-47B5-BF02-0C9984588C15}" srcOrd="0" destOrd="0" presId="urn:microsoft.com/office/officeart/2016/7/layout/VerticalHollowActionList"/>
    <dgm:cxn modelId="{40392D8C-3C7A-446A-9FC2-D930767C7298}" type="presParOf" srcId="{52970504-238E-47B5-BF02-0C9984588C15}" destId="{B83069F7-059A-4793-A18E-4160D8DBBC7A}" srcOrd="0" destOrd="0" presId="urn:microsoft.com/office/officeart/2016/7/layout/VerticalHollowActionList"/>
    <dgm:cxn modelId="{FC0DBD04-E4CB-428F-A092-BF3E2FE1ABD3}" type="presParOf" srcId="{52970504-238E-47B5-BF02-0C9984588C15}" destId="{D76D4209-D342-4766-8C3F-DA33078A4AC7}" srcOrd="1" destOrd="0" presId="urn:microsoft.com/office/officeart/2016/7/layout/VerticalHollowActionList"/>
    <dgm:cxn modelId="{2756F7AA-0F19-42E5-8A46-3EAAE434DE96}" type="presParOf" srcId="{095A9C8A-4E85-48D8-B9AE-35514555C9BB}" destId="{492AC907-97C2-4912-A48D-B2A44DBF9077}" srcOrd="1" destOrd="0" presId="urn:microsoft.com/office/officeart/2016/7/layout/VerticalHollowActionList"/>
    <dgm:cxn modelId="{5CF40B04-121A-416F-A3CF-B723CE24C2EF}" type="presParOf" srcId="{095A9C8A-4E85-48D8-B9AE-35514555C9BB}" destId="{0D75B7E6-EB2C-4512-A2A2-6B84E04719C4}" srcOrd="2" destOrd="0" presId="urn:microsoft.com/office/officeart/2016/7/layout/VerticalHollowActionList"/>
    <dgm:cxn modelId="{C4CCE042-6368-4623-BD5B-9A7C8D8FAAB9}" type="presParOf" srcId="{0D75B7E6-EB2C-4512-A2A2-6B84E04719C4}" destId="{77A6010F-C8E3-448E-9732-C34D4B2DDB4C}" srcOrd="0" destOrd="0" presId="urn:microsoft.com/office/officeart/2016/7/layout/VerticalHollowActionList"/>
    <dgm:cxn modelId="{74BCCE0A-5ACD-4923-8E80-423826F2615B}" type="presParOf" srcId="{0D75B7E6-EB2C-4512-A2A2-6B84E04719C4}" destId="{07DBBF3B-46AF-4D43-9C2E-3811807BAF2A}" srcOrd="1" destOrd="0" presId="urn:microsoft.com/office/officeart/2016/7/layout/VerticalHollowActionList"/>
    <dgm:cxn modelId="{0E2578E5-89BF-4929-A01F-944DE6BD117B}" type="presParOf" srcId="{095A9C8A-4E85-48D8-B9AE-35514555C9BB}" destId="{992CB08F-F061-42BB-92F3-FAC2F74051B1}" srcOrd="3" destOrd="0" presId="urn:microsoft.com/office/officeart/2016/7/layout/VerticalHollowActionList"/>
    <dgm:cxn modelId="{EDC1CD72-AA6D-4F6C-8EBB-293D60557E3C}" type="presParOf" srcId="{095A9C8A-4E85-48D8-B9AE-35514555C9BB}" destId="{370AF4F5-1CED-428B-B5F8-3D88EB8CB449}" srcOrd="4" destOrd="0" presId="urn:microsoft.com/office/officeart/2016/7/layout/VerticalHollowActionList"/>
    <dgm:cxn modelId="{0E017151-2B4C-47DF-877B-E0B0EF92A395}" type="presParOf" srcId="{370AF4F5-1CED-428B-B5F8-3D88EB8CB449}" destId="{E17EBB3A-B825-48B8-AB45-4F73D0F96BC9}" srcOrd="0" destOrd="0" presId="urn:microsoft.com/office/officeart/2016/7/layout/VerticalHollowActionList"/>
    <dgm:cxn modelId="{3CC619F0-E3F7-4965-B6E4-C16F2669CE1C}" type="presParOf" srcId="{370AF4F5-1CED-428B-B5F8-3D88EB8CB449}" destId="{A0061C39-D028-4CC9-A575-FA8F24E7DE2A}" srcOrd="1" destOrd="0" presId="urn:microsoft.com/office/officeart/2016/7/layout/VerticalHollowActionList"/>
    <dgm:cxn modelId="{FCAA3818-C054-4ECC-BB8F-FB84FA207F02}" type="presParOf" srcId="{095A9C8A-4E85-48D8-B9AE-35514555C9BB}" destId="{913A3F54-F84E-4444-8C22-C87F24989294}" srcOrd="5" destOrd="0" presId="urn:microsoft.com/office/officeart/2016/7/layout/VerticalHollowActionList"/>
    <dgm:cxn modelId="{0E3AF9CE-CFB3-449E-8E07-63F59BF43200}" type="presParOf" srcId="{095A9C8A-4E85-48D8-B9AE-35514555C9BB}" destId="{4CCA1934-BE36-482B-BF07-A446A0EA149A}" srcOrd="6" destOrd="0" presId="urn:microsoft.com/office/officeart/2016/7/layout/VerticalHollowActionList"/>
    <dgm:cxn modelId="{6A66F3E1-7200-459B-A1B5-CE1C8D93C3A7}" type="presParOf" srcId="{4CCA1934-BE36-482B-BF07-A446A0EA149A}" destId="{069FEB44-0C79-4757-9E7A-589D3C3FF914}" srcOrd="0" destOrd="0" presId="urn:microsoft.com/office/officeart/2016/7/layout/VerticalHollowActionList"/>
    <dgm:cxn modelId="{AB2D5660-2F2F-4902-96D5-93841995C20F}" type="presParOf" srcId="{4CCA1934-BE36-482B-BF07-A446A0EA149A}" destId="{F07CD28B-5322-48F2-B49F-F6EF60F3E27D}" srcOrd="1" destOrd="0" presId="urn:microsoft.com/office/officeart/2016/7/layout/VerticalHollowActionList"/>
    <dgm:cxn modelId="{7B6F9644-29E2-4761-992A-AA20578F7A84}" type="presParOf" srcId="{095A9C8A-4E85-48D8-B9AE-35514555C9BB}" destId="{71D537AC-8010-4B08-ACD9-FC9C34D11D8B}" srcOrd="7" destOrd="0" presId="urn:microsoft.com/office/officeart/2016/7/layout/VerticalHollowActionList"/>
    <dgm:cxn modelId="{9B88783C-BA5F-4345-96D1-2C089FA89E71}" type="presParOf" srcId="{095A9C8A-4E85-48D8-B9AE-35514555C9BB}" destId="{B57A8C58-C8D0-4307-9F36-ECDFE97AA8FF}" srcOrd="8" destOrd="0" presId="urn:microsoft.com/office/officeart/2016/7/layout/VerticalHollowActionList"/>
    <dgm:cxn modelId="{3F4D2B9E-9548-4E37-9E31-2F3867EEB735}" type="presParOf" srcId="{B57A8C58-C8D0-4307-9F36-ECDFE97AA8FF}" destId="{62234297-243D-41B0-B64E-05A3FCAB6EE5}" srcOrd="0" destOrd="0" presId="urn:microsoft.com/office/officeart/2016/7/layout/VerticalHollowActionList"/>
    <dgm:cxn modelId="{E2E77494-B7A7-4CAB-8721-5A4229D5715D}" type="presParOf" srcId="{B57A8C58-C8D0-4307-9F36-ECDFE97AA8FF}" destId="{E3906A57-1276-46DE-AAC2-1FE52D038DC1}" srcOrd="1" destOrd="0" presId="urn:microsoft.com/office/officeart/2016/7/layout/VerticalHollowActionList"/>
    <dgm:cxn modelId="{86ACA5CD-8968-4DAE-8329-60C902C8B5D3}" type="presParOf" srcId="{095A9C8A-4E85-48D8-B9AE-35514555C9BB}" destId="{E13484AB-EDE6-4D9C-8BA2-52529DAFA8EC}" srcOrd="9" destOrd="0" presId="urn:microsoft.com/office/officeart/2016/7/layout/VerticalHollowActionList"/>
    <dgm:cxn modelId="{D1629B8C-9AF2-4D34-BF14-47A6B3643942}" type="presParOf" srcId="{095A9C8A-4E85-48D8-B9AE-35514555C9BB}" destId="{7275E511-8DB9-4B04-B2D6-A3638FE85BB2}" srcOrd="10" destOrd="0" presId="urn:microsoft.com/office/officeart/2016/7/layout/VerticalHollowActionList"/>
    <dgm:cxn modelId="{2C83128C-2187-458B-A87B-65CDAD5070E8}" type="presParOf" srcId="{7275E511-8DB9-4B04-B2D6-A3638FE85BB2}" destId="{6C21E396-E215-4B22-ABFC-89279F1C4495}" srcOrd="0" destOrd="0" presId="urn:microsoft.com/office/officeart/2016/7/layout/VerticalHollowActionList"/>
    <dgm:cxn modelId="{8FBF3A1C-E9CB-49B9-9C61-44CC4A3B36AA}" type="presParOf" srcId="{7275E511-8DB9-4B04-B2D6-A3638FE85BB2}" destId="{B2C6FB27-349E-4172-A43D-F8A954908C78}" srcOrd="1" destOrd="0" presId="urn:microsoft.com/office/officeart/2016/7/layout/VerticalHollowActionList"/>
    <dgm:cxn modelId="{1D394AED-3D67-4B53-BFF7-78AD435DD82D}" type="presParOf" srcId="{095A9C8A-4E85-48D8-B9AE-35514555C9BB}" destId="{B1C7E1C7-CBC7-4764-AF6B-5472B4F01E12}" srcOrd="11" destOrd="0" presId="urn:microsoft.com/office/officeart/2016/7/layout/VerticalHollowActionList"/>
    <dgm:cxn modelId="{00A6F14B-6468-4A31-83F9-DFFECB24E7D3}" type="presParOf" srcId="{095A9C8A-4E85-48D8-B9AE-35514555C9BB}" destId="{48FBBC87-8A2D-4FF4-9D04-68372E673D6F}" srcOrd="12" destOrd="0" presId="urn:microsoft.com/office/officeart/2016/7/layout/VerticalHollowActionList"/>
    <dgm:cxn modelId="{37AB7783-809C-4F5E-8C44-B462DAC8861D}" type="presParOf" srcId="{48FBBC87-8A2D-4FF4-9D04-68372E673D6F}" destId="{A4BB05CC-EC70-47B3-8D15-92DF4AFE5F91}" srcOrd="0" destOrd="0" presId="urn:microsoft.com/office/officeart/2016/7/layout/VerticalHollowActionList"/>
    <dgm:cxn modelId="{3CE61CE9-4716-44A9-AC66-2926039F02CE}" type="presParOf" srcId="{48FBBC87-8A2D-4FF4-9D04-68372E673D6F}" destId="{719F2576-F7BA-4FBF-955B-DF9C579BB5DF}" srcOrd="1" destOrd="0" presId="urn:microsoft.com/office/officeart/2016/7/layout/VerticalHollow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31F4E5D-65B0-4D32-AC37-D74477F3DAE1}"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F171F91C-BC8E-49F6-B299-951C08DA979B}">
      <dgm:prSet phldrT="[Text]"/>
      <dgm:spPr/>
      <dgm:t>
        <a:bodyPr/>
        <a:lstStyle/>
        <a:p>
          <a:r>
            <a:rPr lang="en-US" b="1" noProof="0"/>
            <a:t>Beneficence model</a:t>
          </a:r>
          <a:endParaRPr lang="en-US" dirty="0"/>
        </a:p>
      </dgm:t>
    </dgm:pt>
    <dgm:pt modelId="{13F08928-B137-45AB-8094-A7D5D6666436}" type="parTrans" cxnId="{F754A824-5F83-4D43-BB20-EB2810B674BA}">
      <dgm:prSet/>
      <dgm:spPr/>
      <dgm:t>
        <a:bodyPr/>
        <a:lstStyle/>
        <a:p>
          <a:endParaRPr lang="en-US"/>
        </a:p>
      </dgm:t>
    </dgm:pt>
    <dgm:pt modelId="{06F3A70A-DD1B-4FF2-94B8-879344982A50}" type="sibTrans" cxnId="{F754A824-5F83-4D43-BB20-EB2810B674BA}">
      <dgm:prSet/>
      <dgm:spPr/>
      <dgm:t>
        <a:bodyPr/>
        <a:lstStyle/>
        <a:p>
          <a:endParaRPr lang="en-US"/>
        </a:p>
      </dgm:t>
    </dgm:pt>
    <dgm:pt modelId="{0E7A676F-84B9-4FCB-83FD-B874CB24C041}">
      <dgm:prSet/>
      <dgm:spPr/>
      <dgm:t>
        <a:bodyPr/>
        <a:lstStyle/>
        <a:p>
          <a:r>
            <a:rPr lang="en-US" b="1" noProof="0"/>
            <a:t>Feminist model</a:t>
          </a:r>
          <a:endParaRPr lang="en-US" noProof="0" dirty="0"/>
        </a:p>
      </dgm:t>
    </dgm:pt>
    <dgm:pt modelId="{0E82FC3D-6905-431B-87FC-DC064609AF99}" type="parTrans" cxnId="{293714E2-9CF5-4FE5-874A-C363485142D9}">
      <dgm:prSet/>
      <dgm:spPr/>
      <dgm:t>
        <a:bodyPr/>
        <a:lstStyle/>
        <a:p>
          <a:endParaRPr lang="en-US"/>
        </a:p>
      </dgm:t>
    </dgm:pt>
    <dgm:pt modelId="{D873F657-86C9-495B-A5DA-CDA41173706A}" type="sibTrans" cxnId="{293714E2-9CF5-4FE5-874A-C363485142D9}">
      <dgm:prSet/>
      <dgm:spPr/>
      <dgm:t>
        <a:bodyPr/>
        <a:lstStyle/>
        <a:p>
          <a:endParaRPr lang="en-US"/>
        </a:p>
      </dgm:t>
    </dgm:pt>
    <dgm:pt modelId="{D0A76F6B-C124-4630-82F1-81942EF3AA4F}">
      <dgm:prSet/>
      <dgm:spPr/>
      <dgm:t>
        <a:bodyPr/>
        <a:lstStyle/>
        <a:p>
          <a:r>
            <a:rPr lang="en-US" b="1" noProof="0"/>
            <a:t>Social constructionist model</a:t>
          </a:r>
          <a:endParaRPr lang="en-US" noProof="0" dirty="0"/>
        </a:p>
      </dgm:t>
    </dgm:pt>
    <dgm:pt modelId="{9EE6D886-DE6B-457E-A287-954E14F86277}" type="parTrans" cxnId="{0CEC029B-814A-4737-8221-C26AE0A0A191}">
      <dgm:prSet/>
      <dgm:spPr/>
      <dgm:t>
        <a:bodyPr/>
        <a:lstStyle/>
        <a:p>
          <a:endParaRPr lang="en-US"/>
        </a:p>
      </dgm:t>
    </dgm:pt>
    <dgm:pt modelId="{2DE8BC13-E75A-4807-AFD5-6138EE274889}" type="sibTrans" cxnId="{0CEC029B-814A-4737-8221-C26AE0A0A191}">
      <dgm:prSet/>
      <dgm:spPr/>
      <dgm:t>
        <a:bodyPr/>
        <a:lstStyle/>
        <a:p>
          <a:endParaRPr lang="en-US"/>
        </a:p>
      </dgm:t>
    </dgm:pt>
    <dgm:pt modelId="{CFCA4A89-7CE5-4395-B50D-D00D98751195}">
      <dgm:prSet/>
      <dgm:spPr/>
      <dgm:t>
        <a:bodyPr/>
        <a:lstStyle/>
        <a:p>
          <a:r>
            <a:rPr lang="en-US" b="1" noProof="0" dirty="0"/>
            <a:t>Transcultural integrative model</a:t>
          </a:r>
          <a:endParaRPr lang="en-US" noProof="0" dirty="0"/>
        </a:p>
      </dgm:t>
    </dgm:pt>
    <dgm:pt modelId="{989BB523-0C16-4AB2-8E3D-4633AE51F88B}" type="parTrans" cxnId="{7F679418-410F-4194-B14D-FE3BAAA91EDE}">
      <dgm:prSet/>
      <dgm:spPr/>
      <dgm:t>
        <a:bodyPr/>
        <a:lstStyle/>
        <a:p>
          <a:endParaRPr lang="en-US"/>
        </a:p>
      </dgm:t>
    </dgm:pt>
    <dgm:pt modelId="{BBCEEF57-99DF-42B3-8242-C09B0F2D0D99}" type="sibTrans" cxnId="{7F679418-410F-4194-B14D-FE3BAAA91EDE}">
      <dgm:prSet/>
      <dgm:spPr/>
      <dgm:t>
        <a:bodyPr/>
        <a:lstStyle/>
        <a:p>
          <a:endParaRPr lang="en-US"/>
        </a:p>
      </dgm:t>
    </dgm:pt>
    <dgm:pt modelId="{C22B3366-14BF-47E2-B460-4492E6E14F82}">
      <dgm:prSet phldrT="[Text]"/>
      <dgm:spPr/>
      <dgm:t>
        <a:bodyPr/>
        <a:lstStyle/>
        <a:p>
          <a:r>
            <a:rPr lang="en-US" noProof="0"/>
            <a:t>Uses an A-B-C-D-E worksheet that includes the steps of assessment, benefit, consequences and consultation, duty, and education.</a:t>
          </a:r>
          <a:endParaRPr lang="en-US" dirty="0"/>
        </a:p>
      </dgm:t>
    </dgm:pt>
    <dgm:pt modelId="{BCE23253-C700-42F7-940C-904F744C7C25}" type="parTrans" cxnId="{E046412E-1F23-437B-8A22-F577EA0643E1}">
      <dgm:prSet/>
      <dgm:spPr/>
      <dgm:t>
        <a:bodyPr/>
        <a:lstStyle/>
        <a:p>
          <a:endParaRPr lang="en-US"/>
        </a:p>
      </dgm:t>
    </dgm:pt>
    <dgm:pt modelId="{EDE2FE7A-D966-45EC-A091-F1292D12C55A}" type="sibTrans" cxnId="{E046412E-1F23-437B-8A22-F577EA0643E1}">
      <dgm:prSet/>
      <dgm:spPr/>
      <dgm:t>
        <a:bodyPr/>
        <a:lstStyle/>
        <a:p>
          <a:endParaRPr lang="en-US"/>
        </a:p>
      </dgm:t>
    </dgm:pt>
    <dgm:pt modelId="{129FA09F-C14E-4DC1-8FCC-C16F7C97F6C3}">
      <dgm:prSet/>
      <dgm:spPr/>
      <dgm:t>
        <a:bodyPr/>
        <a:lstStyle/>
        <a:p>
          <a:r>
            <a:rPr lang="en-US" noProof="0"/>
            <a:t>Creates a gender-equal ethic that is based on nonsexist moral principles such as holistic, intuitive, emotional, compassionate, personal, and contextual processing styles. The model calls for involvement of the client at every stage of the decision-making process.</a:t>
          </a:r>
          <a:endParaRPr lang="en-US" noProof="0" dirty="0"/>
        </a:p>
      </dgm:t>
    </dgm:pt>
    <dgm:pt modelId="{81EDE15D-894B-48A7-BCEA-80A2575970B3}" type="parTrans" cxnId="{5AA7E50A-AFC7-4E3D-8F77-E5C7574F37D6}">
      <dgm:prSet/>
      <dgm:spPr/>
      <dgm:t>
        <a:bodyPr/>
        <a:lstStyle/>
        <a:p>
          <a:endParaRPr lang="en-US"/>
        </a:p>
      </dgm:t>
    </dgm:pt>
    <dgm:pt modelId="{17B76D45-4951-4EA0-B2C6-B534BCF1308B}" type="sibTrans" cxnId="{5AA7E50A-AFC7-4E3D-8F77-E5C7574F37D6}">
      <dgm:prSet/>
      <dgm:spPr/>
      <dgm:t>
        <a:bodyPr/>
        <a:lstStyle/>
        <a:p>
          <a:endParaRPr lang="en-US"/>
        </a:p>
      </dgm:t>
    </dgm:pt>
    <dgm:pt modelId="{76D7DFE2-BF8D-4D2D-A188-A6B64FE047C7}">
      <dgm:prSet/>
      <dgm:spPr/>
      <dgm:t>
        <a:bodyPr/>
        <a:lstStyle/>
        <a:p>
          <a:r>
            <a:rPr lang="en-US" noProof="0"/>
            <a:t> Uses an interactive process that places the decision in the social context and involves negotiating, conceptualizing, and possibly arbitrating.</a:t>
          </a:r>
          <a:endParaRPr lang="en-US" noProof="0" dirty="0"/>
        </a:p>
      </dgm:t>
    </dgm:pt>
    <dgm:pt modelId="{DE0023E4-E39F-4D5B-A9C5-E59CED72C6E2}" type="parTrans" cxnId="{520EEA86-938F-48C3-AFE5-1E8FF9D187D0}">
      <dgm:prSet/>
      <dgm:spPr/>
      <dgm:t>
        <a:bodyPr/>
        <a:lstStyle/>
        <a:p>
          <a:endParaRPr lang="en-US"/>
        </a:p>
      </dgm:t>
    </dgm:pt>
    <dgm:pt modelId="{E47B8E94-011D-4F0D-A940-560B9AE795B1}" type="sibTrans" cxnId="{520EEA86-938F-48C3-AFE5-1E8FF9D187D0}">
      <dgm:prSet/>
      <dgm:spPr/>
      <dgm:t>
        <a:bodyPr/>
        <a:lstStyle/>
        <a:p>
          <a:endParaRPr lang="en-US"/>
        </a:p>
      </dgm:t>
    </dgm:pt>
    <dgm:pt modelId="{DF0CECB6-2972-4C2A-8DE5-EA1D3582215D}">
      <dgm:prSet/>
      <dgm:spPr/>
      <dgm:t>
        <a:bodyPr/>
        <a:lstStyle/>
        <a:p>
          <a:r>
            <a:rPr lang="en-US" noProof="0"/>
            <a:t>Includes cultural factors counselors can use in a variety of settings with client populations. It emphasizes principles that link all cultures, such as altruism, responsibility, justice, and caring.</a:t>
          </a:r>
          <a:endParaRPr lang="en-US" noProof="0" dirty="0"/>
        </a:p>
      </dgm:t>
    </dgm:pt>
    <dgm:pt modelId="{05804F83-DD7F-4194-A04B-19497C8D2EA9}" type="parTrans" cxnId="{F8D6BA7F-F2A0-4F56-A7BF-099BE572D009}">
      <dgm:prSet/>
      <dgm:spPr/>
      <dgm:t>
        <a:bodyPr/>
        <a:lstStyle/>
        <a:p>
          <a:endParaRPr lang="en-US"/>
        </a:p>
      </dgm:t>
    </dgm:pt>
    <dgm:pt modelId="{EFB0DB1E-389B-4C7C-B7BA-EFEBF02BF628}" type="sibTrans" cxnId="{F8D6BA7F-F2A0-4F56-A7BF-099BE572D009}">
      <dgm:prSet/>
      <dgm:spPr/>
      <dgm:t>
        <a:bodyPr/>
        <a:lstStyle/>
        <a:p>
          <a:endParaRPr lang="en-US"/>
        </a:p>
      </dgm:t>
    </dgm:pt>
    <dgm:pt modelId="{98F533ED-486E-45FB-BE86-C4487401DD11}" type="pres">
      <dgm:prSet presAssocID="{F31F4E5D-65B0-4D32-AC37-D74477F3DAE1}" presName="linear" presStyleCnt="0">
        <dgm:presLayoutVars>
          <dgm:dir/>
          <dgm:animLvl val="lvl"/>
          <dgm:resizeHandles val="exact"/>
        </dgm:presLayoutVars>
      </dgm:prSet>
      <dgm:spPr/>
    </dgm:pt>
    <dgm:pt modelId="{E201EC6E-1D71-44CD-BDF2-2CB6AB138062}" type="pres">
      <dgm:prSet presAssocID="{F171F91C-BC8E-49F6-B299-951C08DA979B}" presName="parentLin" presStyleCnt="0"/>
      <dgm:spPr/>
    </dgm:pt>
    <dgm:pt modelId="{F59C7A0C-7E2D-45EA-98AD-314DE329A2A1}" type="pres">
      <dgm:prSet presAssocID="{F171F91C-BC8E-49F6-B299-951C08DA979B}" presName="parentLeftMargin" presStyleLbl="node1" presStyleIdx="0" presStyleCnt="4"/>
      <dgm:spPr/>
    </dgm:pt>
    <dgm:pt modelId="{054B0E43-BF0D-4946-94D9-3F4F4C60B2E5}" type="pres">
      <dgm:prSet presAssocID="{F171F91C-BC8E-49F6-B299-951C08DA979B}" presName="parentText" presStyleLbl="node1" presStyleIdx="0" presStyleCnt="4">
        <dgm:presLayoutVars>
          <dgm:chMax val="0"/>
          <dgm:bulletEnabled val="1"/>
        </dgm:presLayoutVars>
      </dgm:prSet>
      <dgm:spPr/>
    </dgm:pt>
    <dgm:pt modelId="{E2FEACEB-3C91-411C-B790-D78BF66B9826}" type="pres">
      <dgm:prSet presAssocID="{F171F91C-BC8E-49F6-B299-951C08DA979B}" presName="negativeSpace" presStyleCnt="0"/>
      <dgm:spPr/>
    </dgm:pt>
    <dgm:pt modelId="{280E73CB-B77A-4352-876C-6EA00CD183D9}" type="pres">
      <dgm:prSet presAssocID="{F171F91C-BC8E-49F6-B299-951C08DA979B}" presName="childText" presStyleLbl="conFgAcc1" presStyleIdx="0" presStyleCnt="4">
        <dgm:presLayoutVars>
          <dgm:bulletEnabled val="1"/>
        </dgm:presLayoutVars>
      </dgm:prSet>
      <dgm:spPr/>
    </dgm:pt>
    <dgm:pt modelId="{E50235D6-7316-4CF1-980B-6C35BFAFAB7E}" type="pres">
      <dgm:prSet presAssocID="{06F3A70A-DD1B-4FF2-94B8-879344982A50}" presName="spaceBetweenRectangles" presStyleCnt="0"/>
      <dgm:spPr/>
    </dgm:pt>
    <dgm:pt modelId="{E50B7BFE-6CD8-4221-AA05-F5C085C6573E}" type="pres">
      <dgm:prSet presAssocID="{0E7A676F-84B9-4FCB-83FD-B874CB24C041}" presName="parentLin" presStyleCnt="0"/>
      <dgm:spPr/>
    </dgm:pt>
    <dgm:pt modelId="{640B6231-30A6-4995-9881-2416B89F10AE}" type="pres">
      <dgm:prSet presAssocID="{0E7A676F-84B9-4FCB-83FD-B874CB24C041}" presName="parentLeftMargin" presStyleLbl="node1" presStyleIdx="0" presStyleCnt="4"/>
      <dgm:spPr/>
    </dgm:pt>
    <dgm:pt modelId="{928169DD-0BA2-463E-A608-F82D788DF287}" type="pres">
      <dgm:prSet presAssocID="{0E7A676F-84B9-4FCB-83FD-B874CB24C041}" presName="parentText" presStyleLbl="node1" presStyleIdx="1" presStyleCnt="4">
        <dgm:presLayoutVars>
          <dgm:chMax val="0"/>
          <dgm:bulletEnabled val="1"/>
        </dgm:presLayoutVars>
      </dgm:prSet>
      <dgm:spPr/>
    </dgm:pt>
    <dgm:pt modelId="{CD55A592-B300-429B-8478-C5DF96D29B3D}" type="pres">
      <dgm:prSet presAssocID="{0E7A676F-84B9-4FCB-83FD-B874CB24C041}" presName="negativeSpace" presStyleCnt="0"/>
      <dgm:spPr/>
    </dgm:pt>
    <dgm:pt modelId="{5216FBFD-A9EF-4FB2-9DFA-F437A259D6F6}" type="pres">
      <dgm:prSet presAssocID="{0E7A676F-84B9-4FCB-83FD-B874CB24C041}" presName="childText" presStyleLbl="conFgAcc1" presStyleIdx="1" presStyleCnt="4">
        <dgm:presLayoutVars>
          <dgm:bulletEnabled val="1"/>
        </dgm:presLayoutVars>
      </dgm:prSet>
      <dgm:spPr/>
    </dgm:pt>
    <dgm:pt modelId="{02230A24-D6E4-4C11-AC21-F4EA2A853BF9}" type="pres">
      <dgm:prSet presAssocID="{D873F657-86C9-495B-A5DA-CDA41173706A}" presName="spaceBetweenRectangles" presStyleCnt="0"/>
      <dgm:spPr/>
    </dgm:pt>
    <dgm:pt modelId="{79B81EE5-4A6D-492A-B41F-519AA70EF4AD}" type="pres">
      <dgm:prSet presAssocID="{D0A76F6B-C124-4630-82F1-81942EF3AA4F}" presName="parentLin" presStyleCnt="0"/>
      <dgm:spPr/>
    </dgm:pt>
    <dgm:pt modelId="{EDB0A6B9-7A10-4844-BAD2-254F3F1F8CE2}" type="pres">
      <dgm:prSet presAssocID="{D0A76F6B-C124-4630-82F1-81942EF3AA4F}" presName="parentLeftMargin" presStyleLbl="node1" presStyleIdx="1" presStyleCnt="4"/>
      <dgm:spPr/>
    </dgm:pt>
    <dgm:pt modelId="{D1C3063E-9F81-4EFF-BACA-2F4AB3B41DCF}" type="pres">
      <dgm:prSet presAssocID="{D0A76F6B-C124-4630-82F1-81942EF3AA4F}" presName="parentText" presStyleLbl="node1" presStyleIdx="2" presStyleCnt="4">
        <dgm:presLayoutVars>
          <dgm:chMax val="0"/>
          <dgm:bulletEnabled val="1"/>
        </dgm:presLayoutVars>
      </dgm:prSet>
      <dgm:spPr/>
    </dgm:pt>
    <dgm:pt modelId="{00F04EED-497E-425B-84E7-03EE89D0EB0B}" type="pres">
      <dgm:prSet presAssocID="{D0A76F6B-C124-4630-82F1-81942EF3AA4F}" presName="negativeSpace" presStyleCnt="0"/>
      <dgm:spPr/>
    </dgm:pt>
    <dgm:pt modelId="{654C48F6-33F7-460E-8833-6DDABC61B4DC}" type="pres">
      <dgm:prSet presAssocID="{D0A76F6B-C124-4630-82F1-81942EF3AA4F}" presName="childText" presStyleLbl="conFgAcc1" presStyleIdx="2" presStyleCnt="4">
        <dgm:presLayoutVars>
          <dgm:bulletEnabled val="1"/>
        </dgm:presLayoutVars>
      </dgm:prSet>
      <dgm:spPr/>
    </dgm:pt>
    <dgm:pt modelId="{A4680A02-63A8-4D87-A535-2ECC0360AAB9}" type="pres">
      <dgm:prSet presAssocID="{2DE8BC13-E75A-4807-AFD5-6138EE274889}" presName="spaceBetweenRectangles" presStyleCnt="0"/>
      <dgm:spPr/>
    </dgm:pt>
    <dgm:pt modelId="{799D8011-D215-4692-8E46-777962BE3950}" type="pres">
      <dgm:prSet presAssocID="{CFCA4A89-7CE5-4395-B50D-D00D98751195}" presName="parentLin" presStyleCnt="0"/>
      <dgm:spPr/>
    </dgm:pt>
    <dgm:pt modelId="{41E82204-CABB-4C79-B34A-A2722DE0CD6F}" type="pres">
      <dgm:prSet presAssocID="{CFCA4A89-7CE5-4395-B50D-D00D98751195}" presName="parentLeftMargin" presStyleLbl="node1" presStyleIdx="2" presStyleCnt="4"/>
      <dgm:spPr/>
    </dgm:pt>
    <dgm:pt modelId="{0CAF8892-DEF4-4345-ACA5-F4D9A6F4D052}" type="pres">
      <dgm:prSet presAssocID="{CFCA4A89-7CE5-4395-B50D-D00D98751195}" presName="parentText" presStyleLbl="node1" presStyleIdx="3" presStyleCnt="4">
        <dgm:presLayoutVars>
          <dgm:chMax val="0"/>
          <dgm:bulletEnabled val="1"/>
        </dgm:presLayoutVars>
      </dgm:prSet>
      <dgm:spPr/>
    </dgm:pt>
    <dgm:pt modelId="{F24DD261-A2A9-4E04-85A4-979BEF26D693}" type="pres">
      <dgm:prSet presAssocID="{CFCA4A89-7CE5-4395-B50D-D00D98751195}" presName="negativeSpace" presStyleCnt="0"/>
      <dgm:spPr/>
    </dgm:pt>
    <dgm:pt modelId="{240EE8F2-900C-4571-8C19-B6073C959D91}" type="pres">
      <dgm:prSet presAssocID="{CFCA4A89-7CE5-4395-B50D-D00D98751195}" presName="childText" presStyleLbl="conFgAcc1" presStyleIdx="3" presStyleCnt="4">
        <dgm:presLayoutVars>
          <dgm:bulletEnabled val="1"/>
        </dgm:presLayoutVars>
      </dgm:prSet>
      <dgm:spPr/>
    </dgm:pt>
  </dgm:ptLst>
  <dgm:cxnLst>
    <dgm:cxn modelId="{B634FB02-7BBA-4AEE-BC43-5603017E3008}" type="presOf" srcId="{D0A76F6B-C124-4630-82F1-81942EF3AA4F}" destId="{D1C3063E-9F81-4EFF-BACA-2F4AB3B41DCF}" srcOrd="1" destOrd="0" presId="urn:microsoft.com/office/officeart/2005/8/layout/list1"/>
    <dgm:cxn modelId="{8B8BA908-B6DE-4A5C-B386-0878426ABCC7}" type="presOf" srcId="{0E7A676F-84B9-4FCB-83FD-B874CB24C041}" destId="{640B6231-30A6-4995-9881-2416B89F10AE}" srcOrd="0" destOrd="0" presId="urn:microsoft.com/office/officeart/2005/8/layout/list1"/>
    <dgm:cxn modelId="{5AA7E50A-AFC7-4E3D-8F77-E5C7574F37D6}" srcId="{0E7A676F-84B9-4FCB-83FD-B874CB24C041}" destId="{129FA09F-C14E-4DC1-8FCC-C16F7C97F6C3}" srcOrd="0" destOrd="0" parTransId="{81EDE15D-894B-48A7-BCEA-80A2575970B3}" sibTransId="{17B76D45-4951-4EA0-B2C6-B534BCF1308B}"/>
    <dgm:cxn modelId="{801FCE0E-1404-42BA-9F00-C4AF74C2E814}" type="presOf" srcId="{F171F91C-BC8E-49F6-B299-951C08DA979B}" destId="{F59C7A0C-7E2D-45EA-98AD-314DE329A2A1}" srcOrd="0" destOrd="0" presId="urn:microsoft.com/office/officeart/2005/8/layout/list1"/>
    <dgm:cxn modelId="{7F679418-410F-4194-B14D-FE3BAAA91EDE}" srcId="{F31F4E5D-65B0-4D32-AC37-D74477F3DAE1}" destId="{CFCA4A89-7CE5-4395-B50D-D00D98751195}" srcOrd="3" destOrd="0" parTransId="{989BB523-0C16-4AB2-8E3D-4633AE51F88B}" sibTransId="{BBCEEF57-99DF-42B3-8242-C09B0F2D0D99}"/>
    <dgm:cxn modelId="{F754A824-5F83-4D43-BB20-EB2810B674BA}" srcId="{F31F4E5D-65B0-4D32-AC37-D74477F3DAE1}" destId="{F171F91C-BC8E-49F6-B299-951C08DA979B}" srcOrd="0" destOrd="0" parTransId="{13F08928-B137-45AB-8094-A7D5D6666436}" sibTransId="{06F3A70A-DD1B-4FF2-94B8-879344982A50}"/>
    <dgm:cxn modelId="{E046412E-1F23-437B-8A22-F577EA0643E1}" srcId="{F171F91C-BC8E-49F6-B299-951C08DA979B}" destId="{C22B3366-14BF-47E2-B460-4492E6E14F82}" srcOrd="0" destOrd="0" parTransId="{BCE23253-C700-42F7-940C-904F744C7C25}" sibTransId="{EDE2FE7A-D966-45EC-A091-F1292D12C55A}"/>
    <dgm:cxn modelId="{E73EA534-749B-4A88-B636-2BC2CB33D47D}" type="presOf" srcId="{129FA09F-C14E-4DC1-8FCC-C16F7C97F6C3}" destId="{5216FBFD-A9EF-4FB2-9DFA-F437A259D6F6}" srcOrd="0" destOrd="0" presId="urn:microsoft.com/office/officeart/2005/8/layout/list1"/>
    <dgm:cxn modelId="{C9BFE15C-AE1F-4658-960D-BAC4FED62306}" type="presOf" srcId="{C22B3366-14BF-47E2-B460-4492E6E14F82}" destId="{280E73CB-B77A-4352-876C-6EA00CD183D9}" srcOrd="0" destOrd="0" presId="urn:microsoft.com/office/officeart/2005/8/layout/list1"/>
    <dgm:cxn modelId="{B985E34D-FED2-4DD8-BB75-BA598EB44590}" type="presOf" srcId="{DF0CECB6-2972-4C2A-8DE5-EA1D3582215D}" destId="{240EE8F2-900C-4571-8C19-B6073C959D91}" srcOrd="0" destOrd="0" presId="urn:microsoft.com/office/officeart/2005/8/layout/list1"/>
    <dgm:cxn modelId="{768E5A6E-5FF4-491C-83E9-85787AAFD4F8}" type="presOf" srcId="{CFCA4A89-7CE5-4395-B50D-D00D98751195}" destId="{0CAF8892-DEF4-4345-ACA5-F4D9A6F4D052}" srcOrd="1" destOrd="0" presId="urn:microsoft.com/office/officeart/2005/8/layout/list1"/>
    <dgm:cxn modelId="{5A2F6670-3B8C-4270-BB99-CD1AEA7D512E}" type="presOf" srcId="{F31F4E5D-65B0-4D32-AC37-D74477F3DAE1}" destId="{98F533ED-486E-45FB-BE86-C4487401DD11}" srcOrd="0" destOrd="0" presId="urn:microsoft.com/office/officeart/2005/8/layout/list1"/>
    <dgm:cxn modelId="{568B1974-E83A-4329-9B17-9964BD9B3DCA}" type="presOf" srcId="{0E7A676F-84B9-4FCB-83FD-B874CB24C041}" destId="{928169DD-0BA2-463E-A608-F82D788DF287}" srcOrd="1" destOrd="0" presId="urn:microsoft.com/office/officeart/2005/8/layout/list1"/>
    <dgm:cxn modelId="{655CE678-0524-4937-B50C-F5AE5EEA1EE3}" type="presOf" srcId="{CFCA4A89-7CE5-4395-B50D-D00D98751195}" destId="{41E82204-CABB-4C79-B34A-A2722DE0CD6F}" srcOrd="0" destOrd="0" presId="urn:microsoft.com/office/officeart/2005/8/layout/list1"/>
    <dgm:cxn modelId="{F8D6BA7F-F2A0-4F56-A7BF-099BE572D009}" srcId="{CFCA4A89-7CE5-4395-B50D-D00D98751195}" destId="{DF0CECB6-2972-4C2A-8DE5-EA1D3582215D}" srcOrd="0" destOrd="0" parTransId="{05804F83-DD7F-4194-A04B-19497C8D2EA9}" sibTransId="{EFB0DB1E-389B-4C7C-B7BA-EFEBF02BF628}"/>
    <dgm:cxn modelId="{520EEA86-938F-48C3-AFE5-1E8FF9D187D0}" srcId="{D0A76F6B-C124-4630-82F1-81942EF3AA4F}" destId="{76D7DFE2-BF8D-4D2D-A188-A6B64FE047C7}" srcOrd="0" destOrd="0" parTransId="{DE0023E4-E39F-4D5B-A9C5-E59CED72C6E2}" sibTransId="{E47B8E94-011D-4F0D-A940-560B9AE795B1}"/>
    <dgm:cxn modelId="{4238AF8C-97C3-4D75-96DF-3BC0D41ACD79}" type="presOf" srcId="{D0A76F6B-C124-4630-82F1-81942EF3AA4F}" destId="{EDB0A6B9-7A10-4844-BAD2-254F3F1F8CE2}" srcOrd="0" destOrd="0" presId="urn:microsoft.com/office/officeart/2005/8/layout/list1"/>
    <dgm:cxn modelId="{0CEC029B-814A-4737-8221-C26AE0A0A191}" srcId="{F31F4E5D-65B0-4D32-AC37-D74477F3DAE1}" destId="{D0A76F6B-C124-4630-82F1-81942EF3AA4F}" srcOrd="2" destOrd="0" parTransId="{9EE6D886-DE6B-457E-A287-954E14F86277}" sibTransId="{2DE8BC13-E75A-4807-AFD5-6138EE274889}"/>
    <dgm:cxn modelId="{3D0060AC-E2B0-49C5-9BAA-353402577E67}" type="presOf" srcId="{F171F91C-BC8E-49F6-B299-951C08DA979B}" destId="{054B0E43-BF0D-4946-94D9-3F4F4C60B2E5}" srcOrd="1" destOrd="0" presId="urn:microsoft.com/office/officeart/2005/8/layout/list1"/>
    <dgm:cxn modelId="{EF4328C0-85F0-49A9-BCA3-DC8203348935}" type="presOf" srcId="{76D7DFE2-BF8D-4D2D-A188-A6B64FE047C7}" destId="{654C48F6-33F7-460E-8833-6DDABC61B4DC}" srcOrd="0" destOrd="0" presId="urn:microsoft.com/office/officeart/2005/8/layout/list1"/>
    <dgm:cxn modelId="{293714E2-9CF5-4FE5-874A-C363485142D9}" srcId="{F31F4E5D-65B0-4D32-AC37-D74477F3DAE1}" destId="{0E7A676F-84B9-4FCB-83FD-B874CB24C041}" srcOrd="1" destOrd="0" parTransId="{0E82FC3D-6905-431B-87FC-DC064609AF99}" sibTransId="{D873F657-86C9-495B-A5DA-CDA41173706A}"/>
    <dgm:cxn modelId="{94D43748-9B3B-4194-9C7E-949DA092BEE9}" type="presParOf" srcId="{98F533ED-486E-45FB-BE86-C4487401DD11}" destId="{E201EC6E-1D71-44CD-BDF2-2CB6AB138062}" srcOrd="0" destOrd="0" presId="urn:microsoft.com/office/officeart/2005/8/layout/list1"/>
    <dgm:cxn modelId="{9F75B386-E3A5-4C89-95A1-01FDBC98F037}" type="presParOf" srcId="{E201EC6E-1D71-44CD-BDF2-2CB6AB138062}" destId="{F59C7A0C-7E2D-45EA-98AD-314DE329A2A1}" srcOrd="0" destOrd="0" presId="urn:microsoft.com/office/officeart/2005/8/layout/list1"/>
    <dgm:cxn modelId="{7441C299-F5EF-4DDB-936E-3BEC9FEA1231}" type="presParOf" srcId="{E201EC6E-1D71-44CD-BDF2-2CB6AB138062}" destId="{054B0E43-BF0D-4946-94D9-3F4F4C60B2E5}" srcOrd="1" destOrd="0" presId="urn:microsoft.com/office/officeart/2005/8/layout/list1"/>
    <dgm:cxn modelId="{539557B8-8677-4053-9AB8-43FB048A17B0}" type="presParOf" srcId="{98F533ED-486E-45FB-BE86-C4487401DD11}" destId="{E2FEACEB-3C91-411C-B790-D78BF66B9826}" srcOrd="1" destOrd="0" presId="urn:microsoft.com/office/officeart/2005/8/layout/list1"/>
    <dgm:cxn modelId="{059FBF0D-AC0E-4DF5-B926-C6DC70AA5325}" type="presParOf" srcId="{98F533ED-486E-45FB-BE86-C4487401DD11}" destId="{280E73CB-B77A-4352-876C-6EA00CD183D9}" srcOrd="2" destOrd="0" presId="urn:microsoft.com/office/officeart/2005/8/layout/list1"/>
    <dgm:cxn modelId="{1A8EC7F8-FDC4-4041-B838-CAD6592FC72F}" type="presParOf" srcId="{98F533ED-486E-45FB-BE86-C4487401DD11}" destId="{E50235D6-7316-4CF1-980B-6C35BFAFAB7E}" srcOrd="3" destOrd="0" presId="urn:microsoft.com/office/officeart/2005/8/layout/list1"/>
    <dgm:cxn modelId="{C1B6DC2A-8262-461A-B312-8A179EF574A2}" type="presParOf" srcId="{98F533ED-486E-45FB-BE86-C4487401DD11}" destId="{E50B7BFE-6CD8-4221-AA05-F5C085C6573E}" srcOrd="4" destOrd="0" presId="urn:microsoft.com/office/officeart/2005/8/layout/list1"/>
    <dgm:cxn modelId="{A3493844-5B79-4D09-BBDB-178C698F10C6}" type="presParOf" srcId="{E50B7BFE-6CD8-4221-AA05-F5C085C6573E}" destId="{640B6231-30A6-4995-9881-2416B89F10AE}" srcOrd="0" destOrd="0" presId="urn:microsoft.com/office/officeart/2005/8/layout/list1"/>
    <dgm:cxn modelId="{A83398CC-6645-41FB-A55D-3C78F9DC6518}" type="presParOf" srcId="{E50B7BFE-6CD8-4221-AA05-F5C085C6573E}" destId="{928169DD-0BA2-463E-A608-F82D788DF287}" srcOrd="1" destOrd="0" presId="urn:microsoft.com/office/officeart/2005/8/layout/list1"/>
    <dgm:cxn modelId="{92A11D44-0541-4BC2-BDD9-FF72BE838FEB}" type="presParOf" srcId="{98F533ED-486E-45FB-BE86-C4487401DD11}" destId="{CD55A592-B300-429B-8478-C5DF96D29B3D}" srcOrd="5" destOrd="0" presId="urn:microsoft.com/office/officeart/2005/8/layout/list1"/>
    <dgm:cxn modelId="{97A734BE-5DC8-415F-8C7C-39C01495C4CE}" type="presParOf" srcId="{98F533ED-486E-45FB-BE86-C4487401DD11}" destId="{5216FBFD-A9EF-4FB2-9DFA-F437A259D6F6}" srcOrd="6" destOrd="0" presId="urn:microsoft.com/office/officeart/2005/8/layout/list1"/>
    <dgm:cxn modelId="{AF2967C7-8652-4029-9699-D94AE952401F}" type="presParOf" srcId="{98F533ED-486E-45FB-BE86-C4487401DD11}" destId="{02230A24-D6E4-4C11-AC21-F4EA2A853BF9}" srcOrd="7" destOrd="0" presId="urn:microsoft.com/office/officeart/2005/8/layout/list1"/>
    <dgm:cxn modelId="{F0A9F4D4-73B3-44B9-80C7-929FF3E83222}" type="presParOf" srcId="{98F533ED-486E-45FB-BE86-C4487401DD11}" destId="{79B81EE5-4A6D-492A-B41F-519AA70EF4AD}" srcOrd="8" destOrd="0" presId="urn:microsoft.com/office/officeart/2005/8/layout/list1"/>
    <dgm:cxn modelId="{544B340E-515B-4360-8A11-BB4BB0668646}" type="presParOf" srcId="{79B81EE5-4A6D-492A-B41F-519AA70EF4AD}" destId="{EDB0A6B9-7A10-4844-BAD2-254F3F1F8CE2}" srcOrd="0" destOrd="0" presId="urn:microsoft.com/office/officeart/2005/8/layout/list1"/>
    <dgm:cxn modelId="{C4468837-451C-4F74-BCB4-F7B894888238}" type="presParOf" srcId="{79B81EE5-4A6D-492A-B41F-519AA70EF4AD}" destId="{D1C3063E-9F81-4EFF-BACA-2F4AB3B41DCF}" srcOrd="1" destOrd="0" presId="urn:microsoft.com/office/officeart/2005/8/layout/list1"/>
    <dgm:cxn modelId="{63B955F0-7B5D-4DD2-ACA7-875B034AE0E2}" type="presParOf" srcId="{98F533ED-486E-45FB-BE86-C4487401DD11}" destId="{00F04EED-497E-425B-84E7-03EE89D0EB0B}" srcOrd="9" destOrd="0" presId="urn:microsoft.com/office/officeart/2005/8/layout/list1"/>
    <dgm:cxn modelId="{AF3C13D8-C8ED-4187-98C0-0E81FD3C4A6A}" type="presParOf" srcId="{98F533ED-486E-45FB-BE86-C4487401DD11}" destId="{654C48F6-33F7-460E-8833-6DDABC61B4DC}" srcOrd="10" destOrd="0" presId="urn:microsoft.com/office/officeart/2005/8/layout/list1"/>
    <dgm:cxn modelId="{CDB79DD2-3A38-4CF2-8A88-3D8518E21AEA}" type="presParOf" srcId="{98F533ED-486E-45FB-BE86-C4487401DD11}" destId="{A4680A02-63A8-4D87-A535-2ECC0360AAB9}" srcOrd="11" destOrd="0" presId="urn:microsoft.com/office/officeart/2005/8/layout/list1"/>
    <dgm:cxn modelId="{961E1D25-0391-4993-8C8E-CD1935E8DB89}" type="presParOf" srcId="{98F533ED-486E-45FB-BE86-C4487401DD11}" destId="{799D8011-D215-4692-8E46-777962BE3950}" srcOrd="12" destOrd="0" presId="urn:microsoft.com/office/officeart/2005/8/layout/list1"/>
    <dgm:cxn modelId="{3C8309C7-2BF2-4275-A8CA-079B4C7C07BC}" type="presParOf" srcId="{799D8011-D215-4692-8E46-777962BE3950}" destId="{41E82204-CABB-4C79-B34A-A2722DE0CD6F}" srcOrd="0" destOrd="0" presId="urn:microsoft.com/office/officeart/2005/8/layout/list1"/>
    <dgm:cxn modelId="{988176BE-6FA4-40C9-A1ED-4A9C1FE8279E}" type="presParOf" srcId="{799D8011-D215-4692-8E46-777962BE3950}" destId="{0CAF8892-DEF4-4345-ACA5-F4D9A6F4D052}" srcOrd="1" destOrd="0" presId="urn:microsoft.com/office/officeart/2005/8/layout/list1"/>
    <dgm:cxn modelId="{F2BB57C8-C248-457E-9B2A-F66B002CC534}" type="presParOf" srcId="{98F533ED-486E-45FB-BE86-C4487401DD11}" destId="{F24DD261-A2A9-4E04-85A4-979BEF26D693}" srcOrd="13" destOrd="0" presId="urn:microsoft.com/office/officeart/2005/8/layout/list1"/>
    <dgm:cxn modelId="{67F7DED5-89CF-4B1A-8B23-31439843776E}" type="presParOf" srcId="{98F533ED-486E-45FB-BE86-C4487401DD11}" destId="{240EE8F2-900C-4571-8C19-B6073C959D91}"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49C5960-2512-444C-B488-5920989582B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9E4609A-7B82-4CA3-8D82-6EA86CD54436}">
      <dgm:prSet/>
      <dgm:spPr/>
      <dgm:t>
        <a:bodyPr/>
        <a:lstStyle/>
        <a:p>
          <a:r>
            <a:rPr lang="en-US" b="0" i="0" dirty="0"/>
            <a:t>FERPA (20 U.S.C. § 1232g; 34 C F R Part 99) gives parents certain rights to their child’s educational records until the child is 18 years of age (an “eligible student”).</a:t>
          </a:r>
          <a:endParaRPr lang="en-US" dirty="0"/>
        </a:p>
      </dgm:t>
    </dgm:pt>
    <dgm:pt modelId="{F4D6C7AA-2DA3-4E35-A65C-58161F482F5D}" type="parTrans" cxnId="{D1849F09-5366-479C-BE3C-BCB17F173C51}">
      <dgm:prSet/>
      <dgm:spPr/>
      <dgm:t>
        <a:bodyPr/>
        <a:lstStyle/>
        <a:p>
          <a:endParaRPr lang="en-US"/>
        </a:p>
      </dgm:t>
    </dgm:pt>
    <dgm:pt modelId="{E1EA997F-4166-48EC-B4DE-B4BA5240CB74}" type="sibTrans" cxnId="{D1849F09-5366-479C-BE3C-BCB17F173C51}">
      <dgm:prSet/>
      <dgm:spPr/>
      <dgm:t>
        <a:bodyPr/>
        <a:lstStyle/>
        <a:p>
          <a:endParaRPr lang="en-US"/>
        </a:p>
      </dgm:t>
    </dgm:pt>
    <dgm:pt modelId="{8BA2D0DA-F83D-4957-80DB-D53DCD40E7AD}">
      <dgm:prSet/>
      <dgm:spPr/>
      <dgm:t>
        <a:bodyPr/>
        <a:lstStyle/>
        <a:p>
          <a:r>
            <a:rPr lang="en-US" b="0" i="0"/>
            <a:t>A parent or an eligible student has the right to inspect and review the student’s educational records and request amends if they note inaccuracies. </a:t>
          </a:r>
          <a:endParaRPr lang="en-US"/>
        </a:p>
      </dgm:t>
    </dgm:pt>
    <dgm:pt modelId="{AEE9505B-18BE-41D8-95B7-794F26813864}" type="parTrans" cxnId="{54C35047-EC53-4498-8841-3B5D4910291F}">
      <dgm:prSet/>
      <dgm:spPr/>
      <dgm:t>
        <a:bodyPr/>
        <a:lstStyle/>
        <a:p>
          <a:endParaRPr lang="en-US"/>
        </a:p>
      </dgm:t>
    </dgm:pt>
    <dgm:pt modelId="{BAAD86C6-2C85-4EDE-A4EA-368FC7D3E0DA}" type="sibTrans" cxnId="{54C35047-EC53-4498-8841-3B5D4910291F}">
      <dgm:prSet/>
      <dgm:spPr/>
      <dgm:t>
        <a:bodyPr/>
        <a:lstStyle/>
        <a:p>
          <a:endParaRPr lang="en-US"/>
        </a:p>
      </dgm:t>
    </dgm:pt>
    <dgm:pt modelId="{D4B89350-3643-4C0D-885D-C708E4CB1FF6}">
      <dgm:prSet/>
      <dgm:spPr/>
      <dgm:t>
        <a:bodyPr/>
        <a:lstStyle/>
        <a:p>
          <a:r>
            <a:rPr lang="en-US" b="0" i="0" dirty="0"/>
            <a:t>FERPA contains a provision that exempts certain personal records. Records that are exclusively in the possession of the counselor and are not revealed to others are excluded from FERPA (Elliott et al., 2014).</a:t>
          </a:r>
          <a:endParaRPr lang="en-US" dirty="0"/>
        </a:p>
      </dgm:t>
    </dgm:pt>
    <dgm:pt modelId="{8F450967-3D32-4B24-A367-94F5698EF451}" type="parTrans" cxnId="{849BDD9B-FCBF-4E14-B094-CE96A50A1DEF}">
      <dgm:prSet/>
      <dgm:spPr/>
      <dgm:t>
        <a:bodyPr/>
        <a:lstStyle/>
        <a:p>
          <a:endParaRPr lang="en-US"/>
        </a:p>
      </dgm:t>
    </dgm:pt>
    <dgm:pt modelId="{E8F6B206-3A16-4650-A7E4-E738E5BFFADF}" type="sibTrans" cxnId="{849BDD9B-FCBF-4E14-B094-CE96A50A1DEF}">
      <dgm:prSet/>
      <dgm:spPr/>
      <dgm:t>
        <a:bodyPr/>
        <a:lstStyle/>
        <a:p>
          <a:endParaRPr lang="en-US"/>
        </a:p>
      </dgm:t>
    </dgm:pt>
    <dgm:pt modelId="{AF0A6144-B345-4051-953F-9D6C52CF3761}" type="pres">
      <dgm:prSet presAssocID="{749C5960-2512-444C-B488-5920989582BA}" presName="root" presStyleCnt="0">
        <dgm:presLayoutVars>
          <dgm:dir/>
          <dgm:resizeHandles val="exact"/>
        </dgm:presLayoutVars>
      </dgm:prSet>
      <dgm:spPr/>
    </dgm:pt>
    <dgm:pt modelId="{AF895592-12D1-4AA7-82B7-82379D5CD4CF}" type="pres">
      <dgm:prSet presAssocID="{69E4609A-7B82-4CA3-8D82-6EA86CD54436}" presName="compNode" presStyleCnt="0"/>
      <dgm:spPr/>
    </dgm:pt>
    <dgm:pt modelId="{F3090082-8750-41D1-8A1D-94814E500B7F}" type="pres">
      <dgm:prSet presAssocID="{69E4609A-7B82-4CA3-8D82-6EA86CD54436}" presName="bgRect" presStyleLbl="bgShp" presStyleIdx="0" presStyleCnt="3"/>
      <dgm:spPr/>
    </dgm:pt>
    <dgm:pt modelId="{48BEFF1E-F3C9-4CA2-9DF4-8DFEA19FED7A}" type="pres">
      <dgm:prSet presAssocID="{69E4609A-7B82-4CA3-8D82-6EA86CD5443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E6725E34-344B-43E5-A3CB-FB4F0A206A5E}" type="pres">
      <dgm:prSet presAssocID="{69E4609A-7B82-4CA3-8D82-6EA86CD54436}" presName="spaceRect" presStyleCnt="0"/>
      <dgm:spPr/>
    </dgm:pt>
    <dgm:pt modelId="{DB9A9BCA-33E6-4A9E-8A13-72B8B7F011E9}" type="pres">
      <dgm:prSet presAssocID="{69E4609A-7B82-4CA3-8D82-6EA86CD54436}" presName="parTx" presStyleLbl="revTx" presStyleIdx="0" presStyleCnt="3">
        <dgm:presLayoutVars>
          <dgm:chMax val="0"/>
          <dgm:chPref val="0"/>
        </dgm:presLayoutVars>
      </dgm:prSet>
      <dgm:spPr/>
    </dgm:pt>
    <dgm:pt modelId="{E0763B4F-CF08-4725-891F-18153709650A}" type="pres">
      <dgm:prSet presAssocID="{E1EA997F-4166-48EC-B4DE-B4BA5240CB74}" presName="sibTrans" presStyleCnt="0"/>
      <dgm:spPr/>
    </dgm:pt>
    <dgm:pt modelId="{316310F9-F476-4C22-82E9-3598B221378D}" type="pres">
      <dgm:prSet presAssocID="{8BA2D0DA-F83D-4957-80DB-D53DCD40E7AD}" presName="compNode" presStyleCnt="0"/>
      <dgm:spPr/>
    </dgm:pt>
    <dgm:pt modelId="{038E0EBE-0F65-49F0-A075-BD427BB3FC68}" type="pres">
      <dgm:prSet presAssocID="{8BA2D0DA-F83D-4957-80DB-D53DCD40E7AD}" presName="bgRect" presStyleLbl="bgShp" presStyleIdx="1" presStyleCnt="3"/>
      <dgm:spPr/>
    </dgm:pt>
    <dgm:pt modelId="{E45CE93A-2258-40CE-A297-1243AC217CF1}" type="pres">
      <dgm:prSet presAssocID="{8BA2D0DA-F83D-4957-80DB-D53DCD40E7A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C1C26FEA-B7B5-4990-921C-A54022B98A61}" type="pres">
      <dgm:prSet presAssocID="{8BA2D0DA-F83D-4957-80DB-D53DCD40E7AD}" presName="spaceRect" presStyleCnt="0"/>
      <dgm:spPr/>
    </dgm:pt>
    <dgm:pt modelId="{C1F4A72D-C4FE-4558-9D33-DB9CA208D016}" type="pres">
      <dgm:prSet presAssocID="{8BA2D0DA-F83D-4957-80DB-D53DCD40E7AD}" presName="parTx" presStyleLbl="revTx" presStyleIdx="1" presStyleCnt="3">
        <dgm:presLayoutVars>
          <dgm:chMax val="0"/>
          <dgm:chPref val="0"/>
        </dgm:presLayoutVars>
      </dgm:prSet>
      <dgm:spPr/>
    </dgm:pt>
    <dgm:pt modelId="{422A8F18-F1BC-463D-A535-C6CFFB77F836}" type="pres">
      <dgm:prSet presAssocID="{BAAD86C6-2C85-4EDE-A4EA-368FC7D3E0DA}" presName="sibTrans" presStyleCnt="0"/>
      <dgm:spPr/>
    </dgm:pt>
    <dgm:pt modelId="{A950A824-D45B-4DB0-8A3A-09234C0C33A5}" type="pres">
      <dgm:prSet presAssocID="{D4B89350-3643-4C0D-885D-C708E4CB1FF6}" presName="compNode" presStyleCnt="0"/>
      <dgm:spPr/>
    </dgm:pt>
    <dgm:pt modelId="{2A54E170-CAAE-4ED3-ABD5-EF78E4CE5839}" type="pres">
      <dgm:prSet presAssocID="{D4B89350-3643-4C0D-885D-C708E4CB1FF6}" presName="bgRect" presStyleLbl="bgShp" presStyleIdx="2" presStyleCnt="3"/>
      <dgm:spPr/>
    </dgm:pt>
    <dgm:pt modelId="{E10F0E9F-235E-480F-85A7-9A5BD67AB3BC}" type="pres">
      <dgm:prSet presAssocID="{D4B89350-3643-4C0D-885D-C708E4CB1FF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886A5112-4742-4FE4-8C45-E0E55BD2711E}" type="pres">
      <dgm:prSet presAssocID="{D4B89350-3643-4C0D-885D-C708E4CB1FF6}" presName="spaceRect" presStyleCnt="0"/>
      <dgm:spPr/>
    </dgm:pt>
    <dgm:pt modelId="{BEC66AA5-79BB-4BB9-A43E-3F895004EEFE}" type="pres">
      <dgm:prSet presAssocID="{D4B89350-3643-4C0D-885D-C708E4CB1FF6}" presName="parTx" presStyleLbl="revTx" presStyleIdx="2" presStyleCnt="3">
        <dgm:presLayoutVars>
          <dgm:chMax val="0"/>
          <dgm:chPref val="0"/>
        </dgm:presLayoutVars>
      </dgm:prSet>
      <dgm:spPr/>
    </dgm:pt>
  </dgm:ptLst>
  <dgm:cxnLst>
    <dgm:cxn modelId="{D1849F09-5366-479C-BE3C-BCB17F173C51}" srcId="{749C5960-2512-444C-B488-5920989582BA}" destId="{69E4609A-7B82-4CA3-8D82-6EA86CD54436}" srcOrd="0" destOrd="0" parTransId="{F4D6C7AA-2DA3-4E35-A65C-58161F482F5D}" sibTransId="{E1EA997F-4166-48EC-B4DE-B4BA5240CB74}"/>
    <dgm:cxn modelId="{67A84440-D23B-4CA9-A5D7-9F22D6D61AEF}" type="presOf" srcId="{749C5960-2512-444C-B488-5920989582BA}" destId="{AF0A6144-B345-4051-953F-9D6C52CF3761}" srcOrd="0" destOrd="0" presId="urn:microsoft.com/office/officeart/2018/2/layout/IconVerticalSolidList"/>
    <dgm:cxn modelId="{54C35047-EC53-4498-8841-3B5D4910291F}" srcId="{749C5960-2512-444C-B488-5920989582BA}" destId="{8BA2D0DA-F83D-4957-80DB-D53DCD40E7AD}" srcOrd="1" destOrd="0" parTransId="{AEE9505B-18BE-41D8-95B7-794F26813864}" sibTransId="{BAAD86C6-2C85-4EDE-A4EA-368FC7D3E0DA}"/>
    <dgm:cxn modelId="{849BDD9B-FCBF-4E14-B094-CE96A50A1DEF}" srcId="{749C5960-2512-444C-B488-5920989582BA}" destId="{D4B89350-3643-4C0D-885D-C708E4CB1FF6}" srcOrd="2" destOrd="0" parTransId="{8F450967-3D32-4B24-A367-94F5698EF451}" sibTransId="{E8F6B206-3A16-4650-A7E4-E738E5BFFADF}"/>
    <dgm:cxn modelId="{717DC4C3-6FB1-4663-8F2E-E116289B33A9}" type="presOf" srcId="{D4B89350-3643-4C0D-885D-C708E4CB1FF6}" destId="{BEC66AA5-79BB-4BB9-A43E-3F895004EEFE}" srcOrd="0" destOrd="0" presId="urn:microsoft.com/office/officeart/2018/2/layout/IconVerticalSolidList"/>
    <dgm:cxn modelId="{A05ACFDB-45C2-4D24-B33F-56D6F3F39CD8}" type="presOf" srcId="{69E4609A-7B82-4CA3-8D82-6EA86CD54436}" destId="{DB9A9BCA-33E6-4A9E-8A13-72B8B7F011E9}" srcOrd="0" destOrd="0" presId="urn:microsoft.com/office/officeart/2018/2/layout/IconVerticalSolidList"/>
    <dgm:cxn modelId="{B84030FB-CE93-4BAF-AEAF-136C2E9D43B7}" type="presOf" srcId="{8BA2D0DA-F83D-4957-80DB-D53DCD40E7AD}" destId="{C1F4A72D-C4FE-4558-9D33-DB9CA208D016}" srcOrd="0" destOrd="0" presId="urn:microsoft.com/office/officeart/2018/2/layout/IconVerticalSolidList"/>
    <dgm:cxn modelId="{9286A75D-74E7-4DFB-A52B-5211D94B4091}" type="presParOf" srcId="{AF0A6144-B345-4051-953F-9D6C52CF3761}" destId="{AF895592-12D1-4AA7-82B7-82379D5CD4CF}" srcOrd="0" destOrd="0" presId="urn:microsoft.com/office/officeart/2018/2/layout/IconVerticalSolidList"/>
    <dgm:cxn modelId="{63720A21-0D8E-4CBB-B036-155AFA17A89F}" type="presParOf" srcId="{AF895592-12D1-4AA7-82B7-82379D5CD4CF}" destId="{F3090082-8750-41D1-8A1D-94814E500B7F}" srcOrd="0" destOrd="0" presId="urn:microsoft.com/office/officeart/2018/2/layout/IconVerticalSolidList"/>
    <dgm:cxn modelId="{7B7DC325-FD81-49F6-9048-B48858B640E5}" type="presParOf" srcId="{AF895592-12D1-4AA7-82B7-82379D5CD4CF}" destId="{48BEFF1E-F3C9-4CA2-9DF4-8DFEA19FED7A}" srcOrd="1" destOrd="0" presId="urn:microsoft.com/office/officeart/2018/2/layout/IconVerticalSolidList"/>
    <dgm:cxn modelId="{5D71DA01-FD96-47F6-B5FD-FD9882E8CE73}" type="presParOf" srcId="{AF895592-12D1-4AA7-82B7-82379D5CD4CF}" destId="{E6725E34-344B-43E5-A3CB-FB4F0A206A5E}" srcOrd="2" destOrd="0" presId="urn:microsoft.com/office/officeart/2018/2/layout/IconVerticalSolidList"/>
    <dgm:cxn modelId="{E47C390C-23D7-47C9-8374-2418861E7E90}" type="presParOf" srcId="{AF895592-12D1-4AA7-82B7-82379D5CD4CF}" destId="{DB9A9BCA-33E6-4A9E-8A13-72B8B7F011E9}" srcOrd="3" destOrd="0" presId="urn:microsoft.com/office/officeart/2018/2/layout/IconVerticalSolidList"/>
    <dgm:cxn modelId="{D8C25D52-40DD-4E56-8F4C-BD5D2EA4AA2A}" type="presParOf" srcId="{AF0A6144-B345-4051-953F-9D6C52CF3761}" destId="{E0763B4F-CF08-4725-891F-18153709650A}" srcOrd="1" destOrd="0" presId="urn:microsoft.com/office/officeart/2018/2/layout/IconVerticalSolidList"/>
    <dgm:cxn modelId="{8C55FFD3-735C-44B2-A54D-3C65E95B4541}" type="presParOf" srcId="{AF0A6144-B345-4051-953F-9D6C52CF3761}" destId="{316310F9-F476-4C22-82E9-3598B221378D}" srcOrd="2" destOrd="0" presId="urn:microsoft.com/office/officeart/2018/2/layout/IconVerticalSolidList"/>
    <dgm:cxn modelId="{44DACD5D-E5C9-4274-8A9E-872C55BB51A8}" type="presParOf" srcId="{316310F9-F476-4C22-82E9-3598B221378D}" destId="{038E0EBE-0F65-49F0-A075-BD427BB3FC68}" srcOrd="0" destOrd="0" presId="urn:microsoft.com/office/officeart/2018/2/layout/IconVerticalSolidList"/>
    <dgm:cxn modelId="{289413F7-2486-4B1A-B7C3-904FBED517BA}" type="presParOf" srcId="{316310F9-F476-4C22-82E9-3598B221378D}" destId="{E45CE93A-2258-40CE-A297-1243AC217CF1}" srcOrd="1" destOrd="0" presId="urn:microsoft.com/office/officeart/2018/2/layout/IconVerticalSolidList"/>
    <dgm:cxn modelId="{39A4F64E-26E6-4AE1-ADEE-345F64788D2C}" type="presParOf" srcId="{316310F9-F476-4C22-82E9-3598B221378D}" destId="{C1C26FEA-B7B5-4990-921C-A54022B98A61}" srcOrd="2" destOrd="0" presId="urn:microsoft.com/office/officeart/2018/2/layout/IconVerticalSolidList"/>
    <dgm:cxn modelId="{3E61470A-9B34-4490-890E-FF6E954052C2}" type="presParOf" srcId="{316310F9-F476-4C22-82E9-3598B221378D}" destId="{C1F4A72D-C4FE-4558-9D33-DB9CA208D016}" srcOrd="3" destOrd="0" presId="urn:microsoft.com/office/officeart/2018/2/layout/IconVerticalSolidList"/>
    <dgm:cxn modelId="{A97CC5BE-4634-4C22-B8A0-BE28E6FC888D}" type="presParOf" srcId="{AF0A6144-B345-4051-953F-9D6C52CF3761}" destId="{422A8F18-F1BC-463D-A535-C6CFFB77F836}" srcOrd="3" destOrd="0" presId="urn:microsoft.com/office/officeart/2018/2/layout/IconVerticalSolidList"/>
    <dgm:cxn modelId="{26E60A27-6CC4-4A89-B406-67C1CEC95016}" type="presParOf" srcId="{AF0A6144-B345-4051-953F-9D6C52CF3761}" destId="{A950A824-D45B-4DB0-8A3A-09234C0C33A5}" srcOrd="4" destOrd="0" presId="urn:microsoft.com/office/officeart/2018/2/layout/IconVerticalSolidList"/>
    <dgm:cxn modelId="{B7244A94-F97B-4F26-8BDD-A95150565830}" type="presParOf" srcId="{A950A824-D45B-4DB0-8A3A-09234C0C33A5}" destId="{2A54E170-CAAE-4ED3-ABD5-EF78E4CE5839}" srcOrd="0" destOrd="0" presId="urn:microsoft.com/office/officeart/2018/2/layout/IconVerticalSolidList"/>
    <dgm:cxn modelId="{D51C9256-2995-4FBC-9F6B-EFA808FAD4BD}" type="presParOf" srcId="{A950A824-D45B-4DB0-8A3A-09234C0C33A5}" destId="{E10F0E9F-235E-480F-85A7-9A5BD67AB3BC}" srcOrd="1" destOrd="0" presId="urn:microsoft.com/office/officeart/2018/2/layout/IconVerticalSolidList"/>
    <dgm:cxn modelId="{E7A8FA7D-A08D-427B-B7A0-122E00F44B11}" type="presParOf" srcId="{A950A824-D45B-4DB0-8A3A-09234C0C33A5}" destId="{886A5112-4742-4FE4-8C45-E0E55BD2711E}" srcOrd="2" destOrd="0" presId="urn:microsoft.com/office/officeart/2018/2/layout/IconVerticalSolidList"/>
    <dgm:cxn modelId="{D1C93095-EEE4-4909-8E8F-47EF880D3207}" type="presParOf" srcId="{A950A824-D45B-4DB0-8A3A-09234C0C33A5}" destId="{BEC66AA5-79BB-4BB9-A43E-3F895004EEF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2684932-7E60-4E51-9EAF-F8758FC5689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67D3D7C-57F9-4733-B1CE-570177C5ACC1}">
      <dgm:prSet/>
      <dgm:spPr/>
      <dgm:t>
        <a:bodyPr/>
        <a:lstStyle/>
        <a:p>
          <a:r>
            <a:rPr lang="en-US" b="0" i="0"/>
            <a:t>Counselors are encouraged to familiarize themselves with a variety of models of threat assessment.</a:t>
          </a:r>
          <a:endParaRPr lang="en-US"/>
        </a:p>
      </dgm:t>
    </dgm:pt>
    <dgm:pt modelId="{1EA9EB5C-DF39-494B-8E9F-88B6FAF8E1F6}" type="parTrans" cxnId="{1BFA29E8-CC14-4E32-AC52-C8FEA0F5EE8B}">
      <dgm:prSet/>
      <dgm:spPr/>
      <dgm:t>
        <a:bodyPr/>
        <a:lstStyle/>
        <a:p>
          <a:endParaRPr lang="en-US"/>
        </a:p>
      </dgm:t>
    </dgm:pt>
    <dgm:pt modelId="{35F3DE4F-ABDC-4798-A70A-3C082D74B93C}" type="sibTrans" cxnId="{1BFA29E8-CC14-4E32-AC52-C8FEA0F5EE8B}">
      <dgm:prSet/>
      <dgm:spPr/>
      <dgm:t>
        <a:bodyPr/>
        <a:lstStyle/>
        <a:p>
          <a:endParaRPr lang="en-US"/>
        </a:p>
      </dgm:t>
    </dgm:pt>
    <dgm:pt modelId="{87B03BF4-8C2A-431E-B7A5-EC7901B9797F}">
      <dgm:prSet/>
      <dgm:spPr/>
      <dgm:t>
        <a:bodyPr/>
        <a:lstStyle/>
        <a:p>
          <a:r>
            <a:rPr lang="en-US" b="0" i="0"/>
            <a:t>Threat assessment is the evaluation of the lethality of a threat through an examination of motive, risk factors, intent, and the means and ability to enact the threat.</a:t>
          </a:r>
          <a:endParaRPr lang="en-US"/>
        </a:p>
      </dgm:t>
    </dgm:pt>
    <dgm:pt modelId="{EC371D7F-535A-4378-A1EE-2A8E8DE94C57}" type="parTrans" cxnId="{6D2F95AC-88A9-4BBF-BBD0-A0C6BF73527D}">
      <dgm:prSet/>
      <dgm:spPr/>
      <dgm:t>
        <a:bodyPr/>
        <a:lstStyle/>
        <a:p>
          <a:endParaRPr lang="en-US"/>
        </a:p>
      </dgm:t>
    </dgm:pt>
    <dgm:pt modelId="{0FCA768F-5E5E-406D-870E-56C5ED37474F}" type="sibTrans" cxnId="{6D2F95AC-88A9-4BBF-BBD0-A0C6BF73527D}">
      <dgm:prSet/>
      <dgm:spPr/>
      <dgm:t>
        <a:bodyPr/>
        <a:lstStyle/>
        <a:p>
          <a:endParaRPr lang="en-US"/>
        </a:p>
      </dgm:t>
    </dgm:pt>
    <dgm:pt modelId="{EB9AFB6A-7706-4965-BDE8-4123567D2856}">
      <dgm:prSet/>
      <dgm:spPr/>
      <dgm:t>
        <a:bodyPr/>
        <a:lstStyle/>
        <a:p>
          <a:r>
            <a:rPr lang="en-US" b="0" i="0"/>
            <a:t>When a client has overtly indicated intent to harm others or has indirectly exhibited predictors or behaviors of violence and harm to others, this constitutes a direct threat, and the counselor must assess the level of threat.</a:t>
          </a:r>
          <a:endParaRPr lang="en-US"/>
        </a:p>
      </dgm:t>
    </dgm:pt>
    <dgm:pt modelId="{7EF4DDC0-53B3-4086-9C70-5B99CAB6F996}" type="parTrans" cxnId="{0B946D1E-FE36-42B9-A044-386C70DC6612}">
      <dgm:prSet/>
      <dgm:spPr/>
      <dgm:t>
        <a:bodyPr/>
        <a:lstStyle/>
        <a:p>
          <a:endParaRPr lang="en-US"/>
        </a:p>
      </dgm:t>
    </dgm:pt>
    <dgm:pt modelId="{46187469-5DD4-40C8-813F-418DD85D273D}" type="sibTrans" cxnId="{0B946D1E-FE36-42B9-A044-386C70DC6612}">
      <dgm:prSet/>
      <dgm:spPr/>
      <dgm:t>
        <a:bodyPr/>
        <a:lstStyle/>
        <a:p>
          <a:endParaRPr lang="en-US"/>
        </a:p>
      </dgm:t>
    </dgm:pt>
    <dgm:pt modelId="{C822B47D-D79B-484D-A2BA-01AE4B793975}">
      <dgm:prSet/>
      <dgm:spPr/>
      <dgm:t>
        <a:bodyPr/>
        <a:lstStyle/>
        <a:p>
          <a:r>
            <a:rPr lang="en-US" b="0" i="0"/>
            <a:t>The process of threat assessment must be conducted in an environment that will calm the client, facilitate the de-escalation of intense emotions, and assist in the attainment of precise information regarding the level of threat intent.</a:t>
          </a:r>
          <a:endParaRPr lang="en-US"/>
        </a:p>
      </dgm:t>
    </dgm:pt>
    <dgm:pt modelId="{154A69AC-D6C1-47C0-9EF4-BCE1C3AB6903}" type="parTrans" cxnId="{A3AD1E1F-BEB5-45D7-8639-A89266E73ECA}">
      <dgm:prSet/>
      <dgm:spPr/>
      <dgm:t>
        <a:bodyPr/>
        <a:lstStyle/>
        <a:p>
          <a:endParaRPr lang="en-US"/>
        </a:p>
      </dgm:t>
    </dgm:pt>
    <dgm:pt modelId="{9F9080B4-0A9F-47E8-B1CE-66F02714B062}" type="sibTrans" cxnId="{A3AD1E1F-BEB5-45D7-8639-A89266E73ECA}">
      <dgm:prSet/>
      <dgm:spPr/>
      <dgm:t>
        <a:bodyPr/>
        <a:lstStyle/>
        <a:p>
          <a:endParaRPr lang="en-US"/>
        </a:p>
      </dgm:t>
    </dgm:pt>
    <dgm:pt modelId="{1FEAB54C-D8C6-4AFE-96BD-1163AA127CE7}" type="pres">
      <dgm:prSet presAssocID="{72684932-7E60-4E51-9EAF-F8758FC56896}" presName="root" presStyleCnt="0">
        <dgm:presLayoutVars>
          <dgm:dir/>
          <dgm:resizeHandles val="exact"/>
        </dgm:presLayoutVars>
      </dgm:prSet>
      <dgm:spPr/>
    </dgm:pt>
    <dgm:pt modelId="{A2D65BC8-47F9-49A9-AD77-D8E9DCC35270}" type="pres">
      <dgm:prSet presAssocID="{067D3D7C-57F9-4733-B1CE-570177C5ACC1}" presName="compNode" presStyleCnt="0"/>
      <dgm:spPr/>
    </dgm:pt>
    <dgm:pt modelId="{07590FF4-3363-4E89-94D5-5EAFB36CB2C6}" type="pres">
      <dgm:prSet presAssocID="{067D3D7C-57F9-4733-B1CE-570177C5ACC1}" presName="bgRect" presStyleLbl="bgShp" presStyleIdx="0" presStyleCnt="4"/>
      <dgm:spPr/>
    </dgm:pt>
    <dgm:pt modelId="{30D8BCCA-5131-45E3-8940-38E60568C7DA}" type="pres">
      <dgm:prSet presAssocID="{067D3D7C-57F9-4733-B1CE-570177C5ACC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refighter"/>
        </a:ext>
      </dgm:extLst>
    </dgm:pt>
    <dgm:pt modelId="{8BC1F930-6206-4C7B-A3E9-E76F890FA5C5}" type="pres">
      <dgm:prSet presAssocID="{067D3D7C-57F9-4733-B1CE-570177C5ACC1}" presName="spaceRect" presStyleCnt="0"/>
      <dgm:spPr/>
    </dgm:pt>
    <dgm:pt modelId="{9D6C8235-A10E-4F75-80FF-61892B30CD9E}" type="pres">
      <dgm:prSet presAssocID="{067D3D7C-57F9-4733-B1CE-570177C5ACC1}" presName="parTx" presStyleLbl="revTx" presStyleIdx="0" presStyleCnt="4">
        <dgm:presLayoutVars>
          <dgm:chMax val="0"/>
          <dgm:chPref val="0"/>
        </dgm:presLayoutVars>
      </dgm:prSet>
      <dgm:spPr/>
    </dgm:pt>
    <dgm:pt modelId="{F11E0683-C358-4EEC-8AF2-027A521D45FB}" type="pres">
      <dgm:prSet presAssocID="{35F3DE4F-ABDC-4798-A70A-3C082D74B93C}" presName="sibTrans" presStyleCnt="0"/>
      <dgm:spPr/>
    </dgm:pt>
    <dgm:pt modelId="{6B8FED2B-79DA-4FA7-AB93-5E666674F7BA}" type="pres">
      <dgm:prSet presAssocID="{87B03BF4-8C2A-431E-B7A5-EC7901B9797F}" presName="compNode" presStyleCnt="0"/>
      <dgm:spPr/>
    </dgm:pt>
    <dgm:pt modelId="{73309858-A36E-4DC2-9CB2-D8F1E5F3F926}" type="pres">
      <dgm:prSet presAssocID="{87B03BF4-8C2A-431E-B7A5-EC7901B9797F}" presName="bgRect" presStyleLbl="bgShp" presStyleIdx="1" presStyleCnt="4"/>
      <dgm:spPr/>
    </dgm:pt>
    <dgm:pt modelId="{DBDF4307-9895-4FF0-BC81-BAE77D28FBCD}" type="pres">
      <dgm:prSet presAssocID="{87B03BF4-8C2A-431E-B7A5-EC7901B9797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nger"/>
        </a:ext>
      </dgm:extLst>
    </dgm:pt>
    <dgm:pt modelId="{D2908334-70BF-4E9C-BDAB-AEE2C06BAEB7}" type="pres">
      <dgm:prSet presAssocID="{87B03BF4-8C2A-431E-B7A5-EC7901B9797F}" presName="spaceRect" presStyleCnt="0"/>
      <dgm:spPr/>
    </dgm:pt>
    <dgm:pt modelId="{11D946AB-0318-4607-AD5F-1760E01B918B}" type="pres">
      <dgm:prSet presAssocID="{87B03BF4-8C2A-431E-B7A5-EC7901B9797F}" presName="parTx" presStyleLbl="revTx" presStyleIdx="1" presStyleCnt="4">
        <dgm:presLayoutVars>
          <dgm:chMax val="0"/>
          <dgm:chPref val="0"/>
        </dgm:presLayoutVars>
      </dgm:prSet>
      <dgm:spPr/>
    </dgm:pt>
    <dgm:pt modelId="{BB4418FC-0032-44AA-8DDE-A905418EB8C0}" type="pres">
      <dgm:prSet presAssocID="{0FCA768F-5E5E-406D-870E-56C5ED37474F}" presName="sibTrans" presStyleCnt="0"/>
      <dgm:spPr/>
    </dgm:pt>
    <dgm:pt modelId="{3C5CF6C9-7ACE-415C-9409-08DD59CD5677}" type="pres">
      <dgm:prSet presAssocID="{EB9AFB6A-7706-4965-BDE8-4123567D2856}" presName="compNode" presStyleCnt="0"/>
      <dgm:spPr/>
    </dgm:pt>
    <dgm:pt modelId="{314B5A5B-832B-4CA0-AC9B-5E5A6735E4AE}" type="pres">
      <dgm:prSet presAssocID="{EB9AFB6A-7706-4965-BDE8-4123567D2856}" presName="bgRect" presStyleLbl="bgShp" presStyleIdx="2" presStyleCnt="4"/>
      <dgm:spPr/>
    </dgm:pt>
    <dgm:pt modelId="{DC37A3BF-5B63-4A03-A258-08E6B52A712C}" type="pres">
      <dgm:prSet presAssocID="{EB9AFB6A-7706-4965-BDE8-4123567D285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Irritant"/>
        </a:ext>
      </dgm:extLst>
    </dgm:pt>
    <dgm:pt modelId="{D5C262F8-582E-44D0-8610-38A1D1CCA2AF}" type="pres">
      <dgm:prSet presAssocID="{EB9AFB6A-7706-4965-BDE8-4123567D2856}" presName="spaceRect" presStyleCnt="0"/>
      <dgm:spPr/>
    </dgm:pt>
    <dgm:pt modelId="{B40BEE3D-931C-4350-AB6B-BB71F4942996}" type="pres">
      <dgm:prSet presAssocID="{EB9AFB6A-7706-4965-BDE8-4123567D2856}" presName="parTx" presStyleLbl="revTx" presStyleIdx="2" presStyleCnt="4">
        <dgm:presLayoutVars>
          <dgm:chMax val="0"/>
          <dgm:chPref val="0"/>
        </dgm:presLayoutVars>
      </dgm:prSet>
      <dgm:spPr/>
    </dgm:pt>
    <dgm:pt modelId="{A67BB265-7C8B-4CB2-8A71-90571282250B}" type="pres">
      <dgm:prSet presAssocID="{46187469-5DD4-40C8-813F-418DD85D273D}" presName="sibTrans" presStyleCnt="0"/>
      <dgm:spPr/>
    </dgm:pt>
    <dgm:pt modelId="{95E52AD1-2144-48D4-A7F4-C4B136839C87}" type="pres">
      <dgm:prSet presAssocID="{C822B47D-D79B-484D-A2BA-01AE4B793975}" presName="compNode" presStyleCnt="0"/>
      <dgm:spPr/>
    </dgm:pt>
    <dgm:pt modelId="{FF445CC2-A81C-4C6B-8A93-2DD149EA1D3F}" type="pres">
      <dgm:prSet presAssocID="{C822B47D-D79B-484D-A2BA-01AE4B793975}" presName="bgRect" presStyleLbl="bgShp" presStyleIdx="3" presStyleCnt="4"/>
      <dgm:spPr/>
    </dgm:pt>
    <dgm:pt modelId="{44CE49AF-8C05-470C-B13D-15B909DA30B6}" type="pres">
      <dgm:prSet presAssocID="{C822B47D-D79B-484D-A2BA-01AE4B79397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peed Bump"/>
        </a:ext>
      </dgm:extLst>
    </dgm:pt>
    <dgm:pt modelId="{E6A974E8-FD8F-4313-B6C7-E1A8459A4FD0}" type="pres">
      <dgm:prSet presAssocID="{C822B47D-D79B-484D-A2BA-01AE4B793975}" presName="spaceRect" presStyleCnt="0"/>
      <dgm:spPr/>
    </dgm:pt>
    <dgm:pt modelId="{B3FC147E-F6ED-445D-B07A-CC99DEE535C4}" type="pres">
      <dgm:prSet presAssocID="{C822B47D-D79B-484D-A2BA-01AE4B793975}" presName="parTx" presStyleLbl="revTx" presStyleIdx="3" presStyleCnt="4">
        <dgm:presLayoutVars>
          <dgm:chMax val="0"/>
          <dgm:chPref val="0"/>
        </dgm:presLayoutVars>
      </dgm:prSet>
      <dgm:spPr/>
    </dgm:pt>
  </dgm:ptLst>
  <dgm:cxnLst>
    <dgm:cxn modelId="{0B946D1E-FE36-42B9-A044-386C70DC6612}" srcId="{72684932-7E60-4E51-9EAF-F8758FC56896}" destId="{EB9AFB6A-7706-4965-BDE8-4123567D2856}" srcOrd="2" destOrd="0" parTransId="{7EF4DDC0-53B3-4086-9C70-5B99CAB6F996}" sibTransId="{46187469-5DD4-40C8-813F-418DD85D273D}"/>
    <dgm:cxn modelId="{A3AD1E1F-BEB5-45D7-8639-A89266E73ECA}" srcId="{72684932-7E60-4E51-9EAF-F8758FC56896}" destId="{C822B47D-D79B-484D-A2BA-01AE4B793975}" srcOrd="3" destOrd="0" parTransId="{154A69AC-D6C1-47C0-9EF4-BCE1C3AB6903}" sibTransId="{9F9080B4-0A9F-47E8-B1CE-66F02714B062}"/>
    <dgm:cxn modelId="{BB976143-5F68-4DBF-8FA6-CD4D911EF1E5}" type="presOf" srcId="{87B03BF4-8C2A-431E-B7A5-EC7901B9797F}" destId="{11D946AB-0318-4607-AD5F-1760E01B918B}" srcOrd="0" destOrd="0" presId="urn:microsoft.com/office/officeart/2018/2/layout/IconVerticalSolidList"/>
    <dgm:cxn modelId="{8805EB6A-EC1A-4BBE-8305-2FA9F994430F}" type="presOf" srcId="{067D3D7C-57F9-4733-B1CE-570177C5ACC1}" destId="{9D6C8235-A10E-4F75-80FF-61892B30CD9E}" srcOrd="0" destOrd="0" presId="urn:microsoft.com/office/officeart/2018/2/layout/IconVerticalSolidList"/>
    <dgm:cxn modelId="{6D2F95AC-88A9-4BBF-BBD0-A0C6BF73527D}" srcId="{72684932-7E60-4E51-9EAF-F8758FC56896}" destId="{87B03BF4-8C2A-431E-B7A5-EC7901B9797F}" srcOrd="1" destOrd="0" parTransId="{EC371D7F-535A-4378-A1EE-2A8E8DE94C57}" sibTransId="{0FCA768F-5E5E-406D-870E-56C5ED37474F}"/>
    <dgm:cxn modelId="{03805BCC-468E-41DA-A99F-D7BB65205534}" type="presOf" srcId="{C822B47D-D79B-484D-A2BA-01AE4B793975}" destId="{B3FC147E-F6ED-445D-B07A-CC99DEE535C4}" srcOrd="0" destOrd="0" presId="urn:microsoft.com/office/officeart/2018/2/layout/IconVerticalSolidList"/>
    <dgm:cxn modelId="{43831ED3-E506-413B-8B19-2091E106275E}" type="presOf" srcId="{EB9AFB6A-7706-4965-BDE8-4123567D2856}" destId="{B40BEE3D-931C-4350-AB6B-BB71F4942996}" srcOrd="0" destOrd="0" presId="urn:microsoft.com/office/officeart/2018/2/layout/IconVerticalSolidList"/>
    <dgm:cxn modelId="{1BFA29E8-CC14-4E32-AC52-C8FEA0F5EE8B}" srcId="{72684932-7E60-4E51-9EAF-F8758FC56896}" destId="{067D3D7C-57F9-4733-B1CE-570177C5ACC1}" srcOrd="0" destOrd="0" parTransId="{1EA9EB5C-DF39-494B-8E9F-88B6FAF8E1F6}" sibTransId="{35F3DE4F-ABDC-4798-A70A-3C082D74B93C}"/>
    <dgm:cxn modelId="{F82E07FB-F1B9-4D12-B0A2-9BED1E1FD31B}" type="presOf" srcId="{72684932-7E60-4E51-9EAF-F8758FC56896}" destId="{1FEAB54C-D8C6-4AFE-96BD-1163AA127CE7}" srcOrd="0" destOrd="0" presId="urn:microsoft.com/office/officeart/2018/2/layout/IconVerticalSolidList"/>
    <dgm:cxn modelId="{76DDB4D6-3D7F-4C4C-89A6-67631DF0A779}" type="presParOf" srcId="{1FEAB54C-D8C6-4AFE-96BD-1163AA127CE7}" destId="{A2D65BC8-47F9-49A9-AD77-D8E9DCC35270}" srcOrd="0" destOrd="0" presId="urn:microsoft.com/office/officeart/2018/2/layout/IconVerticalSolidList"/>
    <dgm:cxn modelId="{1C3F6615-4552-4B28-969E-53A3BC4A511E}" type="presParOf" srcId="{A2D65BC8-47F9-49A9-AD77-D8E9DCC35270}" destId="{07590FF4-3363-4E89-94D5-5EAFB36CB2C6}" srcOrd="0" destOrd="0" presId="urn:microsoft.com/office/officeart/2018/2/layout/IconVerticalSolidList"/>
    <dgm:cxn modelId="{54671958-695E-4AF9-A697-80213176DE5B}" type="presParOf" srcId="{A2D65BC8-47F9-49A9-AD77-D8E9DCC35270}" destId="{30D8BCCA-5131-45E3-8940-38E60568C7DA}" srcOrd="1" destOrd="0" presId="urn:microsoft.com/office/officeart/2018/2/layout/IconVerticalSolidList"/>
    <dgm:cxn modelId="{8665E029-D959-4D09-8963-E8601371D8D6}" type="presParOf" srcId="{A2D65BC8-47F9-49A9-AD77-D8E9DCC35270}" destId="{8BC1F930-6206-4C7B-A3E9-E76F890FA5C5}" srcOrd="2" destOrd="0" presId="urn:microsoft.com/office/officeart/2018/2/layout/IconVerticalSolidList"/>
    <dgm:cxn modelId="{EE20E385-39C0-4C85-A07B-01BBA5617E43}" type="presParOf" srcId="{A2D65BC8-47F9-49A9-AD77-D8E9DCC35270}" destId="{9D6C8235-A10E-4F75-80FF-61892B30CD9E}" srcOrd="3" destOrd="0" presId="urn:microsoft.com/office/officeart/2018/2/layout/IconVerticalSolidList"/>
    <dgm:cxn modelId="{7106F4B0-50C1-42E7-82AB-B8303563B9A8}" type="presParOf" srcId="{1FEAB54C-D8C6-4AFE-96BD-1163AA127CE7}" destId="{F11E0683-C358-4EEC-8AF2-027A521D45FB}" srcOrd="1" destOrd="0" presId="urn:microsoft.com/office/officeart/2018/2/layout/IconVerticalSolidList"/>
    <dgm:cxn modelId="{F5F89394-5108-45E3-8EAD-F5939B2E4F02}" type="presParOf" srcId="{1FEAB54C-D8C6-4AFE-96BD-1163AA127CE7}" destId="{6B8FED2B-79DA-4FA7-AB93-5E666674F7BA}" srcOrd="2" destOrd="0" presId="urn:microsoft.com/office/officeart/2018/2/layout/IconVerticalSolidList"/>
    <dgm:cxn modelId="{1A8B1A63-1FDB-4522-A913-6988B8CD4419}" type="presParOf" srcId="{6B8FED2B-79DA-4FA7-AB93-5E666674F7BA}" destId="{73309858-A36E-4DC2-9CB2-D8F1E5F3F926}" srcOrd="0" destOrd="0" presId="urn:microsoft.com/office/officeart/2018/2/layout/IconVerticalSolidList"/>
    <dgm:cxn modelId="{19147676-0856-4346-AA7B-12CB6FB823E6}" type="presParOf" srcId="{6B8FED2B-79DA-4FA7-AB93-5E666674F7BA}" destId="{DBDF4307-9895-4FF0-BC81-BAE77D28FBCD}" srcOrd="1" destOrd="0" presId="urn:microsoft.com/office/officeart/2018/2/layout/IconVerticalSolidList"/>
    <dgm:cxn modelId="{6CF9AA94-53E3-47DE-9FD1-758FB6257A2B}" type="presParOf" srcId="{6B8FED2B-79DA-4FA7-AB93-5E666674F7BA}" destId="{D2908334-70BF-4E9C-BDAB-AEE2C06BAEB7}" srcOrd="2" destOrd="0" presId="urn:microsoft.com/office/officeart/2018/2/layout/IconVerticalSolidList"/>
    <dgm:cxn modelId="{2FAD6C54-4CF4-4A90-81A0-09D9A73ADF57}" type="presParOf" srcId="{6B8FED2B-79DA-4FA7-AB93-5E666674F7BA}" destId="{11D946AB-0318-4607-AD5F-1760E01B918B}" srcOrd="3" destOrd="0" presId="urn:microsoft.com/office/officeart/2018/2/layout/IconVerticalSolidList"/>
    <dgm:cxn modelId="{C699A0AC-A628-42F5-941F-5101D47475C7}" type="presParOf" srcId="{1FEAB54C-D8C6-4AFE-96BD-1163AA127CE7}" destId="{BB4418FC-0032-44AA-8DDE-A905418EB8C0}" srcOrd="3" destOrd="0" presId="urn:microsoft.com/office/officeart/2018/2/layout/IconVerticalSolidList"/>
    <dgm:cxn modelId="{A651C038-31DC-40C2-8341-86747AD7DBBB}" type="presParOf" srcId="{1FEAB54C-D8C6-4AFE-96BD-1163AA127CE7}" destId="{3C5CF6C9-7ACE-415C-9409-08DD59CD5677}" srcOrd="4" destOrd="0" presId="urn:microsoft.com/office/officeart/2018/2/layout/IconVerticalSolidList"/>
    <dgm:cxn modelId="{53EFD59B-B96A-4064-AE28-FF21E49C27C1}" type="presParOf" srcId="{3C5CF6C9-7ACE-415C-9409-08DD59CD5677}" destId="{314B5A5B-832B-4CA0-AC9B-5E5A6735E4AE}" srcOrd="0" destOrd="0" presId="urn:microsoft.com/office/officeart/2018/2/layout/IconVerticalSolidList"/>
    <dgm:cxn modelId="{8F0042D1-C97B-4B47-99C7-ABF911FF072F}" type="presParOf" srcId="{3C5CF6C9-7ACE-415C-9409-08DD59CD5677}" destId="{DC37A3BF-5B63-4A03-A258-08E6B52A712C}" srcOrd="1" destOrd="0" presId="urn:microsoft.com/office/officeart/2018/2/layout/IconVerticalSolidList"/>
    <dgm:cxn modelId="{B9D5449F-2A06-4E1D-8A64-9D961BCB9715}" type="presParOf" srcId="{3C5CF6C9-7ACE-415C-9409-08DD59CD5677}" destId="{D5C262F8-582E-44D0-8610-38A1D1CCA2AF}" srcOrd="2" destOrd="0" presId="urn:microsoft.com/office/officeart/2018/2/layout/IconVerticalSolidList"/>
    <dgm:cxn modelId="{1EAF020B-8D58-4B06-B7E9-341396E97235}" type="presParOf" srcId="{3C5CF6C9-7ACE-415C-9409-08DD59CD5677}" destId="{B40BEE3D-931C-4350-AB6B-BB71F4942996}" srcOrd="3" destOrd="0" presId="urn:microsoft.com/office/officeart/2018/2/layout/IconVerticalSolidList"/>
    <dgm:cxn modelId="{6B21BD38-5D58-4C09-89D6-A0D1763C68E4}" type="presParOf" srcId="{1FEAB54C-D8C6-4AFE-96BD-1163AA127CE7}" destId="{A67BB265-7C8B-4CB2-8A71-90571282250B}" srcOrd="5" destOrd="0" presId="urn:microsoft.com/office/officeart/2018/2/layout/IconVerticalSolidList"/>
    <dgm:cxn modelId="{F743B09E-D87C-4E29-832A-CC94A48AD0C8}" type="presParOf" srcId="{1FEAB54C-D8C6-4AFE-96BD-1163AA127CE7}" destId="{95E52AD1-2144-48D4-A7F4-C4B136839C87}" srcOrd="6" destOrd="0" presId="urn:microsoft.com/office/officeart/2018/2/layout/IconVerticalSolidList"/>
    <dgm:cxn modelId="{1FC502D4-4DBC-4515-92EF-B7AB84989A98}" type="presParOf" srcId="{95E52AD1-2144-48D4-A7F4-C4B136839C87}" destId="{FF445CC2-A81C-4C6B-8A93-2DD149EA1D3F}" srcOrd="0" destOrd="0" presId="urn:microsoft.com/office/officeart/2018/2/layout/IconVerticalSolidList"/>
    <dgm:cxn modelId="{F472583C-EEC9-4157-9888-B41E44C71302}" type="presParOf" srcId="{95E52AD1-2144-48D4-A7F4-C4B136839C87}" destId="{44CE49AF-8C05-470C-B13D-15B909DA30B6}" srcOrd="1" destOrd="0" presId="urn:microsoft.com/office/officeart/2018/2/layout/IconVerticalSolidList"/>
    <dgm:cxn modelId="{E3784F0F-B13B-43A1-8052-5BB2B778B8E1}" type="presParOf" srcId="{95E52AD1-2144-48D4-A7F4-C4B136839C87}" destId="{E6A974E8-FD8F-4313-B6C7-E1A8459A4FD0}" srcOrd="2" destOrd="0" presId="urn:microsoft.com/office/officeart/2018/2/layout/IconVerticalSolidList"/>
    <dgm:cxn modelId="{0AFB61E9-D218-472E-9747-F220361C40FA}" type="presParOf" srcId="{95E52AD1-2144-48D4-A7F4-C4B136839C87}" destId="{B3FC147E-F6ED-445D-B07A-CC99DEE535C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D3F7938-3CC1-4213-B3DD-722BB5204B8D}"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3CCB8C79-00E2-4A3A-82C1-3D346E68381F}">
      <dgm:prSet/>
      <dgm:spPr/>
      <dgm:t>
        <a:bodyPr/>
        <a:lstStyle/>
        <a:p>
          <a:r>
            <a:rPr lang="en-US" b="0" i="0"/>
            <a:t>In a crisis or large-scale disaster, obtaining informed consent will rarely involve papers and a clipboard (American Red Cross, 2022). </a:t>
          </a:r>
          <a:endParaRPr lang="en-US"/>
        </a:p>
      </dgm:t>
    </dgm:pt>
    <dgm:pt modelId="{B20E1D54-B252-4DF8-987C-45E6684DF63C}" type="parTrans" cxnId="{77FE548A-01FE-452F-A9B6-6DED7F9B8445}">
      <dgm:prSet/>
      <dgm:spPr/>
      <dgm:t>
        <a:bodyPr/>
        <a:lstStyle/>
        <a:p>
          <a:endParaRPr lang="en-US"/>
        </a:p>
      </dgm:t>
    </dgm:pt>
    <dgm:pt modelId="{54A74770-7636-4C37-B3DF-4F22354E9C41}" type="sibTrans" cxnId="{77FE548A-01FE-452F-A9B6-6DED7F9B8445}">
      <dgm:prSet/>
      <dgm:spPr/>
      <dgm:t>
        <a:bodyPr/>
        <a:lstStyle/>
        <a:p>
          <a:endParaRPr lang="en-US"/>
        </a:p>
      </dgm:t>
    </dgm:pt>
    <dgm:pt modelId="{641674E6-9689-4840-8F92-B63BDDBE2106}">
      <dgm:prSet/>
      <dgm:spPr/>
      <dgm:t>
        <a:bodyPr/>
        <a:lstStyle/>
        <a:p>
          <a:r>
            <a:rPr lang="en-US" b="0" i="0"/>
            <a:t>If a crisis victim refuses intervention, the counselor should withdraw, offering to be available if future service is wanted.</a:t>
          </a:r>
          <a:endParaRPr lang="en-US"/>
        </a:p>
      </dgm:t>
    </dgm:pt>
    <dgm:pt modelId="{39B4737D-293D-4898-A955-B6D66D43B050}" type="parTrans" cxnId="{38258A48-6CA7-4F7E-BCAE-D7BB1099AD05}">
      <dgm:prSet/>
      <dgm:spPr/>
      <dgm:t>
        <a:bodyPr/>
        <a:lstStyle/>
        <a:p>
          <a:endParaRPr lang="en-US"/>
        </a:p>
      </dgm:t>
    </dgm:pt>
    <dgm:pt modelId="{95FDF023-D30F-4E7E-BFCC-0687584A8D77}" type="sibTrans" cxnId="{38258A48-6CA7-4F7E-BCAE-D7BB1099AD05}">
      <dgm:prSet/>
      <dgm:spPr/>
      <dgm:t>
        <a:bodyPr/>
        <a:lstStyle/>
        <a:p>
          <a:endParaRPr lang="en-US"/>
        </a:p>
      </dgm:t>
    </dgm:pt>
    <dgm:pt modelId="{CCD9BB2C-A2A3-4332-B9E0-DAE8DDE7C890}">
      <dgm:prSet/>
      <dgm:spPr/>
      <dgm:t>
        <a:bodyPr/>
        <a:lstStyle/>
        <a:p>
          <a:r>
            <a:rPr lang="en-US" b="0" i="0"/>
            <a:t>If the client agrees to speak with the counselor, consent needs to be reassessed throughout the exchange and may be withdrawn at any point should the survivor elect to discontinue (American Red Cross, 2022).</a:t>
          </a:r>
          <a:endParaRPr lang="en-US"/>
        </a:p>
      </dgm:t>
    </dgm:pt>
    <dgm:pt modelId="{3851BDEF-DF39-4648-8668-6A315FFCD107}" type="parTrans" cxnId="{A01100B2-FEE5-4FD3-A2B4-916D57A15B71}">
      <dgm:prSet/>
      <dgm:spPr/>
      <dgm:t>
        <a:bodyPr/>
        <a:lstStyle/>
        <a:p>
          <a:endParaRPr lang="en-US"/>
        </a:p>
      </dgm:t>
    </dgm:pt>
    <dgm:pt modelId="{C8251805-15C2-4231-8247-470FC162CED8}" type="sibTrans" cxnId="{A01100B2-FEE5-4FD3-A2B4-916D57A15B71}">
      <dgm:prSet/>
      <dgm:spPr/>
      <dgm:t>
        <a:bodyPr/>
        <a:lstStyle/>
        <a:p>
          <a:endParaRPr lang="en-US"/>
        </a:p>
      </dgm:t>
    </dgm:pt>
    <dgm:pt modelId="{BE1199D6-F240-4E0A-95FC-F97838F7DD45}">
      <dgm:prSet/>
      <dgm:spPr/>
      <dgm:t>
        <a:bodyPr/>
        <a:lstStyle/>
        <a:p>
          <a:r>
            <a:rPr lang="en-US" b="0" i="0" dirty="0"/>
            <a:t>Counselors should introduce themselves, explain their role, describe the general limitations of confidentiality, and ask permission to speak with the client.</a:t>
          </a:r>
          <a:endParaRPr lang="en-US" dirty="0"/>
        </a:p>
      </dgm:t>
    </dgm:pt>
    <dgm:pt modelId="{FF35A87D-CF52-41EE-8378-6BBE6C342201}" type="parTrans" cxnId="{75595355-1518-4F72-9988-5B2D8208646C}">
      <dgm:prSet/>
      <dgm:spPr/>
      <dgm:t>
        <a:bodyPr/>
        <a:lstStyle/>
        <a:p>
          <a:endParaRPr lang="en-US"/>
        </a:p>
      </dgm:t>
    </dgm:pt>
    <dgm:pt modelId="{7E7F4953-99F2-46DC-B5DD-7DD24A6E29A3}" type="sibTrans" cxnId="{75595355-1518-4F72-9988-5B2D8208646C}">
      <dgm:prSet/>
      <dgm:spPr/>
      <dgm:t>
        <a:bodyPr/>
        <a:lstStyle/>
        <a:p>
          <a:endParaRPr lang="en-US"/>
        </a:p>
      </dgm:t>
    </dgm:pt>
    <dgm:pt modelId="{B32BDF9C-E959-4214-B64D-865A4A25B24C}" type="pres">
      <dgm:prSet presAssocID="{6D3F7938-3CC1-4213-B3DD-722BB5204B8D}" presName="linear" presStyleCnt="0">
        <dgm:presLayoutVars>
          <dgm:animLvl val="lvl"/>
          <dgm:resizeHandles val="exact"/>
        </dgm:presLayoutVars>
      </dgm:prSet>
      <dgm:spPr/>
    </dgm:pt>
    <dgm:pt modelId="{1B506462-4B86-490F-99D4-99716D870106}" type="pres">
      <dgm:prSet presAssocID="{3CCB8C79-00E2-4A3A-82C1-3D346E68381F}" presName="parentText" presStyleLbl="node1" presStyleIdx="0" presStyleCnt="4">
        <dgm:presLayoutVars>
          <dgm:chMax val="0"/>
          <dgm:bulletEnabled val="1"/>
        </dgm:presLayoutVars>
      </dgm:prSet>
      <dgm:spPr/>
    </dgm:pt>
    <dgm:pt modelId="{4AF405EB-686C-4C75-A1D5-6BB43A5501AE}" type="pres">
      <dgm:prSet presAssocID="{54A74770-7636-4C37-B3DF-4F22354E9C41}" presName="spacer" presStyleCnt="0"/>
      <dgm:spPr/>
    </dgm:pt>
    <dgm:pt modelId="{85C87868-50D1-491E-9D89-B75C29E9048D}" type="pres">
      <dgm:prSet presAssocID="{BE1199D6-F240-4E0A-95FC-F97838F7DD45}" presName="parentText" presStyleLbl="node1" presStyleIdx="1" presStyleCnt="4">
        <dgm:presLayoutVars>
          <dgm:chMax val="0"/>
          <dgm:bulletEnabled val="1"/>
        </dgm:presLayoutVars>
      </dgm:prSet>
      <dgm:spPr/>
    </dgm:pt>
    <dgm:pt modelId="{E0797581-BBC4-4F2B-8050-E6339632E0CE}" type="pres">
      <dgm:prSet presAssocID="{7E7F4953-99F2-46DC-B5DD-7DD24A6E29A3}" presName="spacer" presStyleCnt="0"/>
      <dgm:spPr/>
    </dgm:pt>
    <dgm:pt modelId="{D242203C-AB1D-40D0-847F-85433AD17BBC}" type="pres">
      <dgm:prSet presAssocID="{641674E6-9689-4840-8F92-B63BDDBE2106}" presName="parentText" presStyleLbl="node1" presStyleIdx="2" presStyleCnt="4">
        <dgm:presLayoutVars>
          <dgm:chMax val="0"/>
          <dgm:bulletEnabled val="1"/>
        </dgm:presLayoutVars>
      </dgm:prSet>
      <dgm:spPr/>
    </dgm:pt>
    <dgm:pt modelId="{3A555BAF-DC8E-4957-9D31-F3635741896D}" type="pres">
      <dgm:prSet presAssocID="{95FDF023-D30F-4E7E-BFCC-0687584A8D77}" presName="spacer" presStyleCnt="0"/>
      <dgm:spPr/>
    </dgm:pt>
    <dgm:pt modelId="{BC4C10E7-F30E-4BB4-A9EF-47644FBF44E9}" type="pres">
      <dgm:prSet presAssocID="{CCD9BB2C-A2A3-4332-B9E0-DAE8DDE7C890}" presName="parentText" presStyleLbl="node1" presStyleIdx="3" presStyleCnt="4">
        <dgm:presLayoutVars>
          <dgm:chMax val="0"/>
          <dgm:bulletEnabled val="1"/>
        </dgm:presLayoutVars>
      </dgm:prSet>
      <dgm:spPr/>
    </dgm:pt>
  </dgm:ptLst>
  <dgm:cxnLst>
    <dgm:cxn modelId="{DE326018-CFB4-442E-9998-407CB41108D3}" type="presOf" srcId="{641674E6-9689-4840-8F92-B63BDDBE2106}" destId="{D242203C-AB1D-40D0-847F-85433AD17BBC}" srcOrd="0" destOrd="0" presId="urn:microsoft.com/office/officeart/2005/8/layout/vList2"/>
    <dgm:cxn modelId="{DA678C2B-B595-4278-8818-379CEABD9CC4}" type="presOf" srcId="{BE1199D6-F240-4E0A-95FC-F97838F7DD45}" destId="{85C87868-50D1-491E-9D89-B75C29E9048D}" srcOrd="0" destOrd="0" presId="urn:microsoft.com/office/officeart/2005/8/layout/vList2"/>
    <dgm:cxn modelId="{C4F77445-9B54-4F4C-B7D0-DE4A6703E78F}" type="presOf" srcId="{3CCB8C79-00E2-4A3A-82C1-3D346E68381F}" destId="{1B506462-4B86-490F-99D4-99716D870106}" srcOrd="0" destOrd="0" presId="urn:microsoft.com/office/officeart/2005/8/layout/vList2"/>
    <dgm:cxn modelId="{38258A48-6CA7-4F7E-BCAE-D7BB1099AD05}" srcId="{6D3F7938-3CC1-4213-B3DD-722BB5204B8D}" destId="{641674E6-9689-4840-8F92-B63BDDBE2106}" srcOrd="2" destOrd="0" parTransId="{39B4737D-293D-4898-A955-B6D66D43B050}" sibTransId="{95FDF023-D30F-4E7E-BFCC-0687584A8D77}"/>
    <dgm:cxn modelId="{75595355-1518-4F72-9988-5B2D8208646C}" srcId="{6D3F7938-3CC1-4213-B3DD-722BB5204B8D}" destId="{BE1199D6-F240-4E0A-95FC-F97838F7DD45}" srcOrd="1" destOrd="0" parTransId="{FF35A87D-CF52-41EE-8378-6BBE6C342201}" sibTransId="{7E7F4953-99F2-46DC-B5DD-7DD24A6E29A3}"/>
    <dgm:cxn modelId="{1FCBC682-3207-499B-A531-8A441EAEF0B6}" type="presOf" srcId="{CCD9BB2C-A2A3-4332-B9E0-DAE8DDE7C890}" destId="{BC4C10E7-F30E-4BB4-A9EF-47644FBF44E9}" srcOrd="0" destOrd="0" presId="urn:microsoft.com/office/officeart/2005/8/layout/vList2"/>
    <dgm:cxn modelId="{77FE548A-01FE-452F-A9B6-6DED7F9B8445}" srcId="{6D3F7938-3CC1-4213-B3DD-722BB5204B8D}" destId="{3CCB8C79-00E2-4A3A-82C1-3D346E68381F}" srcOrd="0" destOrd="0" parTransId="{B20E1D54-B252-4DF8-987C-45E6684DF63C}" sibTransId="{54A74770-7636-4C37-B3DF-4F22354E9C41}"/>
    <dgm:cxn modelId="{FF9288A9-555E-496C-BB99-CBACEF850E9C}" type="presOf" srcId="{6D3F7938-3CC1-4213-B3DD-722BB5204B8D}" destId="{B32BDF9C-E959-4214-B64D-865A4A25B24C}" srcOrd="0" destOrd="0" presId="urn:microsoft.com/office/officeart/2005/8/layout/vList2"/>
    <dgm:cxn modelId="{A01100B2-FEE5-4FD3-A2B4-916D57A15B71}" srcId="{6D3F7938-3CC1-4213-B3DD-722BB5204B8D}" destId="{CCD9BB2C-A2A3-4332-B9E0-DAE8DDE7C890}" srcOrd="3" destOrd="0" parTransId="{3851BDEF-DF39-4648-8668-6A315FFCD107}" sibTransId="{C8251805-15C2-4231-8247-470FC162CED8}"/>
    <dgm:cxn modelId="{B6ECC4C9-4861-4BE7-9D7D-579D94207C4D}" type="presParOf" srcId="{B32BDF9C-E959-4214-B64D-865A4A25B24C}" destId="{1B506462-4B86-490F-99D4-99716D870106}" srcOrd="0" destOrd="0" presId="urn:microsoft.com/office/officeart/2005/8/layout/vList2"/>
    <dgm:cxn modelId="{DBE02E2D-42E0-4147-A327-192256D9465F}" type="presParOf" srcId="{B32BDF9C-E959-4214-B64D-865A4A25B24C}" destId="{4AF405EB-686C-4C75-A1D5-6BB43A5501AE}" srcOrd="1" destOrd="0" presId="urn:microsoft.com/office/officeart/2005/8/layout/vList2"/>
    <dgm:cxn modelId="{09BA83B6-B084-4733-8AEA-E2121C5ECF86}" type="presParOf" srcId="{B32BDF9C-E959-4214-B64D-865A4A25B24C}" destId="{85C87868-50D1-491E-9D89-B75C29E9048D}" srcOrd="2" destOrd="0" presId="urn:microsoft.com/office/officeart/2005/8/layout/vList2"/>
    <dgm:cxn modelId="{7B8E3291-7094-4517-840C-684D90C63231}" type="presParOf" srcId="{B32BDF9C-E959-4214-B64D-865A4A25B24C}" destId="{E0797581-BBC4-4F2B-8050-E6339632E0CE}" srcOrd="3" destOrd="0" presId="urn:microsoft.com/office/officeart/2005/8/layout/vList2"/>
    <dgm:cxn modelId="{F1973FE0-07C8-45BA-A4B5-A0DFBE34CD63}" type="presParOf" srcId="{B32BDF9C-E959-4214-B64D-865A4A25B24C}" destId="{D242203C-AB1D-40D0-847F-85433AD17BBC}" srcOrd="4" destOrd="0" presId="urn:microsoft.com/office/officeart/2005/8/layout/vList2"/>
    <dgm:cxn modelId="{0F09312E-D076-4388-8D87-6E2329B5F505}" type="presParOf" srcId="{B32BDF9C-E959-4214-B64D-865A4A25B24C}" destId="{3A555BAF-DC8E-4957-9D31-F3635741896D}" srcOrd="5" destOrd="0" presId="urn:microsoft.com/office/officeart/2005/8/layout/vList2"/>
    <dgm:cxn modelId="{A2BF0984-1B7E-4810-8E2D-B843473277C9}" type="presParOf" srcId="{B32BDF9C-E959-4214-B64D-865A4A25B24C}" destId="{BC4C10E7-F30E-4BB4-A9EF-47644FBF44E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C261736-9CD2-4769-A850-37DBCEF323B3}"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1E98E561-6651-4479-AF8F-A505048B4E3F}">
      <dgm:prSet/>
      <dgm:spPr/>
      <dgm:t>
        <a:bodyPr/>
        <a:lstStyle/>
        <a:p>
          <a:r>
            <a:rPr lang="en-US" b="0" i="0"/>
            <a:t>Often, clients may entertain ideas that tragedy has come about because of God’s wrath or disfavor. Counselors should be prepared to safely explore these concerns.</a:t>
          </a:r>
          <a:endParaRPr lang="en-US"/>
        </a:p>
      </dgm:t>
    </dgm:pt>
    <dgm:pt modelId="{2207340E-8158-44BE-8AD8-E7DF843B1D19}" type="parTrans" cxnId="{FA28A6E7-D126-4367-BEB9-A4AA36698DC2}">
      <dgm:prSet/>
      <dgm:spPr/>
      <dgm:t>
        <a:bodyPr/>
        <a:lstStyle/>
        <a:p>
          <a:endParaRPr lang="en-US"/>
        </a:p>
      </dgm:t>
    </dgm:pt>
    <dgm:pt modelId="{8C9CC61C-4F7F-4703-BC8E-E05BE1488FA0}" type="sibTrans" cxnId="{FA28A6E7-D126-4367-BEB9-A4AA36698DC2}">
      <dgm:prSet/>
      <dgm:spPr/>
      <dgm:t>
        <a:bodyPr/>
        <a:lstStyle/>
        <a:p>
          <a:endParaRPr lang="en-US"/>
        </a:p>
      </dgm:t>
    </dgm:pt>
    <dgm:pt modelId="{A1609999-0B07-4B81-9547-CC2CC19D8625}">
      <dgm:prSet/>
      <dgm:spPr/>
      <dgm:t>
        <a:bodyPr/>
        <a:lstStyle/>
        <a:p>
          <a:r>
            <a:rPr lang="en-US" b="0" i="0"/>
            <a:t>If the disaster occurs in a school system, keep in mind that according to the U.S. Supreme Court, the First Amendment as applied to public schools was intended for public schools to not sanction or support a specific religion or faith over others.</a:t>
          </a:r>
          <a:endParaRPr lang="en-US"/>
        </a:p>
      </dgm:t>
    </dgm:pt>
    <dgm:pt modelId="{1FB012C8-5301-40E4-9847-E23622F32D49}" type="parTrans" cxnId="{8A80FF15-B0B5-4358-BE9D-C032F9D55999}">
      <dgm:prSet/>
      <dgm:spPr/>
      <dgm:t>
        <a:bodyPr/>
        <a:lstStyle/>
        <a:p>
          <a:endParaRPr lang="en-US"/>
        </a:p>
      </dgm:t>
    </dgm:pt>
    <dgm:pt modelId="{9ACFE7EB-A6A5-4439-8448-7084201CE562}" type="sibTrans" cxnId="{8A80FF15-B0B5-4358-BE9D-C032F9D55999}">
      <dgm:prSet/>
      <dgm:spPr/>
      <dgm:t>
        <a:bodyPr/>
        <a:lstStyle/>
        <a:p>
          <a:endParaRPr lang="en-US"/>
        </a:p>
      </dgm:t>
    </dgm:pt>
    <dgm:pt modelId="{6EA46372-4CFF-46FF-8D24-F3967A5D535C}">
      <dgm:prSet/>
      <dgm:spPr/>
      <dgm:t>
        <a:bodyPr/>
        <a:lstStyle/>
        <a:p>
          <a:r>
            <a:rPr lang="en-US" b="0" i="0"/>
            <a:t>In the case of a counselor responding to a person’s life crisis, perhaps related to suicide, an examination of personal religious beliefs is essential to ensure maintaining a value-neutral assessment.</a:t>
          </a:r>
          <a:endParaRPr lang="en-US"/>
        </a:p>
      </dgm:t>
    </dgm:pt>
    <dgm:pt modelId="{23EE00CA-1ECF-45E3-AEDC-A4F1009E950E}" type="parTrans" cxnId="{C89DAD1C-8587-4FBC-BD57-45FA5AD49E48}">
      <dgm:prSet/>
      <dgm:spPr/>
      <dgm:t>
        <a:bodyPr/>
        <a:lstStyle/>
        <a:p>
          <a:endParaRPr lang="en-US"/>
        </a:p>
      </dgm:t>
    </dgm:pt>
    <dgm:pt modelId="{8AF586D6-5D7A-4CC4-A101-E588BF9AD5F1}" type="sibTrans" cxnId="{C89DAD1C-8587-4FBC-BD57-45FA5AD49E48}">
      <dgm:prSet/>
      <dgm:spPr/>
      <dgm:t>
        <a:bodyPr/>
        <a:lstStyle/>
        <a:p>
          <a:endParaRPr lang="en-US"/>
        </a:p>
      </dgm:t>
    </dgm:pt>
    <dgm:pt modelId="{278AD109-8782-43D6-8C83-5B5416EBFFEA}" type="pres">
      <dgm:prSet presAssocID="{EC261736-9CD2-4769-A850-37DBCEF323B3}" presName="vert0" presStyleCnt="0">
        <dgm:presLayoutVars>
          <dgm:dir/>
          <dgm:animOne val="branch"/>
          <dgm:animLvl val="lvl"/>
        </dgm:presLayoutVars>
      </dgm:prSet>
      <dgm:spPr/>
    </dgm:pt>
    <dgm:pt modelId="{9CD36EC4-D43F-44A3-80AA-513AEF087525}" type="pres">
      <dgm:prSet presAssocID="{1E98E561-6651-4479-AF8F-A505048B4E3F}" presName="thickLine" presStyleLbl="alignNode1" presStyleIdx="0" presStyleCnt="3"/>
      <dgm:spPr/>
    </dgm:pt>
    <dgm:pt modelId="{A23E285D-E961-44E2-A3BA-5376BCDAF264}" type="pres">
      <dgm:prSet presAssocID="{1E98E561-6651-4479-AF8F-A505048B4E3F}" presName="horz1" presStyleCnt="0"/>
      <dgm:spPr/>
    </dgm:pt>
    <dgm:pt modelId="{A6461278-59F4-4C3B-AA38-8A594E5C0570}" type="pres">
      <dgm:prSet presAssocID="{1E98E561-6651-4479-AF8F-A505048B4E3F}" presName="tx1" presStyleLbl="revTx" presStyleIdx="0" presStyleCnt="3"/>
      <dgm:spPr/>
    </dgm:pt>
    <dgm:pt modelId="{4E1A46D3-F9F4-4250-B8D8-B5EEDF582214}" type="pres">
      <dgm:prSet presAssocID="{1E98E561-6651-4479-AF8F-A505048B4E3F}" presName="vert1" presStyleCnt="0"/>
      <dgm:spPr/>
    </dgm:pt>
    <dgm:pt modelId="{61589B89-9D3E-40D6-AE92-D02BF0DDD206}" type="pres">
      <dgm:prSet presAssocID="{A1609999-0B07-4B81-9547-CC2CC19D8625}" presName="thickLine" presStyleLbl="alignNode1" presStyleIdx="1" presStyleCnt="3"/>
      <dgm:spPr/>
    </dgm:pt>
    <dgm:pt modelId="{29BB5996-ED5C-4F38-AD61-6011D39D9F9B}" type="pres">
      <dgm:prSet presAssocID="{A1609999-0B07-4B81-9547-CC2CC19D8625}" presName="horz1" presStyleCnt="0"/>
      <dgm:spPr/>
    </dgm:pt>
    <dgm:pt modelId="{2A7DA1EE-2688-4942-A116-F215B38CD2B7}" type="pres">
      <dgm:prSet presAssocID="{A1609999-0B07-4B81-9547-CC2CC19D8625}" presName="tx1" presStyleLbl="revTx" presStyleIdx="1" presStyleCnt="3"/>
      <dgm:spPr/>
    </dgm:pt>
    <dgm:pt modelId="{03BAEA82-6220-4113-8A7B-17E6E51B1CEA}" type="pres">
      <dgm:prSet presAssocID="{A1609999-0B07-4B81-9547-CC2CC19D8625}" presName="vert1" presStyleCnt="0"/>
      <dgm:spPr/>
    </dgm:pt>
    <dgm:pt modelId="{AE54B6E7-735C-489F-B7BD-AF47D095AFA7}" type="pres">
      <dgm:prSet presAssocID="{6EA46372-4CFF-46FF-8D24-F3967A5D535C}" presName="thickLine" presStyleLbl="alignNode1" presStyleIdx="2" presStyleCnt="3"/>
      <dgm:spPr/>
    </dgm:pt>
    <dgm:pt modelId="{484BC5D6-D575-444E-9C69-DA29EBA6B59D}" type="pres">
      <dgm:prSet presAssocID="{6EA46372-4CFF-46FF-8D24-F3967A5D535C}" presName="horz1" presStyleCnt="0"/>
      <dgm:spPr/>
    </dgm:pt>
    <dgm:pt modelId="{03EA4134-05E2-402D-B728-5E37C9E20E22}" type="pres">
      <dgm:prSet presAssocID="{6EA46372-4CFF-46FF-8D24-F3967A5D535C}" presName="tx1" presStyleLbl="revTx" presStyleIdx="2" presStyleCnt="3"/>
      <dgm:spPr/>
    </dgm:pt>
    <dgm:pt modelId="{28C04B24-D3BF-4700-98EF-D6A82081AB02}" type="pres">
      <dgm:prSet presAssocID="{6EA46372-4CFF-46FF-8D24-F3967A5D535C}" presName="vert1" presStyleCnt="0"/>
      <dgm:spPr/>
    </dgm:pt>
  </dgm:ptLst>
  <dgm:cxnLst>
    <dgm:cxn modelId="{8A80FF15-B0B5-4358-BE9D-C032F9D55999}" srcId="{EC261736-9CD2-4769-A850-37DBCEF323B3}" destId="{A1609999-0B07-4B81-9547-CC2CC19D8625}" srcOrd="1" destOrd="0" parTransId="{1FB012C8-5301-40E4-9847-E23622F32D49}" sibTransId="{9ACFE7EB-A6A5-4439-8448-7084201CE562}"/>
    <dgm:cxn modelId="{50BB281B-C7B8-4A3F-B682-9BE8EAB32884}" type="presOf" srcId="{1E98E561-6651-4479-AF8F-A505048B4E3F}" destId="{A6461278-59F4-4C3B-AA38-8A594E5C0570}" srcOrd="0" destOrd="0" presId="urn:microsoft.com/office/officeart/2008/layout/LinedList"/>
    <dgm:cxn modelId="{C89DAD1C-8587-4FBC-BD57-45FA5AD49E48}" srcId="{EC261736-9CD2-4769-A850-37DBCEF323B3}" destId="{6EA46372-4CFF-46FF-8D24-F3967A5D535C}" srcOrd="2" destOrd="0" parTransId="{23EE00CA-1ECF-45E3-AEDC-A4F1009E950E}" sibTransId="{8AF586D6-5D7A-4CC4-A101-E588BF9AD5F1}"/>
    <dgm:cxn modelId="{BE0B61BD-3709-4DAD-AD6D-EE8B40C5E43E}" type="presOf" srcId="{A1609999-0B07-4B81-9547-CC2CC19D8625}" destId="{2A7DA1EE-2688-4942-A116-F215B38CD2B7}" srcOrd="0" destOrd="0" presId="urn:microsoft.com/office/officeart/2008/layout/LinedList"/>
    <dgm:cxn modelId="{3B48A3D8-AADE-4EAA-B27A-84068BEEADFE}" type="presOf" srcId="{6EA46372-4CFF-46FF-8D24-F3967A5D535C}" destId="{03EA4134-05E2-402D-B728-5E37C9E20E22}" srcOrd="0" destOrd="0" presId="urn:microsoft.com/office/officeart/2008/layout/LinedList"/>
    <dgm:cxn modelId="{E7D1BFD8-A92C-4AF6-A004-AFC31CCFF7B8}" type="presOf" srcId="{EC261736-9CD2-4769-A850-37DBCEF323B3}" destId="{278AD109-8782-43D6-8C83-5B5416EBFFEA}" srcOrd="0" destOrd="0" presId="urn:microsoft.com/office/officeart/2008/layout/LinedList"/>
    <dgm:cxn modelId="{FA28A6E7-D126-4367-BEB9-A4AA36698DC2}" srcId="{EC261736-9CD2-4769-A850-37DBCEF323B3}" destId="{1E98E561-6651-4479-AF8F-A505048B4E3F}" srcOrd="0" destOrd="0" parTransId="{2207340E-8158-44BE-8AD8-E7DF843B1D19}" sibTransId="{8C9CC61C-4F7F-4703-BC8E-E05BE1488FA0}"/>
    <dgm:cxn modelId="{FB439D9F-B0EF-42C6-8796-FE570B8030EF}" type="presParOf" srcId="{278AD109-8782-43D6-8C83-5B5416EBFFEA}" destId="{9CD36EC4-D43F-44A3-80AA-513AEF087525}" srcOrd="0" destOrd="0" presId="urn:microsoft.com/office/officeart/2008/layout/LinedList"/>
    <dgm:cxn modelId="{82DE1412-40C5-42C8-97A1-CEADDC8BE2D0}" type="presParOf" srcId="{278AD109-8782-43D6-8C83-5B5416EBFFEA}" destId="{A23E285D-E961-44E2-A3BA-5376BCDAF264}" srcOrd="1" destOrd="0" presId="urn:microsoft.com/office/officeart/2008/layout/LinedList"/>
    <dgm:cxn modelId="{C06B6A14-110D-408C-83EF-5387B57C241E}" type="presParOf" srcId="{A23E285D-E961-44E2-A3BA-5376BCDAF264}" destId="{A6461278-59F4-4C3B-AA38-8A594E5C0570}" srcOrd="0" destOrd="0" presId="urn:microsoft.com/office/officeart/2008/layout/LinedList"/>
    <dgm:cxn modelId="{E3E0E944-D3BD-4BDA-BF13-ECEB5CB80918}" type="presParOf" srcId="{A23E285D-E961-44E2-A3BA-5376BCDAF264}" destId="{4E1A46D3-F9F4-4250-B8D8-B5EEDF582214}" srcOrd="1" destOrd="0" presId="urn:microsoft.com/office/officeart/2008/layout/LinedList"/>
    <dgm:cxn modelId="{73FB73B8-527A-4900-8391-F423B3CC2446}" type="presParOf" srcId="{278AD109-8782-43D6-8C83-5B5416EBFFEA}" destId="{61589B89-9D3E-40D6-AE92-D02BF0DDD206}" srcOrd="2" destOrd="0" presId="urn:microsoft.com/office/officeart/2008/layout/LinedList"/>
    <dgm:cxn modelId="{9FE1A208-B838-4FE2-81DC-20CD15695D08}" type="presParOf" srcId="{278AD109-8782-43D6-8C83-5B5416EBFFEA}" destId="{29BB5996-ED5C-4F38-AD61-6011D39D9F9B}" srcOrd="3" destOrd="0" presId="urn:microsoft.com/office/officeart/2008/layout/LinedList"/>
    <dgm:cxn modelId="{A8EEAE0F-3CEF-4574-9A18-23E6E645661A}" type="presParOf" srcId="{29BB5996-ED5C-4F38-AD61-6011D39D9F9B}" destId="{2A7DA1EE-2688-4942-A116-F215B38CD2B7}" srcOrd="0" destOrd="0" presId="urn:microsoft.com/office/officeart/2008/layout/LinedList"/>
    <dgm:cxn modelId="{9467D0C3-7AC7-41DE-84FD-C587B09956F9}" type="presParOf" srcId="{29BB5996-ED5C-4F38-AD61-6011D39D9F9B}" destId="{03BAEA82-6220-4113-8A7B-17E6E51B1CEA}" srcOrd="1" destOrd="0" presId="urn:microsoft.com/office/officeart/2008/layout/LinedList"/>
    <dgm:cxn modelId="{A0DB5DCE-1F0C-448D-9C5A-E915C5B5FCF2}" type="presParOf" srcId="{278AD109-8782-43D6-8C83-5B5416EBFFEA}" destId="{AE54B6E7-735C-489F-B7BD-AF47D095AFA7}" srcOrd="4" destOrd="0" presId="urn:microsoft.com/office/officeart/2008/layout/LinedList"/>
    <dgm:cxn modelId="{194DA954-DAE2-4E46-B862-BBBD2AB9C9F6}" type="presParOf" srcId="{278AD109-8782-43D6-8C83-5B5416EBFFEA}" destId="{484BC5D6-D575-444E-9C69-DA29EBA6B59D}" srcOrd="5" destOrd="0" presId="urn:microsoft.com/office/officeart/2008/layout/LinedList"/>
    <dgm:cxn modelId="{9886AB3C-1186-4665-9C69-75DDBE409749}" type="presParOf" srcId="{484BC5D6-D575-444E-9C69-DA29EBA6B59D}" destId="{03EA4134-05E2-402D-B728-5E37C9E20E22}" srcOrd="0" destOrd="0" presId="urn:microsoft.com/office/officeart/2008/layout/LinedList"/>
    <dgm:cxn modelId="{F1A60D53-7494-479D-B0A1-84D2B8A29310}" type="presParOf" srcId="{484BC5D6-D575-444E-9C69-DA29EBA6B59D}" destId="{28C04B24-D3BF-4700-98EF-D6A82081AB0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6BA8F6E-E273-47FF-8B5B-B0AB4ED09A6E}"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9D036243-61B5-4167-9A87-010EE3EC658A}">
      <dgm:prSet/>
      <dgm:spPr/>
      <dgm:t>
        <a:bodyPr/>
        <a:lstStyle/>
        <a:p>
          <a:r>
            <a:rPr lang="en-US" b="0" i="0"/>
            <a:t>Research indicates that marginalized populations may find that predisaster norms set the tone for the postdisaster reality.</a:t>
          </a:r>
          <a:endParaRPr lang="en-US"/>
        </a:p>
      </dgm:t>
    </dgm:pt>
    <dgm:pt modelId="{87679CC0-9356-40F6-8280-CB44243DC752}" type="parTrans" cxnId="{7009A90E-668A-440F-ABC6-9A06F550EE08}">
      <dgm:prSet/>
      <dgm:spPr/>
      <dgm:t>
        <a:bodyPr/>
        <a:lstStyle/>
        <a:p>
          <a:endParaRPr lang="en-US"/>
        </a:p>
      </dgm:t>
    </dgm:pt>
    <dgm:pt modelId="{00564C2C-503D-4D1B-8A40-D12FB17BAA3A}" type="sibTrans" cxnId="{7009A90E-668A-440F-ABC6-9A06F550EE08}">
      <dgm:prSet/>
      <dgm:spPr/>
      <dgm:t>
        <a:bodyPr/>
        <a:lstStyle/>
        <a:p>
          <a:endParaRPr lang="en-US"/>
        </a:p>
      </dgm:t>
    </dgm:pt>
    <dgm:pt modelId="{503F9507-9023-47A6-B4BA-4406B90BD4ED}">
      <dgm:prSet/>
      <dgm:spPr/>
      <dgm:t>
        <a:bodyPr/>
        <a:lstStyle/>
        <a:p>
          <a:r>
            <a:rPr lang="en-US" b="0" i="0"/>
            <a:t>Counselors should be versed in multicultural sensitivity and make efforts to indicate their sensitivity to multicultural issues.</a:t>
          </a:r>
          <a:endParaRPr lang="en-US"/>
        </a:p>
      </dgm:t>
    </dgm:pt>
    <dgm:pt modelId="{9CC538F8-5B79-48CF-B420-75C2F7AB14FE}" type="parTrans" cxnId="{A12CB1E3-DBD5-4207-B261-9F3BEDFEC06F}">
      <dgm:prSet/>
      <dgm:spPr/>
      <dgm:t>
        <a:bodyPr/>
        <a:lstStyle/>
        <a:p>
          <a:endParaRPr lang="en-US"/>
        </a:p>
      </dgm:t>
    </dgm:pt>
    <dgm:pt modelId="{9A474DEA-7D59-4A2E-8AC5-477EAE4A29B3}" type="sibTrans" cxnId="{A12CB1E3-DBD5-4207-B261-9F3BEDFEC06F}">
      <dgm:prSet/>
      <dgm:spPr/>
      <dgm:t>
        <a:bodyPr/>
        <a:lstStyle/>
        <a:p>
          <a:endParaRPr lang="en-US"/>
        </a:p>
      </dgm:t>
    </dgm:pt>
    <dgm:pt modelId="{F2015491-FD14-4360-8DE0-3FC9F298C8A6}">
      <dgm:prSet/>
      <dgm:spPr/>
      <dgm:t>
        <a:bodyPr/>
        <a:lstStyle/>
        <a:p>
          <a:r>
            <a:rPr lang="en-US" b="0" i="0"/>
            <a:t>Understanding differences is important but making decisions based on assumptions may not be helpful</a:t>
          </a:r>
          <a:endParaRPr lang="en-US"/>
        </a:p>
      </dgm:t>
    </dgm:pt>
    <dgm:pt modelId="{23D0B520-B379-4747-8AD3-359DB58B4A25}" type="parTrans" cxnId="{BAF54C0E-FBC1-4AE6-B4CB-F24F5AAF8349}">
      <dgm:prSet/>
      <dgm:spPr/>
      <dgm:t>
        <a:bodyPr/>
        <a:lstStyle/>
        <a:p>
          <a:endParaRPr lang="en-US"/>
        </a:p>
      </dgm:t>
    </dgm:pt>
    <dgm:pt modelId="{0883828B-2C10-49EC-B32B-CA778BA95F0A}" type="sibTrans" cxnId="{BAF54C0E-FBC1-4AE6-B4CB-F24F5AAF8349}">
      <dgm:prSet/>
      <dgm:spPr/>
      <dgm:t>
        <a:bodyPr/>
        <a:lstStyle/>
        <a:p>
          <a:endParaRPr lang="en-US"/>
        </a:p>
      </dgm:t>
    </dgm:pt>
    <dgm:pt modelId="{F30709DC-A9EF-4798-A07B-094AD9C81163}" type="pres">
      <dgm:prSet presAssocID="{46BA8F6E-E273-47FF-8B5B-B0AB4ED09A6E}" presName="linear" presStyleCnt="0">
        <dgm:presLayoutVars>
          <dgm:animLvl val="lvl"/>
          <dgm:resizeHandles val="exact"/>
        </dgm:presLayoutVars>
      </dgm:prSet>
      <dgm:spPr/>
    </dgm:pt>
    <dgm:pt modelId="{139D1D60-96D0-48D9-A378-3218729A3B7E}" type="pres">
      <dgm:prSet presAssocID="{9D036243-61B5-4167-9A87-010EE3EC658A}" presName="parentText" presStyleLbl="node1" presStyleIdx="0" presStyleCnt="2">
        <dgm:presLayoutVars>
          <dgm:chMax val="0"/>
          <dgm:bulletEnabled val="1"/>
        </dgm:presLayoutVars>
      </dgm:prSet>
      <dgm:spPr/>
    </dgm:pt>
    <dgm:pt modelId="{54E63CD8-BD95-4E9A-B373-F53F85CE4350}" type="pres">
      <dgm:prSet presAssocID="{00564C2C-503D-4D1B-8A40-D12FB17BAA3A}" presName="spacer" presStyleCnt="0"/>
      <dgm:spPr/>
    </dgm:pt>
    <dgm:pt modelId="{ED102AD1-A41E-4727-B6D1-09A709A4D980}" type="pres">
      <dgm:prSet presAssocID="{503F9507-9023-47A6-B4BA-4406B90BD4ED}" presName="parentText" presStyleLbl="node1" presStyleIdx="1" presStyleCnt="2">
        <dgm:presLayoutVars>
          <dgm:chMax val="0"/>
          <dgm:bulletEnabled val="1"/>
        </dgm:presLayoutVars>
      </dgm:prSet>
      <dgm:spPr/>
    </dgm:pt>
    <dgm:pt modelId="{133E0691-08FC-408B-A95D-F2B6C90B839C}" type="pres">
      <dgm:prSet presAssocID="{503F9507-9023-47A6-B4BA-4406B90BD4ED}" presName="childText" presStyleLbl="revTx" presStyleIdx="0" presStyleCnt="1">
        <dgm:presLayoutVars>
          <dgm:bulletEnabled val="1"/>
        </dgm:presLayoutVars>
      </dgm:prSet>
      <dgm:spPr/>
    </dgm:pt>
  </dgm:ptLst>
  <dgm:cxnLst>
    <dgm:cxn modelId="{BAF54C0E-FBC1-4AE6-B4CB-F24F5AAF8349}" srcId="{503F9507-9023-47A6-B4BA-4406B90BD4ED}" destId="{F2015491-FD14-4360-8DE0-3FC9F298C8A6}" srcOrd="0" destOrd="0" parTransId="{23D0B520-B379-4747-8AD3-359DB58B4A25}" sibTransId="{0883828B-2C10-49EC-B32B-CA778BA95F0A}"/>
    <dgm:cxn modelId="{7009A90E-668A-440F-ABC6-9A06F550EE08}" srcId="{46BA8F6E-E273-47FF-8B5B-B0AB4ED09A6E}" destId="{9D036243-61B5-4167-9A87-010EE3EC658A}" srcOrd="0" destOrd="0" parTransId="{87679CC0-9356-40F6-8280-CB44243DC752}" sibTransId="{00564C2C-503D-4D1B-8A40-D12FB17BAA3A}"/>
    <dgm:cxn modelId="{C2ABAC0E-EA41-4B65-980C-5BC0FD787DDC}" type="presOf" srcId="{F2015491-FD14-4360-8DE0-3FC9F298C8A6}" destId="{133E0691-08FC-408B-A95D-F2B6C90B839C}" srcOrd="0" destOrd="0" presId="urn:microsoft.com/office/officeart/2005/8/layout/vList2"/>
    <dgm:cxn modelId="{3D75CA60-9272-4EEF-9EDF-3779FBA2D794}" type="presOf" srcId="{503F9507-9023-47A6-B4BA-4406B90BD4ED}" destId="{ED102AD1-A41E-4727-B6D1-09A709A4D980}" srcOrd="0" destOrd="0" presId="urn:microsoft.com/office/officeart/2005/8/layout/vList2"/>
    <dgm:cxn modelId="{552C7466-1263-4AB6-BE0B-5A920701E766}" type="presOf" srcId="{46BA8F6E-E273-47FF-8B5B-B0AB4ED09A6E}" destId="{F30709DC-A9EF-4798-A07B-094AD9C81163}" srcOrd="0" destOrd="0" presId="urn:microsoft.com/office/officeart/2005/8/layout/vList2"/>
    <dgm:cxn modelId="{1D370FE3-0386-42E5-973E-FBF6068305C1}" type="presOf" srcId="{9D036243-61B5-4167-9A87-010EE3EC658A}" destId="{139D1D60-96D0-48D9-A378-3218729A3B7E}" srcOrd="0" destOrd="0" presId="urn:microsoft.com/office/officeart/2005/8/layout/vList2"/>
    <dgm:cxn modelId="{A12CB1E3-DBD5-4207-B261-9F3BEDFEC06F}" srcId="{46BA8F6E-E273-47FF-8B5B-B0AB4ED09A6E}" destId="{503F9507-9023-47A6-B4BA-4406B90BD4ED}" srcOrd="1" destOrd="0" parTransId="{9CC538F8-5B79-48CF-B420-75C2F7AB14FE}" sibTransId="{9A474DEA-7D59-4A2E-8AC5-477EAE4A29B3}"/>
    <dgm:cxn modelId="{705DA5FF-16A2-4AD4-AE76-397BC640911A}" type="presParOf" srcId="{F30709DC-A9EF-4798-A07B-094AD9C81163}" destId="{139D1D60-96D0-48D9-A378-3218729A3B7E}" srcOrd="0" destOrd="0" presId="urn:microsoft.com/office/officeart/2005/8/layout/vList2"/>
    <dgm:cxn modelId="{12F31860-0245-4A99-AC45-1CD658BD847A}" type="presParOf" srcId="{F30709DC-A9EF-4798-A07B-094AD9C81163}" destId="{54E63CD8-BD95-4E9A-B373-F53F85CE4350}" srcOrd="1" destOrd="0" presId="urn:microsoft.com/office/officeart/2005/8/layout/vList2"/>
    <dgm:cxn modelId="{D6EDF5EE-5BED-46CE-A586-50FAFE413F78}" type="presParOf" srcId="{F30709DC-A9EF-4798-A07B-094AD9C81163}" destId="{ED102AD1-A41E-4727-B6D1-09A709A4D980}" srcOrd="2" destOrd="0" presId="urn:microsoft.com/office/officeart/2005/8/layout/vList2"/>
    <dgm:cxn modelId="{8577FF9B-E09C-469E-9BBE-9475856B326D}" type="presParOf" srcId="{F30709DC-A9EF-4798-A07B-094AD9C81163}" destId="{133E0691-08FC-408B-A95D-F2B6C90B839C}"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43A06A-387D-4EC9-BE17-E6981C3E48F9}">
      <dsp:nvSpPr>
        <dsp:cNvPr id="0" name=""/>
        <dsp:cNvSpPr/>
      </dsp:nvSpPr>
      <dsp:spPr>
        <a:xfrm>
          <a:off x="0" y="460703"/>
          <a:ext cx="2417379" cy="1450427"/>
        </a:xfrm>
        <a:prstGeom prst="rect">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Font typeface="+mj-lt"/>
            <a:buNone/>
          </a:pPr>
          <a:r>
            <a:rPr lang="en-US" sz="2100" kern="1200" noProof="0" dirty="0"/>
            <a:t>wellness</a:t>
          </a:r>
          <a:endParaRPr lang="en-US" sz="2100" kern="1200" dirty="0"/>
        </a:p>
      </dsp:txBody>
      <dsp:txXfrm>
        <a:off x="0" y="460703"/>
        <a:ext cx="2417379" cy="1450427"/>
      </dsp:txXfrm>
    </dsp:sp>
    <dsp:sp modelId="{F43B566C-106A-4AE4-8120-48300694CA9D}">
      <dsp:nvSpPr>
        <dsp:cNvPr id="0" name=""/>
        <dsp:cNvSpPr/>
      </dsp:nvSpPr>
      <dsp:spPr>
        <a:xfrm>
          <a:off x="2659117" y="460703"/>
          <a:ext cx="2417379" cy="1450427"/>
        </a:xfrm>
        <a:prstGeom prst="rect">
          <a:avLst/>
        </a:prstGeom>
        <a:solidFill>
          <a:schemeClr val="accent3">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noProof="0"/>
            <a:t>continuing education</a:t>
          </a:r>
          <a:endParaRPr lang="en-US" sz="2100" kern="1200" noProof="0" dirty="0"/>
        </a:p>
      </dsp:txBody>
      <dsp:txXfrm>
        <a:off x="2659117" y="460703"/>
        <a:ext cx="2417379" cy="1450427"/>
      </dsp:txXfrm>
    </dsp:sp>
    <dsp:sp modelId="{CAFA577B-9C76-4B18-A2A5-51B16781FC38}">
      <dsp:nvSpPr>
        <dsp:cNvPr id="0" name=""/>
        <dsp:cNvSpPr/>
      </dsp:nvSpPr>
      <dsp:spPr>
        <a:xfrm>
          <a:off x="5318234" y="460703"/>
          <a:ext cx="2417379" cy="1450427"/>
        </a:xfrm>
        <a:prstGeom prst="rect">
          <a:avLst/>
        </a:prstGeom>
        <a:solidFill>
          <a:schemeClr val="accent4">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noProof="0"/>
            <a:t>peer supervision and consultation</a:t>
          </a:r>
          <a:endParaRPr lang="en-US" sz="2100" kern="1200" noProof="0" dirty="0"/>
        </a:p>
      </dsp:txBody>
      <dsp:txXfrm>
        <a:off x="5318234" y="460703"/>
        <a:ext cx="2417379" cy="1450427"/>
      </dsp:txXfrm>
    </dsp:sp>
    <dsp:sp modelId="{A536A22F-0ADC-4DA6-8F5D-0F4FAD4C8E03}">
      <dsp:nvSpPr>
        <dsp:cNvPr id="0" name=""/>
        <dsp:cNvSpPr/>
      </dsp:nvSpPr>
      <dsp:spPr>
        <a:xfrm>
          <a:off x="1329558" y="2152868"/>
          <a:ext cx="2417379" cy="1450427"/>
        </a:xfrm>
        <a:prstGeom prst="rect">
          <a:avLst/>
        </a:prstGeom>
        <a:solidFill>
          <a:schemeClr val="accent5">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noProof="0"/>
            <a:t>ethical decision-making models</a:t>
          </a:r>
          <a:endParaRPr lang="en-US" sz="2100" kern="1200" noProof="0" dirty="0"/>
        </a:p>
      </dsp:txBody>
      <dsp:txXfrm>
        <a:off x="1329558" y="2152868"/>
        <a:ext cx="2417379" cy="1450427"/>
      </dsp:txXfrm>
    </dsp:sp>
    <dsp:sp modelId="{C3B5B62F-1258-40E2-9D97-027836514C27}">
      <dsp:nvSpPr>
        <dsp:cNvPr id="0" name=""/>
        <dsp:cNvSpPr/>
      </dsp:nvSpPr>
      <dsp:spPr>
        <a:xfrm>
          <a:off x="3988675" y="2152868"/>
          <a:ext cx="2417379" cy="1450427"/>
        </a:xfrm>
        <a:prstGeom prst="rect">
          <a:avLst/>
        </a:prstGeom>
        <a:solidFill>
          <a:schemeClr val="accent6">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noProof="0"/>
            <a:t>an understanding of federal laws and state laws applicable to crisis intervention</a:t>
          </a:r>
          <a:endParaRPr lang="en-US" sz="2100" kern="1200" noProof="0" dirty="0"/>
        </a:p>
      </dsp:txBody>
      <dsp:txXfrm>
        <a:off x="3988675" y="2152868"/>
        <a:ext cx="2417379" cy="14504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1F11BD-DBE0-4676-A61E-C0D42CC7D83A}">
      <dsp:nvSpPr>
        <dsp:cNvPr id="0" name=""/>
        <dsp:cNvSpPr/>
      </dsp:nvSpPr>
      <dsp:spPr>
        <a:xfrm>
          <a:off x="2143" y="331787"/>
          <a:ext cx="1700212" cy="1020127"/>
        </a:xfrm>
        <a:prstGeom prst="rect">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Font typeface="+mj-lt"/>
            <a:buNone/>
          </a:pPr>
          <a:r>
            <a:rPr lang="en-US" sz="1700" kern="1200" noProof="0" dirty="0"/>
            <a:t>discussing cases with colleagues</a:t>
          </a:r>
          <a:endParaRPr lang="en-US" sz="1700" kern="1200" dirty="0"/>
        </a:p>
      </dsp:txBody>
      <dsp:txXfrm>
        <a:off x="2143" y="331787"/>
        <a:ext cx="1700212" cy="1020127"/>
      </dsp:txXfrm>
    </dsp:sp>
    <dsp:sp modelId="{01DAF60D-0CF9-4D08-BC62-3E770F6E865E}">
      <dsp:nvSpPr>
        <dsp:cNvPr id="0" name=""/>
        <dsp:cNvSpPr/>
      </dsp:nvSpPr>
      <dsp:spPr>
        <a:xfrm>
          <a:off x="1872376" y="331787"/>
          <a:ext cx="1700212" cy="1020127"/>
        </a:xfrm>
        <a:prstGeom prst="rect">
          <a:avLst/>
        </a:prstGeom>
        <a:solidFill>
          <a:schemeClr val="accent2">
            <a:hueOff val="415877"/>
            <a:satOff val="590"/>
            <a:lumOff val="2026"/>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noProof="0"/>
            <a:t>attending workshops</a:t>
          </a:r>
          <a:endParaRPr lang="en-US" sz="1700" kern="1200" noProof="0" dirty="0"/>
        </a:p>
      </dsp:txBody>
      <dsp:txXfrm>
        <a:off x="1872376" y="331787"/>
        <a:ext cx="1700212" cy="1020127"/>
      </dsp:txXfrm>
    </dsp:sp>
    <dsp:sp modelId="{4A387F05-650F-4656-90EB-E2C0A00AE79A}">
      <dsp:nvSpPr>
        <dsp:cNvPr id="0" name=""/>
        <dsp:cNvSpPr/>
      </dsp:nvSpPr>
      <dsp:spPr>
        <a:xfrm>
          <a:off x="3742610" y="331787"/>
          <a:ext cx="1700212" cy="1020127"/>
        </a:xfrm>
        <a:prstGeom prst="rect">
          <a:avLst/>
        </a:prstGeom>
        <a:solidFill>
          <a:schemeClr val="accent2">
            <a:hueOff val="831755"/>
            <a:satOff val="1180"/>
            <a:lumOff val="4052"/>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noProof="0"/>
            <a:t>spending time with family or friends</a:t>
          </a:r>
          <a:endParaRPr lang="en-US" sz="1700" kern="1200" noProof="0" dirty="0"/>
        </a:p>
      </dsp:txBody>
      <dsp:txXfrm>
        <a:off x="3742610" y="331787"/>
        <a:ext cx="1700212" cy="1020127"/>
      </dsp:txXfrm>
    </dsp:sp>
    <dsp:sp modelId="{A7754A63-EB8E-46CF-A61B-EB8EF33D20AB}">
      <dsp:nvSpPr>
        <dsp:cNvPr id="0" name=""/>
        <dsp:cNvSpPr/>
      </dsp:nvSpPr>
      <dsp:spPr>
        <a:xfrm>
          <a:off x="5612844" y="331787"/>
          <a:ext cx="1700212" cy="1020127"/>
        </a:xfrm>
        <a:prstGeom prst="rect">
          <a:avLst/>
        </a:prstGeom>
        <a:solidFill>
          <a:schemeClr val="accent2">
            <a:hueOff val="1247632"/>
            <a:satOff val="1769"/>
            <a:lumOff val="6078"/>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noProof="0"/>
            <a:t>travel, leisure time, hobbies, and movies</a:t>
          </a:r>
          <a:endParaRPr lang="en-US" sz="1700" kern="1200" noProof="0" dirty="0"/>
        </a:p>
      </dsp:txBody>
      <dsp:txXfrm>
        <a:off x="5612844" y="331787"/>
        <a:ext cx="1700212" cy="1020127"/>
      </dsp:txXfrm>
    </dsp:sp>
    <dsp:sp modelId="{9210EC21-5F17-4EE9-B98A-06B3BB3C175D}">
      <dsp:nvSpPr>
        <dsp:cNvPr id="0" name=""/>
        <dsp:cNvSpPr/>
      </dsp:nvSpPr>
      <dsp:spPr>
        <a:xfrm>
          <a:off x="2143" y="1521936"/>
          <a:ext cx="1700212" cy="1020127"/>
        </a:xfrm>
        <a:prstGeom prst="rect">
          <a:avLst/>
        </a:prstGeom>
        <a:solidFill>
          <a:schemeClr val="accent2">
            <a:hueOff val="1663510"/>
            <a:satOff val="2359"/>
            <a:lumOff val="8104"/>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noProof="0"/>
            <a:t>talking with colleagues between sessions</a:t>
          </a:r>
          <a:endParaRPr lang="en-US" sz="1700" kern="1200" noProof="0" dirty="0"/>
        </a:p>
      </dsp:txBody>
      <dsp:txXfrm>
        <a:off x="2143" y="1521936"/>
        <a:ext cx="1700212" cy="1020127"/>
      </dsp:txXfrm>
    </dsp:sp>
    <dsp:sp modelId="{EEE3BD54-77D7-4DDC-8D70-72CE5E06EE7C}">
      <dsp:nvSpPr>
        <dsp:cNvPr id="0" name=""/>
        <dsp:cNvSpPr/>
      </dsp:nvSpPr>
      <dsp:spPr>
        <a:xfrm>
          <a:off x="1872376" y="1521936"/>
          <a:ext cx="1700212" cy="1020127"/>
        </a:xfrm>
        <a:prstGeom prst="rect">
          <a:avLst/>
        </a:prstGeom>
        <a:solidFill>
          <a:schemeClr val="accent2">
            <a:hueOff val="2079387"/>
            <a:satOff val="2949"/>
            <a:lumOff val="10131"/>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noProof="0"/>
            <a:t>socializing</a:t>
          </a:r>
          <a:endParaRPr lang="en-US" sz="1700" kern="1200" noProof="0" dirty="0"/>
        </a:p>
      </dsp:txBody>
      <dsp:txXfrm>
        <a:off x="1872376" y="1521936"/>
        <a:ext cx="1700212" cy="1020127"/>
      </dsp:txXfrm>
    </dsp:sp>
    <dsp:sp modelId="{FCD01295-9888-431B-8DD5-7E066ECB1398}">
      <dsp:nvSpPr>
        <dsp:cNvPr id="0" name=""/>
        <dsp:cNvSpPr/>
      </dsp:nvSpPr>
      <dsp:spPr>
        <a:xfrm>
          <a:off x="3742610" y="1521936"/>
          <a:ext cx="1700212" cy="1020127"/>
        </a:xfrm>
        <a:prstGeom prst="rect">
          <a:avLst/>
        </a:prstGeom>
        <a:solidFill>
          <a:schemeClr val="accent2">
            <a:hueOff val="2495265"/>
            <a:satOff val="3539"/>
            <a:lumOff val="12157"/>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noProof="0"/>
            <a:t>exercising</a:t>
          </a:r>
          <a:endParaRPr lang="en-US" sz="1700" kern="1200" noProof="0" dirty="0"/>
        </a:p>
      </dsp:txBody>
      <dsp:txXfrm>
        <a:off x="3742610" y="1521936"/>
        <a:ext cx="1700212" cy="1020127"/>
      </dsp:txXfrm>
    </dsp:sp>
    <dsp:sp modelId="{9AEBF9D0-14D1-4BB0-9246-35BDB5A07BEA}">
      <dsp:nvSpPr>
        <dsp:cNvPr id="0" name=""/>
        <dsp:cNvSpPr/>
      </dsp:nvSpPr>
      <dsp:spPr>
        <a:xfrm>
          <a:off x="5612844" y="1521936"/>
          <a:ext cx="1700212" cy="1020127"/>
        </a:xfrm>
        <a:prstGeom prst="rect">
          <a:avLst/>
        </a:prstGeom>
        <a:solidFill>
          <a:schemeClr val="accent2">
            <a:hueOff val="2911142"/>
            <a:satOff val="4128"/>
            <a:lumOff val="14183"/>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noProof="0"/>
            <a:t>limiting caseloads</a:t>
          </a:r>
          <a:endParaRPr lang="en-US" sz="1700" kern="1200" noProof="0" dirty="0"/>
        </a:p>
      </dsp:txBody>
      <dsp:txXfrm>
        <a:off x="5612844" y="1521936"/>
        <a:ext cx="1700212" cy="1020127"/>
      </dsp:txXfrm>
    </dsp:sp>
    <dsp:sp modelId="{5883E51B-0C28-43B7-9443-B611B8857D54}">
      <dsp:nvSpPr>
        <dsp:cNvPr id="0" name=""/>
        <dsp:cNvSpPr/>
      </dsp:nvSpPr>
      <dsp:spPr>
        <a:xfrm>
          <a:off x="1872376" y="2712085"/>
          <a:ext cx="1700212" cy="1020127"/>
        </a:xfrm>
        <a:prstGeom prst="rect">
          <a:avLst/>
        </a:prstGeom>
        <a:solidFill>
          <a:schemeClr val="accent2">
            <a:hueOff val="3327020"/>
            <a:satOff val="4718"/>
            <a:lumOff val="16209"/>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noProof="0"/>
            <a:t>developing one’s spiritual life</a:t>
          </a:r>
          <a:endParaRPr lang="en-US" sz="1700" kern="1200" noProof="0" dirty="0"/>
        </a:p>
      </dsp:txBody>
      <dsp:txXfrm>
        <a:off x="1872376" y="2712085"/>
        <a:ext cx="1700212" cy="1020127"/>
      </dsp:txXfrm>
    </dsp:sp>
    <dsp:sp modelId="{A1724CBC-59CF-45F7-81BC-3ABD0314681E}">
      <dsp:nvSpPr>
        <dsp:cNvPr id="0" name=""/>
        <dsp:cNvSpPr/>
      </dsp:nvSpPr>
      <dsp:spPr>
        <a:xfrm>
          <a:off x="3742610" y="2712085"/>
          <a:ext cx="1700212" cy="1020127"/>
        </a:xfrm>
        <a:prstGeom prst="rect">
          <a:avLst/>
        </a:prstGeom>
        <a:solidFill>
          <a:schemeClr val="accent2">
            <a:hueOff val="3742897"/>
            <a:satOff val="5308"/>
            <a:lumOff val="18235"/>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noProof="0"/>
            <a:t>receiving supervision</a:t>
          </a:r>
          <a:endParaRPr lang="en-US" sz="1700" kern="1200" noProof="0" dirty="0"/>
        </a:p>
      </dsp:txBody>
      <dsp:txXfrm>
        <a:off x="3742610" y="2712085"/>
        <a:ext cx="1700212" cy="10201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6D4209-D342-4766-8C3F-DA33078A4AC7}">
      <dsp:nvSpPr>
        <dsp:cNvPr id="0" name=""/>
        <dsp:cNvSpPr/>
      </dsp:nvSpPr>
      <dsp:spPr>
        <a:xfrm>
          <a:off x="1536192" y="1437"/>
          <a:ext cx="6144768" cy="416383"/>
        </a:xfrm>
        <a:prstGeom prst="rect">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9226" tIns="105762" rIns="119226" bIns="105762" numCol="1" spcCol="1270" anchor="ctr" anchorCtr="0">
          <a:noAutofit/>
        </a:bodyPr>
        <a:lstStyle/>
        <a:p>
          <a:pPr marL="0" lvl="0" indent="0" algn="l" defTabSz="666750">
            <a:lnSpc>
              <a:spcPct val="90000"/>
            </a:lnSpc>
            <a:spcBef>
              <a:spcPct val="0"/>
            </a:spcBef>
            <a:spcAft>
              <a:spcPct val="35000"/>
            </a:spcAft>
            <a:buNone/>
          </a:pPr>
          <a:r>
            <a:rPr lang="en-US" sz="1500" kern="1200"/>
            <a:t>identify the problem</a:t>
          </a:r>
        </a:p>
      </dsp:txBody>
      <dsp:txXfrm>
        <a:off x="1536192" y="1437"/>
        <a:ext cx="6144768" cy="416383"/>
      </dsp:txXfrm>
    </dsp:sp>
    <dsp:sp modelId="{B83069F7-059A-4793-A18E-4160D8DBBC7A}">
      <dsp:nvSpPr>
        <dsp:cNvPr id="0" name=""/>
        <dsp:cNvSpPr/>
      </dsp:nvSpPr>
      <dsp:spPr>
        <a:xfrm>
          <a:off x="0" y="1437"/>
          <a:ext cx="1536192" cy="416383"/>
        </a:xfrm>
        <a:prstGeom prst="rect">
          <a:avLst/>
        </a:prstGeom>
        <a:solidFill>
          <a:schemeClr val="l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1290" tIns="41129" rIns="81290" bIns="41129" numCol="1" spcCol="1270" anchor="ctr" anchorCtr="0">
          <a:noAutofit/>
        </a:bodyPr>
        <a:lstStyle/>
        <a:p>
          <a:pPr marL="0" lvl="0" indent="0" algn="ctr" defTabSz="844550">
            <a:lnSpc>
              <a:spcPct val="90000"/>
            </a:lnSpc>
            <a:spcBef>
              <a:spcPct val="0"/>
            </a:spcBef>
            <a:spcAft>
              <a:spcPct val="35000"/>
            </a:spcAft>
            <a:buNone/>
          </a:pPr>
          <a:r>
            <a:rPr lang="en-US" sz="1900" kern="1200"/>
            <a:t>Identify</a:t>
          </a:r>
        </a:p>
      </dsp:txBody>
      <dsp:txXfrm>
        <a:off x="0" y="1437"/>
        <a:ext cx="1536192" cy="416383"/>
      </dsp:txXfrm>
    </dsp:sp>
    <dsp:sp modelId="{07DBBF3B-46AF-4D43-9C2E-3811807BAF2A}">
      <dsp:nvSpPr>
        <dsp:cNvPr id="0" name=""/>
        <dsp:cNvSpPr/>
      </dsp:nvSpPr>
      <dsp:spPr>
        <a:xfrm>
          <a:off x="1536192" y="442804"/>
          <a:ext cx="6144768" cy="416383"/>
        </a:xfrm>
        <a:prstGeom prst="rect">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9226" tIns="105762" rIns="119226" bIns="105762" numCol="1" spcCol="1270" anchor="ctr" anchorCtr="0">
          <a:noAutofit/>
        </a:bodyPr>
        <a:lstStyle/>
        <a:p>
          <a:pPr marL="0" lvl="0" indent="0" algn="l" defTabSz="666750">
            <a:lnSpc>
              <a:spcPct val="90000"/>
            </a:lnSpc>
            <a:spcBef>
              <a:spcPct val="0"/>
            </a:spcBef>
            <a:spcAft>
              <a:spcPct val="35000"/>
            </a:spcAft>
            <a:buNone/>
          </a:pPr>
          <a:r>
            <a:rPr lang="en-US" sz="1500" kern="1200" dirty="0"/>
            <a:t>apply the ACA Code of Ethics and laws</a:t>
          </a:r>
        </a:p>
      </dsp:txBody>
      <dsp:txXfrm>
        <a:off x="1536192" y="442804"/>
        <a:ext cx="6144768" cy="416383"/>
      </dsp:txXfrm>
    </dsp:sp>
    <dsp:sp modelId="{77A6010F-C8E3-448E-9732-C34D4B2DDB4C}">
      <dsp:nvSpPr>
        <dsp:cNvPr id="0" name=""/>
        <dsp:cNvSpPr/>
      </dsp:nvSpPr>
      <dsp:spPr>
        <a:xfrm>
          <a:off x="0" y="442804"/>
          <a:ext cx="1536192" cy="416383"/>
        </a:xfrm>
        <a:prstGeom prst="rect">
          <a:avLst/>
        </a:prstGeom>
        <a:solidFill>
          <a:schemeClr val="l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1290" tIns="41129" rIns="81290" bIns="41129" numCol="1" spcCol="1270" anchor="ctr" anchorCtr="0">
          <a:noAutofit/>
        </a:bodyPr>
        <a:lstStyle/>
        <a:p>
          <a:pPr marL="0" lvl="0" indent="0" algn="ctr" defTabSz="844550">
            <a:lnSpc>
              <a:spcPct val="90000"/>
            </a:lnSpc>
            <a:spcBef>
              <a:spcPct val="0"/>
            </a:spcBef>
            <a:spcAft>
              <a:spcPct val="35000"/>
            </a:spcAft>
            <a:buNone/>
          </a:pPr>
          <a:r>
            <a:rPr lang="en-US" sz="1900" kern="1200"/>
            <a:t>Apply</a:t>
          </a:r>
        </a:p>
      </dsp:txBody>
      <dsp:txXfrm>
        <a:off x="0" y="442804"/>
        <a:ext cx="1536192" cy="416383"/>
      </dsp:txXfrm>
    </dsp:sp>
    <dsp:sp modelId="{A0061C39-D028-4CC9-A575-FA8F24E7DE2A}">
      <dsp:nvSpPr>
        <dsp:cNvPr id="0" name=""/>
        <dsp:cNvSpPr/>
      </dsp:nvSpPr>
      <dsp:spPr>
        <a:xfrm>
          <a:off x="1536192" y="884171"/>
          <a:ext cx="6144768" cy="416383"/>
        </a:xfrm>
        <a:prstGeom prst="rect">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9226" tIns="105762" rIns="119226" bIns="105762" numCol="1" spcCol="1270" anchor="ctr" anchorCtr="0">
          <a:noAutofit/>
        </a:bodyPr>
        <a:lstStyle/>
        <a:p>
          <a:pPr marL="0" lvl="0" indent="0" algn="l" defTabSz="666750">
            <a:lnSpc>
              <a:spcPct val="90000"/>
            </a:lnSpc>
            <a:spcBef>
              <a:spcPct val="0"/>
            </a:spcBef>
            <a:spcAft>
              <a:spcPct val="35000"/>
            </a:spcAft>
            <a:buNone/>
          </a:pPr>
          <a:r>
            <a:rPr lang="en-US" sz="1500" kern="1200"/>
            <a:t>establish the parameters of the dilemma</a:t>
          </a:r>
        </a:p>
      </dsp:txBody>
      <dsp:txXfrm>
        <a:off x="1536192" y="884171"/>
        <a:ext cx="6144768" cy="416383"/>
      </dsp:txXfrm>
    </dsp:sp>
    <dsp:sp modelId="{E17EBB3A-B825-48B8-AB45-4F73D0F96BC9}">
      <dsp:nvSpPr>
        <dsp:cNvPr id="0" name=""/>
        <dsp:cNvSpPr/>
      </dsp:nvSpPr>
      <dsp:spPr>
        <a:xfrm>
          <a:off x="0" y="884171"/>
          <a:ext cx="1536192" cy="416383"/>
        </a:xfrm>
        <a:prstGeom prst="rect">
          <a:avLst/>
        </a:prstGeom>
        <a:solidFill>
          <a:schemeClr val="l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1290" tIns="41129" rIns="81290" bIns="41129" numCol="1" spcCol="1270" anchor="ctr" anchorCtr="0">
          <a:noAutofit/>
        </a:bodyPr>
        <a:lstStyle/>
        <a:p>
          <a:pPr marL="0" lvl="0" indent="0" algn="ctr" defTabSz="844550">
            <a:lnSpc>
              <a:spcPct val="90000"/>
            </a:lnSpc>
            <a:spcBef>
              <a:spcPct val="0"/>
            </a:spcBef>
            <a:spcAft>
              <a:spcPct val="35000"/>
            </a:spcAft>
            <a:buNone/>
          </a:pPr>
          <a:r>
            <a:rPr lang="en-US" sz="1900" kern="1200"/>
            <a:t>Establish</a:t>
          </a:r>
        </a:p>
      </dsp:txBody>
      <dsp:txXfrm>
        <a:off x="0" y="884171"/>
        <a:ext cx="1536192" cy="416383"/>
      </dsp:txXfrm>
    </dsp:sp>
    <dsp:sp modelId="{F07CD28B-5322-48F2-B49F-F6EF60F3E27D}">
      <dsp:nvSpPr>
        <dsp:cNvPr id="0" name=""/>
        <dsp:cNvSpPr/>
      </dsp:nvSpPr>
      <dsp:spPr>
        <a:xfrm>
          <a:off x="1536192" y="1325538"/>
          <a:ext cx="6144768" cy="416383"/>
        </a:xfrm>
        <a:prstGeom prst="rect">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9226" tIns="105762" rIns="119226" bIns="105762" numCol="1" spcCol="1270" anchor="ctr" anchorCtr="0">
          <a:noAutofit/>
        </a:bodyPr>
        <a:lstStyle/>
        <a:p>
          <a:pPr marL="0" lvl="0" indent="0" algn="l" defTabSz="666750">
            <a:lnSpc>
              <a:spcPct val="90000"/>
            </a:lnSpc>
            <a:spcBef>
              <a:spcPct val="0"/>
            </a:spcBef>
            <a:spcAft>
              <a:spcPct val="35000"/>
            </a:spcAft>
            <a:buNone/>
          </a:pPr>
          <a:r>
            <a:rPr lang="en-US" sz="1500" kern="1200"/>
            <a:t>generate all possible courses of action</a:t>
          </a:r>
        </a:p>
      </dsp:txBody>
      <dsp:txXfrm>
        <a:off x="1536192" y="1325538"/>
        <a:ext cx="6144768" cy="416383"/>
      </dsp:txXfrm>
    </dsp:sp>
    <dsp:sp modelId="{069FEB44-0C79-4757-9E7A-589D3C3FF914}">
      <dsp:nvSpPr>
        <dsp:cNvPr id="0" name=""/>
        <dsp:cNvSpPr/>
      </dsp:nvSpPr>
      <dsp:spPr>
        <a:xfrm>
          <a:off x="0" y="1325538"/>
          <a:ext cx="1536192" cy="416383"/>
        </a:xfrm>
        <a:prstGeom prst="rect">
          <a:avLst/>
        </a:prstGeom>
        <a:solidFill>
          <a:schemeClr val="l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1290" tIns="41129" rIns="81290" bIns="41129" numCol="1" spcCol="1270" anchor="ctr" anchorCtr="0">
          <a:noAutofit/>
        </a:bodyPr>
        <a:lstStyle/>
        <a:p>
          <a:pPr marL="0" lvl="0" indent="0" algn="ctr" defTabSz="844550">
            <a:lnSpc>
              <a:spcPct val="90000"/>
            </a:lnSpc>
            <a:spcBef>
              <a:spcPct val="0"/>
            </a:spcBef>
            <a:spcAft>
              <a:spcPct val="35000"/>
            </a:spcAft>
            <a:buNone/>
          </a:pPr>
          <a:r>
            <a:rPr lang="en-US" sz="1900" kern="1200"/>
            <a:t>Generate</a:t>
          </a:r>
        </a:p>
      </dsp:txBody>
      <dsp:txXfrm>
        <a:off x="0" y="1325538"/>
        <a:ext cx="1536192" cy="416383"/>
      </dsp:txXfrm>
    </dsp:sp>
    <dsp:sp modelId="{E3906A57-1276-46DE-AAC2-1FE52D038DC1}">
      <dsp:nvSpPr>
        <dsp:cNvPr id="0" name=""/>
        <dsp:cNvSpPr/>
      </dsp:nvSpPr>
      <dsp:spPr>
        <a:xfrm>
          <a:off x="1536192" y="1766905"/>
          <a:ext cx="6144768" cy="416383"/>
        </a:xfrm>
        <a:prstGeom prst="rect">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9226" tIns="105762" rIns="119226" bIns="105762" numCol="1" spcCol="1270" anchor="ctr" anchorCtr="0">
          <a:noAutofit/>
        </a:bodyPr>
        <a:lstStyle/>
        <a:p>
          <a:pPr marL="0" lvl="0" indent="0" algn="l" defTabSz="666750">
            <a:lnSpc>
              <a:spcPct val="90000"/>
            </a:lnSpc>
            <a:spcBef>
              <a:spcPct val="0"/>
            </a:spcBef>
            <a:spcAft>
              <a:spcPct val="35000"/>
            </a:spcAft>
            <a:buNone/>
          </a:pPr>
          <a:r>
            <a:rPr lang="en-US" sz="1500" kern="1200"/>
            <a:t>consider the consequences of all options and select a course of action</a:t>
          </a:r>
        </a:p>
      </dsp:txBody>
      <dsp:txXfrm>
        <a:off x="1536192" y="1766905"/>
        <a:ext cx="6144768" cy="416383"/>
      </dsp:txXfrm>
    </dsp:sp>
    <dsp:sp modelId="{62234297-243D-41B0-B64E-05A3FCAB6EE5}">
      <dsp:nvSpPr>
        <dsp:cNvPr id="0" name=""/>
        <dsp:cNvSpPr/>
      </dsp:nvSpPr>
      <dsp:spPr>
        <a:xfrm>
          <a:off x="0" y="1766905"/>
          <a:ext cx="1536192" cy="416383"/>
        </a:xfrm>
        <a:prstGeom prst="rect">
          <a:avLst/>
        </a:prstGeom>
        <a:solidFill>
          <a:schemeClr val="l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1290" tIns="41129" rIns="81290" bIns="41129" numCol="1" spcCol="1270" anchor="ctr" anchorCtr="0">
          <a:noAutofit/>
        </a:bodyPr>
        <a:lstStyle/>
        <a:p>
          <a:pPr marL="0" lvl="0" indent="0" algn="ctr" defTabSz="844550">
            <a:lnSpc>
              <a:spcPct val="90000"/>
            </a:lnSpc>
            <a:spcBef>
              <a:spcPct val="0"/>
            </a:spcBef>
            <a:spcAft>
              <a:spcPct val="35000"/>
            </a:spcAft>
            <a:buNone/>
          </a:pPr>
          <a:r>
            <a:rPr lang="en-US" sz="1900" kern="1200"/>
            <a:t>Consider</a:t>
          </a:r>
        </a:p>
      </dsp:txBody>
      <dsp:txXfrm>
        <a:off x="0" y="1766905"/>
        <a:ext cx="1536192" cy="416383"/>
      </dsp:txXfrm>
    </dsp:sp>
    <dsp:sp modelId="{B2C6FB27-349E-4172-A43D-F8A954908C78}">
      <dsp:nvSpPr>
        <dsp:cNvPr id="0" name=""/>
        <dsp:cNvSpPr/>
      </dsp:nvSpPr>
      <dsp:spPr>
        <a:xfrm>
          <a:off x="1536192" y="2208272"/>
          <a:ext cx="6144768" cy="416383"/>
        </a:xfrm>
        <a:prstGeom prst="rect">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9226" tIns="105762" rIns="119226" bIns="105762" numCol="1" spcCol="1270" anchor="ctr" anchorCtr="0">
          <a:noAutofit/>
        </a:bodyPr>
        <a:lstStyle/>
        <a:p>
          <a:pPr marL="0" lvl="0" indent="0" algn="l" defTabSz="666750">
            <a:lnSpc>
              <a:spcPct val="90000"/>
            </a:lnSpc>
            <a:spcBef>
              <a:spcPct val="0"/>
            </a:spcBef>
            <a:spcAft>
              <a:spcPct val="35000"/>
            </a:spcAft>
            <a:buNone/>
          </a:pPr>
          <a:r>
            <a:rPr lang="en-US" sz="1500" kern="1200"/>
            <a:t>evaluate the course of action selected</a:t>
          </a:r>
        </a:p>
      </dsp:txBody>
      <dsp:txXfrm>
        <a:off x="1536192" y="2208272"/>
        <a:ext cx="6144768" cy="416383"/>
      </dsp:txXfrm>
    </dsp:sp>
    <dsp:sp modelId="{6C21E396-E215-4B22-ABFC-89279F1C4495}">
      <dsp:nvSpPr>
        <dsp:cNvPr id="0" name=""/>
        <dsp:cNvSpPr/>
      </dsp:nvSpPr>
      <dsp:spPr>
        <a:xfrm>
          <a:off x="0" y="2208272"/>
          <a:ext cx="1536192" cy="416383"/>
        </a:xfrm>
        <a:prstGeom prst="rect">
          <a:avLst/>
        </a:prstGeom>
        <a:solidFill>
          <a:schemeClr val="l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1290" tIns="41129" rIns="81290" bIns="41129" numCol="1" spcCol="1270" anchor="ctr" anchorCtr="0">
          <a:noAutofit/>
        </a:bodyPr>
        <a:lstStyle/>
        <a:p>
          <a:pPr marL="0" lvl="0" indent="0" algn="ctr" defTabSz="844550">
            <a:lnSpc>
              <a:spcPct val="90000"/>
            </a:lnSpc>
            <a:spcBef>
              <a:spcPct val="0"/>
            </a:spcBef>
            <a:spcAft>
              <a:spcPct val="35000"/>
            </a:spcAft>
            <a:buNone/>
          </a:pPr>
          <a:r>
            <a:rPr lang="en-US" sz="1900" kern="1200"/>
            <a:t>Evaluate</a:t>
          </a:r>
        </a:p>
      </dsp:txBody>
      <dsp:txXfrm>
        <a:off x="0" y="2208272"/>
        <a:ext cx="1536192" cy="416383"/>
      </dsp:txXfrm>
    </dsp:sp>
    <dsp:sp modelId="{719F2576-F7BA-4FBF-955B-DF9C579BB5DF}">
      <dsp:nvSpPr>
        <dsp:cNvPr id="0" name=""/>
        <dsp:cNvSpPr/>
      </dsp:nvSpPr>
      <dsp:spPr>
        <a:xfrm>
          <a:off x="1536192" y="2649639"/>
          <a:ext cx="6144768" cy="416383"/>
        </a:xfrm>
        <a:prstGeom prst="rect">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9226" tIns="105762" rIns="119226" bIns="105762" numCol="1" spcCol="1270" anchor="ctr" anchorCtr="0">
          <a:noAutofit/>
        </a:bodyPr>
        <a:lstStyle/>
        <a:p>
          <a:pPr marL="0" lvl="0" indent="0" algn="l" defTabSz="666750">
            <a:lnSpc>
              <a:spcPct val="90000"/>
            </a:lnSpc>
            <a:spcBef>
              <a:spcPct val="0"/>
            </a:spcBef>
            <a:spcAft>
              <a:spcPct val="35000"/>
            </a:spcAft>
            <a:buNone/>
          </a:pPr>
          <a:r>
            <a:rPr lang="en-US" sz="1500" kern="1200"/>
            <a:t>implement the course of action</a:t>
          </a:r>
        </a:p>
      </dsp:txBody>
      <dsp:txXfrm>
        <a:off x="1536192" y="2649639"/>
        <a:ext cx="6144768" cy="416383"/>
      </dsp:txXfrm>
    </dsp:sp>
    <dsp:sp modelId="{A4BB05CC-EC70-47B3-8D15-92DF4AFE5F91}">
      <dsp:nvSpPr>
        <dsp:cNvPr id="0" name=""/>
        <dsp:cNvSpPr/>
      </dsp:nvSpPr>
      <dsp:spPr>
        <a:xfrm>
          <a:off x="0" y="2649639"/>
          <a:ext cx="1536192" cy="416383"/>
        </a:xfrm>
        <a:prstGeom prst="rect">
          <a:avLst/>
        </a:prstGeom>
        <a:solidFill>
          <a:schemeClr val="l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1290" tIns="41129" rIns="81290" bIns="41129" numCol="1" spcCol="1270" anchor="ctr" anchorCtr="0">
          <a:noAutofit/>
        </a:bodyPr>
        <a:lstStyle/>
        <a:p>
          <a:pPr marL="0" lvl="0" indent="0" algn="ctr" defTabSz="844550">
            <a:lnSpc>
              <a:spcPct val="90000"/>
            </a:lnSpc>
            <a:spcBef>
              <a:spcPct val="0"/>
            </a:spcBef>
            <a:spcAft>
              <a:spcPct val="35000"/>
            </a:spcAft>
            <a:buNone/>
          </a:pPr>
          <a:r>
            <a:rPr lang="en-US" sz="1900" kern="1200"/>
            <a:t>Implement</a:t>
          </a:r>
        </a:p>
      </dsp:txBody>
      <dsp:txXfrm>
        <a:off x="0" y="2649639"/>
        <a:ext cx="1536192" cy="41638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0E73CB-B77A-4352-876C-6EA00CD183D9}">
      <dsp:nvSpPr>
        <dsp:cNvPr id="0" name=""/>
        <dsp:cNvSpPr/>
      </dsp:nvSpPr>
      <dsp:spPr>
        <a:xfrm>
          <a:off x="0" y="337315"/>
          <a:ext cx="8229600" cy="826875"/>
        </a:xfrm>
        <a:prstGeom prst="rect">
          <a:avLst/>
        </a:prstGeom>
        <a:solidFill>
          <a:schemeClr val="lt1">
            <a:alpha val="90000"/>
            <a:hueOff val="0"/>
            <a:satOff val="0"/>
            <a:lumOff val="0"/>
            <a:alphaOff val="0"/>
          </a:schemeClr>
        </a:solidFill>
        <a:ln w="2222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312420" rIns="638708"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noProof="0"/>
            <a:t>Uses an A-B-C-D-E worksheet that includes the steps of assessment, benefit, consequences and consultation, duty, and education.</a:t>
          </a:r>
          <a:endParaRPr lang="en-US" sz="1500" kern="1200" dirty="0"/>
        </a:p>
      </dsp:txBody>
      <dsp:txXfrm>
        <a:off x="0" y="337315"/>
        <a:ext cx="8229600" cy="826875"/>
      </dsp:txXfrm>
    </dsp:sp>
    <dsp:sp modelId="{054B0E43-BF0D-4946-94D9-3F4F4C60B2E5}">
      <dsp:nvSpPr>
        <dsp:cNvPr id="0" name=""/>
        <dsp:cNvSpPr/>
      </dsp:nvSpPr>
      <dsp:spPr>
        <a:xfrm>
          <a:off x="411480" y="115915"/>
          <a:ext cx="5760720" cy="442800"/>
        </a:xfrm>
        <a:prstGeom prst="roundRect">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66750">
            <a:lnSpc>
              <a:spcPct val="90000"/>
            </a:lnSpc>
            <a:spcBef>
              <a:spcPct val="0"/>
            </a:spcBef>
            <a:spcAft>
              <a:spcPct val="35000"/>
            </a:spcAft>
            <a:buNone/>
          </a:pPr>
          <a:r>
            <a:rPr lang="en-US" sz="1500" b="1" kern="1200" noProof="0"/>
            <a:t>Beneficence model</a:t>
          </a:r>
          <a:endParaRPr lang="en-US" sz="1500" kern="1200" dirty="0"/>
        </a:p>
      </dsp:txBody>
      <dsp:txXfrm>
        <a:off x="433096" y="137531"/>
        <a:ext cx="5717488" cy="399568"/>
      </dsp:txXfrm>
    </dsp:sp>
    <dsp:sp modelId="{5216FBFD-A9EF-4FB2-9DFA-F437A259D6F6}">
      <dsp:nvSpPr>
        <dsp:cNvPr id="0" name=""/>
        <dsp:cNvSpPr/>
      </dsp:nvSpPr>
      <dsp:spPr>
        <a:xfrm>
          <a:off x="0" y="1466590"/>
          <a:ext cx="8229600" cy="1015875"/>
        </a:xfrm>
        <a:prstGeom prst="rect">
          <a:avLst/>
        </a:prstGeom>
        <a:solidFill>
          <a:schemeClr val="lt1">
            <a:alpha val="90000"/>
            <a:hueOff val="0"/>
            <a:satOff val="0"/>
            <a:lumOff val="0"/>
            <a:alphaOff val="0"/>
          </a:schemeClr>
        </a:solidFill>
        <a:ln w="2222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312420" rIns="638708"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noProof="0"/>
            <a:t>Creates a gender-equal ethic that is based on nonsexist moral principles such as holistic, intuitive, emotional, compassionate, personal, and contextual processing styles. The model calls for involvement of the client at every stage of the decision-making process.</a:t>
          </a:r>
          <a:endParaRPr lang="en-US" sz="1500" kern="1200" noProof="0" dirty="0"/>
        </a:p>
      </dsp:txBody>
      <dsp:txXfrm>
        <a:off x="0" y="1466590"/>
        <a:ext cx="8229600" cy="1015875"/>
      </dsp:txXfrm>
    </dsp:sp>
    <dsp:sp modelId="{928169DD-0BA2-463E-A608-F82D788DF287}">
      <dsp:nvSpPr>
        <dsp:cNvPr id="0" name=""/>
        <dsp:cNvSpPr/>
      </dsp:nvSpPr>
      <dsp:spPr>
        <a:xfrm>
          <a:off x="411480" y="1245190"/>
          <a:ext cx="5760720" cy="442800"/>
        </a:xfrm>
        <a:prstGeom prst="roundRect">
          <a:avLst/>
        </a:prstGeom>
        <a:solidFill>
          <a:schemeClr val="accent3">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66750">
            <a:lnSpc>
              <a:spcPct val="90000"/>
            </a:lnSpc>
            <a:spcBef>
              <a:spcPct val="0"/>
            </a:spcBef>
            <a:spcAft>
              <a:spcPct val="35000"/>
            </a:spcAft>
            <a:buNone/>
          </a:pPr>
          <a:r>
            <a:rPr lang="en-US" sz="1500" b="1" kern="1200" noProof="0"/>
            <a:t>Feminist model</a:t>
          </a:r>
          <a:endParaRPr lang="en-US" sz="1500" kern="1200" noProof="0" dirty="0"/>
        </a:p>
      </dsp:txBody>
      <dsp:txXfrm>
        <a:off x="433096" y="1266806"/>
        <a:ext cx="5717488" cy="399568"/>
      </dsp:txXfrm>
    </dsp:sp>
    <dsp:sp modelId="{654C48F6-33F7-460E-8833-6DDABC61B4DC}">
      <dsp:nvSpPr>
        <dsp:cNvPr id="0" name=""/>
        <dsp:cNvSpPr/>
      </dsp:nvSpPr>
      <dsp:spPr>
        <a:xfrm>
          <a:off x="0" y="2784865"/>
          <a:ext cx="8229600" cy="826875"/>
        </a:xfrm>
        <a:prstGeom prst="rect">
          <a:avLst/>
        </a:prstGeom>
        <a:solidFill>
          <a:schemeClr val="lt1">
            <a:alpha val="90000"/>
            <a:hueOff val="0"/>
            <a:satOff val="0"/>
            <a:lumOff val="0"/>
            <a:alphaOff val="0"/>
          </a:schemeClr>
        </a:solidFill>
        <a:ln w="2222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312420" rIns="638708"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noProof="0"/>
            <a:t> Uses an interactive process that places the decision in the social context and involves negotiating, conceptualizing, and possibly arbitrating.</a:t>
          </a:r>
          <a:endParaRPr lang="en-US" sz="1500" kern="1200" noProof="0" dirty="0"/>
        </a:p>
      </dsp:txBody>
      <dsp:txXfrm>
        <a:off x="0" y="2784865"/>
        <a:ext cx="8229600" cy="826875"/>
      </dsp:txXfrm>
    </dsp:sp>
    <dsp:sp modelId="{D1C3063E-9F81-4EFF-BACA-2F4AB3B41DCF}">
      <dsp:nvSpPr>
        <dsp:cNvPr id="0" name=""/>
        <dsp:cNvSpPr/>
      </dsp:nvSpPr>
      <dsp:spPr>
        <a:xfrm>
          <a:off x="411480" y="2563466"/>
          <a:ext cx="5760720" cy="442800"/>
        </a:xfrm>
        <a:prstGeom prst="roundRect">
          <a:avLst/>
        </a:prstGeom>
        <a:solidFill>
          <a:schemeClr val="accent4">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66750">
            <a:lnSpc>
              <a:spcPct val="90000"/>
            </a:lnSpc>
            <a:spcBef>
              <a:spcPct val="0"/>
            </a:spcBef>
            <a:spcAft>
              <a:spcPct val="35000"/>
            </a:spcAft>
            <a:buNone/>
          </a:pPr>
          <a:r>
            <a:rPr lang="en-US" sz="1500" b="1" kern="1200" noProof="0"/>
            <a:t>Social constructionist model</a:t>
          </a:r>
          <a:endParaRPr lang="en-US" sz="1500" kern="1200" noProof="0" dirty="0"/>
        </a:p>
      </dsp:txBody>
      <dsp:txXfrm>
        <a:off x="433096" y="2585082"/>
        <a:ext cx="5717488" cy="399568"/>
      </dsp:txXfrm>
    </dsp:sp>
    <dsp:sp modelId="{240EE8F2-900C-4571-8C19-B6073C959D91}">
      <dsp:nvSpPr>
        <dsp:cNvPr id="0" name=""/>
        <dsp:cNvSpPr/>
      </dsp:nvSpPr>
      <dsp:spPr>
        <a:xfrm>
          <a:off x="0" y="3914141"/>
          <a:ext cx="8229600" cy="1015875"/>
        </a:xfrm>
        <a:prstGeom prst="rect">
          <a:avLst/>
        </a:prstGeom>
        <a:solidFill>
          <a:schemeClr val="lt1">
            <a:alpha val="90000"/>
            <a:hueOff val="0"/>
            <a:satOff val="0"/>
            <a:lumOff val="0"/>
            <a:alphaOff val="0"/>
          </a:schemeClr>
        </a:solidFill>
        <a:ln w="22225"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312420" rIns="638708"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noProof="0"/>
            <a:t>Includes cultural factors counselors can use in a variety of settings with client populations. It emphasizes principles that link all cultures, such as altruism, responsibility, justice, and caring.</a:t>
          </a:r>
          <a:endParaRPr lang="en-US" sz="1500" kern="1200" noProof="0" dirty="0"/>
        </a:p>
      </dsp:txBody>
      <dsp:txXfrm>
        <a:off x="0" y="3914141"/>
        <a:ext cx="8229600" cy="1015875"/>
      </dsp:txXfrm>
    </dsp:sp>
    <dsp:sp modelId="{0CAF8892-DEF4-4345-ACA5-F4D9A6F4D052}">
      <dsp:nvSpPr>
        <dsp:cNvPr id="0" name=""/>
        <dsp:cNvSpPr/>
      </dsp:nvSpPr>
      <dsp:spPr>
        <a:xfrm>
          <a:off x="411480" y="3692741"/>
          <a:ext cx="5760720" cy="442800"/>
        </a:xfrm>
        <a:prstGeom prst="roundRect">
          <a:avLst/>
        </a:prstGeom>
        <a:solidFill>
          <a:schemeClr val="accent5">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66750">
            <a:lnSpc>
              <a:spcPct val="90000"/>
            </a:lnSpc>
            <a:spcBef>
              <a:spcPct val="0"/>
            </a:spcBef>
            <a:spcAft>
              <a:spcPct val="35000"/>
            </a:spcAft>
            <a:buNone/>
          </a:pPr>
          <a:r>
            <a:rPr lang="en-US" sz="1500" b="1" kern="1200" noProof="0" dirty="0"/>
            <a:t>Transcultural integrative model</a:t>
          </a:r>
          <a:endParaRPr lang="en-US" sz="1500" kern="1200" noProof="0" dirty="0"/>
        </a:p>
      </dsp:txBody>
      <dsp:txXfrm>
        <a:off x="433096" y="3714357"/>
        <a:ext cx="5717488" cy="39956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090082-8750-41D1-8A1D-94814E500B7F}">
      <dsp:nvSpPr>
        <dsp:cNvPr id="0" name=""/>
        <dsp:cNvSpPr/>
      </dsp:nvSpPr>
      <dsp:spPr>
        <a:xfrm>
          <a:off x="0" y="449"/>
          <a:ext cx="8272463" cy="105066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BEFF1E-F3C9-4CA2-9DF4-8DFEA19FED7A}">
      <dsp:nvSpPr>
        <dsp:cNvPr id="0" name=""/>
        <dsp:cNvSpPr/>
      </dsp:nvSpPr>
      <dsp:spPr>
        <a:xfrm>
          <a:off x="317827" y="236849"/>
          <a:ext cx="577867" cy="57786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B9A9BCA-33E6-4A9E-8A13-72B8B7F011E9}">
      <dsp:nvSpPr>
        <dsp:cNvPr id="0" name=""/>
        <dsp:cNvSpPr/>
      </dsp:nvSpPr>
      <dsp:spPr>
        <a:xfrm>
          <a:off x="1213522" y="449"/>
          <a:ext cx="7058940" cy="1050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96" tIns="111196" rIns="111196" bIns="111196" numCol="1" spcCol="1270" anchor="ctr" anchorCtr="0">
          <a:noAutofit/>
        </a:bodyPr>
        <a:lstStyle/>
        <a:p>
          <a:pPr marL="0" lvl="0" indent="0" algn="l" defTabSz="800100">
            <a:lnSpc>
              <a:spcPct val="90000"/>
            </a:lnSpc>
            <a:spcBef>
              <a:spcPct val="0"/>
            </a:spcBef>
            <a:spcAft>
              <a:spcPct val="35000"/>
            </a:spcAft>
            <a:buNone/>
          </a:pPr>
          <a:r>
            <a:rPr lang="en-US" sz="1800" b="0" i="0" kern="1200" dirty="0"/>
            <a:t>FERPA (20 U.S.C. § 1232g; 34 C F R Part 99) gives parents certain rights to their child’s educational records until the child is 18 years of age (an “eligible student”).</a:t>
          </a:r>
          <a:endParaRPr lang="en-US" sz="1800" kern="1200" dirty="0"/>
        </a:p>
      </dsp:txBody>
      <dsp:txXfrm>
        <a:off x="1213522" y="449"/>
        <a:ext cx="7058940" cy="1050668"/>
      </dsp:txXfrm>
    </dsp:sp>
    <dsp:sp modelId="{038E0EBE-0F65-49F0-A075-BD427BB3FC68}">
      <dsp:nvSpPr>
        <dsp:cNvPr id="0" name=""/>
        <dsp:cNvSpPr/>
      </dsp:nvSpPr>
      <dsp:spPr>
        <a:xfrm>
          <a:off x="0" y="1313784"/>
          <a:ext cx="8272463" cy="105066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5CE93A-2258-40CE-A297-1243AC217CF1}">
      <dsp:nvSpPr>
        <dsp:cNvPr id="0" name=""/>
        <dsp:cNvSpPr/>
      </dsp:nvSpPr>
      <dsp:spPr>
        <a:xfrm>
          <a:off x="317827" y="1550185"/>
          <a:ext cx="577867" cy="57786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1F4A72D-C4FE-4558-9D33-DB9CA208D016}">
      <dsp:nvSpPr>
        <dsp:cNvPr id="0" name=""/>
        <dsp:cNvSpPr/>
      </dsp:nvSpPr>
      <dsp:spPr>
        <a:xfrm>
          <a:off x="1213522" y="1313784"/>
          <a:ext cx="7058940" cy="1050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96" tIns="111196" rIns="111196" bIns="111196" numCol="1" spcCol="1270" anchor="ctr" anchorCtr="0">
          <a:noAutofit/>
        </a:bodyPr>
        <a:lstStyle/>
        <a:p>
          <a:pPr marL="0" lvl="0" indent="0" algn="l" defTabSz="800100">
            <a:lnSpc>
              <a:spcPct val="90000"/>
            </a:lnSpc>
            <a:spcBef>
              <a:spcPct val="0"/>
            </a:spcBef>
            <a:spcAft>
              <a:spcPct val="35000"/>
            </a:spcAft>
            <a:buNone/>
          </a:pPr>
          <a:r>
            <a:rPr lang="en-US" sz="1800" b="0" i="0" kern="1200"/>
            <a:t>A parent or an eligible student has the right to inspect and review the student’s educational records and request amends if they note inaccuracies. </a:t>
          </a:r>
          <a:endParaRPr lang="en-US" sz="1800" kern="1200"/>
        </a:p>
      </dsp:txBody>
      <dsp:txXfrm>
        <a:off x="1213522" y="1313784"/>
        <a:ext cx="7058940" cy="1050668"/>
      </dsp:txXfrm>
    </dsp:sp>
    <dsp:sp modelId="{2A54E170-CAAE-4ED3-ABD5-EF78E4CE5839}">
      <dsp:nvSpPr>
        <dsp:cNvPr id="0" name=""/>
        <dsp:cNvSpPr/>
      </dsp:nvSpPr>
      <dsp:spPr>
        <a:xfrm>
          <a:off x="0" y="2627120"/>
          <a:ext cx="8272463" cy="105066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0F0E9F-235E-480F-85A7-9A5BD67AB3BC}">
      <dsp:nvSpPr>
        <dsp:cNvPr id="0" name=""/>
        <dsp:cNvSpPr/>
      </dsp:nvSpPr>
      <dsp:spPr>
        <a:xfrm>
          <a:off x="317827" y="2863520"/>
          <a:ext cx="577867" cy="57786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EC66AA5-79BB-4BB9-A43E-3F895004EEFE}">
      <dsp:nvSpPr>
        <dsp:cNvPr id="0" name=""/>
        <dsp:cNvSpPr/>
      </dsp:nvSpPr>
      <dsp:spPr>
        <a:xfrm>
          <a:off x="1213522" y="2627120"/>
          <a:ext cx="7058940" cy="1050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96" tIns="111196" rIns="111196" bIns="111196" numCol="1" spcCol="1270" anchor="ctr" anchorCtr="0">
          <a:noAutofit/>
        </a:bodyPr>
        <a:lstStyle/>
        <a:p>
          <a:pPr marL="0" lvl="0" indent="0" algn="l" defTabSz="800100">
            <a:lnSpc>
              <a:spcPct val="90000"/>
            </a:lnSpc>
            <a:spcBef>
              <a:spcPct val="0"/>
            </a:spcBef>
            <a:spcAft>
              <a:spcPct val="35000"/>
            </a:spcAft>
            <a:buNone/>
          </a:pPr>
          <a:r>
            <a:rPr lang="en-US" sz="1800" b="0" i="0" kern="1200" dirty="0"/>
            <a:t>FERPA contains a provision that exempts certain personal records. Records that are exclusively in the possession of the counselor and are not revealed to others are excluded from FERPA (Elliott et al., 2014).</a:t>
          </a:r>
          <a:endParaRPr lang="en-US" sz="1800" kern="1200" dirty="0"/>
        </a:p>
      </dsp:txBody>
      <dsp:txXfrm>
        <a:off x="1213522" y="2627120"/>
        <a:ext cx="7058940" cy="105066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590FF4-3363-4E89-94D5-5EAFB36CB2C6}">
      <dsp:nvSpPr>
        <dsp:cNvPr id="0" name=""/>
        <dsp:cNvSpPr/>
      </dsp:nvSpPr>
      <dsp:spPr>
        <a:xfrm>
          <a:off x="0" y="1526"/>
          <a:ext cx="8272463" cy="77372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D8BCCA-5131-45E3-8940-38E60568C7DA}">
      <dsp:nvSpPr>
        <dsp:cNvPr id="0" name=""/>
        <dsp:cNvSpPr/>
      </dsp:nvSpPr>
      <dsp:spPr>
        <a:xfrm>
          <a:off x="234051" y="175614"/>
          <a:ext cx="425547" cy="4255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D6C8235-A10E-4F75-80FF-61892B30CD9E}">
      <dsp:nvSpPr>
        <dsp:cNvPr id="0" name=""/>
        <dsp:cNvSpPr/>
      </dsp:nvSpPr>
      <dsp:spPr>
        <a:xfrm>
          <a:off x="893650" y="1526"/>
          <a:ext cx="7378812" cy="773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886" tIns="81886" rIns="81886" bIns="81886" numCol="1" spcCol="1270" anchor="ctr" anchorCtr="0">
          <a:noAutofit/>
        </a:bodyPr>
        <a:lstStyle/>
        <a:p>
          <a:pPr marL="0" lvl="0" indent="0" algn="l" defTabSz="666750">
            <a:lnSpc>
              <a:spcPct val="90000"/>
            </a:lnSpc>
            <a:spcBef>
              <a:spcPct val="0"/>
            </a:spcBef>
            <a:spcAft>
              <a:spcPct val="35000"/>
            </a:spcAft>
            <a:buNone/>
          </a:pPr>
          <a:r>
            <a:rPr lang="en-US" sz="1500" b="0" i="0" kern="1200"/>
            <a:t>Counselors are encouraged to familiarize themselves with a variety of models of threat assessment.</a:t>
          </a:r>
          <a:endParaRPr lang="en-US" sz="1500" kern="1200"/>
        </a:p>
      </dsp:txBody>
      <dsp:txXfrm>
        <a:off x="893650" y="1526"/>
        <a:ext cx="7378812" cy="773723"/>
      </dsp:txXfrm>
    </dsp:sp>
    <dsp:sp modelId="{73309858-A36E-4DC2-9CB2-D8F1E5F3F926}">
      <dsp:nvSpPr>
        <dsp:cNvPr id="0" name=""/>
        <dsp:cNvSpPr/>
      </dsp:nvSpPr>
      <dsp:spPr>
        <a:xfrm>
          <a:off x="0" y="968680"/>
          <a:ext cx="8272463" cy="77372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DF4307-9895-4FF0-BC81-BAE77D28FBCD}">
      <dsp:nvSpPr>
        <dsp:cNvPr id="0" name=""/>
        <dsp:cNvSpPr/>
      </dsp:nvSpPr>
      <dsp:spPr>
        <a:xfrm>
          <a:off x="234051" y="1142768"/>
          <a:ext cx="425547" cy="4255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1D946AB-0318-4607-AD5F-1760E01B918B}">
      <dsp:nvSpPr>
        <dsp:cNvPr id="0" name=""/>
        <dsp:cNvSpPr/>
      </dsp:nvSpPr>
      <dsp:spPr>
        <a:xfrm>
          <a:off x="893650" y="968680"/>
          <a:ext cx="7378812" cy="773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886" tIns="81886" rIns="81886" bIns="81886" numCol="1" spcCol="1270" anchor="ctr" anchorCtr="0">
          <a:noAutofit/>
        </a:bodyPr>
        <a:lstStyle/>
        <a:p>
          <a:pPr marL="0" lvl="0" indent="0" algn="l" defTabSz="666750">
            <a:lnSpc>
              <a:spcPct val="90000"/>
            </a:lnSpc>
            <a:spcBef>
              <a:spcPct val="0"/>
            </a:spcBef>
            <a:spcAft>
              <a:spcPct val="35000"/>
            </a:spcAft>
            <a:buNone/>
          </a:pPr>
          <a:r>
            <a:rPr lang="en-US" sz="1500" b="0" i="0" kern="1200"/>
            <a:t>Threat assessment is the evaluation of the lethality of a threat through an examination of motive, risk factors, intent, and the means and ability to enact the threat.</a:t>
          </a:r>
          <a:endParaRPr lang="en-US" sz="1500" kern="1200"/>
        </a:p>
      </dsp:txBody>
      <dsp:txXfrm>
        <a:off x="893650" y="968680"/>
        <a:ext cx="7378812" cy="773723"/>
      </dsp:txXfrm>
    </dsp:sp>
    <dsp:sp modelId="{314B5A5B-832B-4CA0-AC9B-5E5A6735E4AE}">
      <dsp:nvSpPr>
        <dsp:cNvPr id="0" name=""/>
        <dsp:cNvSpPr/>
      </dsp:nvSpPr>
      <dsp:spPr>
        <a:xfrm>
          <a:off x="0" y="1935834"/>
          <a:ext cx="8272463" cy="77372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37A3BF-5B63-4A03-A258-08E6B52A712C}">
      <dsp:nvSpPr>
        <dsp:cNvPr id="0" name=""/>
        <dsp:cNvSpPr/>
      </dsp:nvSpPr>
      <dsp:spPr>
        <a:xfrm>
          <a:off x="234051" y="2109922"/>
          <a:ext cx="425547" cy="4255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40BEE3D-931C-4350-AB6B-BB71F4942996}">
      <dsp:nvSpPr>
        <dsp:cNvPr id="0" name=""/>
        <dsp:cNvSpPr/>
      </dsp:nvSpPr>
      <dsp:spPr>
        <a:xfrm>
          <a:off x="893650" y="1935834"/>
          <a:ext cx="7378812" cy="773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886" tIns="81886" rIns="81886" bIns="81886" numCol="1" spcCol="1270" anchor="ctr" anchorCtr="0">
          <a:noAutofit/>
        </a:bodyPr>
        <a:lstStyle/>
        <a:p>
          <a:pPr marL="0" lvl="0" indent="0" algn="l" defTabSz="666750">
            <a:lnSpc>
              <a:spcPct val="90000"/>
            </a:lnSpc>
            <a:spcBef>
              <a:spcPct val="0"/>
            </a:spcBef>
            <a:spcAft>
              <a:spcPct val="35000"/>
            </a:spcAft>
            <a:buNone/>
          </a:pPr>
          <a:r>
            <a:rPr lang="en-US" sz="1500" b="0" i="0" kern="1200"/>
            <a:t>When a client has overtly indicated intent to harm others or has indirectly exhibited predictors or behaviors of violence and harm to others, this constitutes a direct threat, and the counselor must assess the level of threat.</a:t>
          </a:r>
          <a:endParaRPr lang="en-US" sz="1500" kern="1200"/>
        </a:p>
      </dsp:txBody>
      <dsp:txXfrm>
        <a:off x="893650" y="1935834"/>
        <a:ext cx="7378812" cy="773723"/>
      </dsp:txXfrm>
    </dsp:sp>
    <dsp:sp modelId="{FF445CC2-A81C-4C6B-8A93-2DD149EA1D3F}">
      <dsp:nvSpPr>
        <dsp:cNvPr id="0" name=""/>
        <dsp:cNvSpPr/>
      </dsp:nvSpPr>
      <dsp:spPr>
        <a:xfrm>
          <a:off x="0" y="2902988"/>
          <a:ext cx="8272463" cy="77372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CE49AF-8C05-470C-B13D-15B909DA30B6}">
      <dsp:nvSpPr>
        <dsp:cNvPr id="0" name=""/>
        <dsp:cNvSpPr/>
      </dsp:nvSpPr>
      <dsp:spPr>
        <a:xfrm>
          <a:off x="234051" y="3077075"/>
          <a:ext cx="425547" cy="42554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3FC147E-F6ED-445D-B07A-CC99DEE535C4}">
      <dsp:nvSpPr>
        <dsp:cNvPr id="0" name=""/>
        <dsp:cNvSpPr/>
      </dsp:nvSpPr>
      <dsp:spPr>
        <a:xfrm>
          <a:off x="893650" y="2902988"/>
          <a:ext cx="7378812" cy="773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886" tIns="81886" rIns="81886" bIns="81886" numCol="1" spcCol="1270" anchor="ctr" anchorCtr="0">
          <a:noAutofit/>
        </a:bodyPr>
        <a:lstStyle/>
        <a:p>
          <a:pPr marL="0" lvl="0" indent="0" algn="l" defTabSz="666750">
            <a:lnSpc>
              <a:spcPct val="90000"/>
            </a:lnSpc>
            <a:spcBef>
              <a:spcPct val="0"/>
            </a:spcBef>
            <a:spcAft>
              <a:spcPct val="35000"/>
            </a:spcAft>
            <a:buNone/>
          </a:pPr>
          <a:r>
            <a:rPr lang="en-US" sz="1500" b="0" i="0" kern="1200"/>
            <a:t>The process of threat assessment must be conducted in an environment that will calm the client, facilitate the de-escalation of intense emotions, and assist in the attainment of precise information regarding the level of threat intent.</a:t>
          </a:r>
          <a:endParaRPr lang="en-US" sz="1500" kern="1200"/>
        </a:p>
      </dsp:txBody>
      <dsp:txXfrm>
        <a:off x="893650" y="2902988"/>
        <a:ext cx="7378812" cy="77372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506462-4B86-490F-99D4-99716D870106}">
      <dsp:nvSpPr>
        <dsp:cNvPr id="0" name=""/>
        <dsp:cNvSpPr/>
      </dsp:nvSpPr>
      <dsp:spPr>
        <a:xfrm>
          <a:off x="0" y="126795"/>
          <a:ext cx="5259278" cy="1079325"/>
        </a:xfrm>
        <a:prstGeom prst="round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kern="1200"/>
            <a:t>In a crisis or large-scale disaster, obtaining informed consent will rarely involve papers and a clipboard (American Red Cross, 2022). </a:t>
          </a:r>
          <a:endParaRPr lang="en-US" sz="1600" kern="1200"/>
        </a:p>
      </dsp:txBody>
      <dsp:txXfrm>
        <a:off x="52688" y="179483"/>
        <a:ext cx="5153902" cy="973949"/>
      </dsp:txXfrm>
    </dsp:sp>
    <dsp:sp modelId="{85C87868-50D1-491E-9D89-B75C29E9048D}">
      <dsp:nvSpPr>
        <dsp:cNvPr id="0" name=""/>
        <dsp:cNvSpPr/>
      </dsp:nvSpPr>
      <dsp:spPr>
        <a:xfrm>
          <a:off x="0" y="1252200"/>
          <a:ext cx="5259278" cy="1079325"/>
        </a:xfrm>
        <a:prstGeom prst="roundRect">
          <a:avLst/>
        </a:prstGeom>
        <a:gradFill rotWithShape="0">
          <a:gsLst>
            <a:gs pos="0">
              <a:schemeClr val="accent2">
                <a:hueOff val="1247632"/>
                <a:satOff val="1769"/>
                <a:lumOff val="6078"/>
                <a:alphaOff val="0"/>
                <a:tint val="98000"/>
                <a:lumMod val="110000"/>
              </a:schemeClr>
            </a:gs>
            <a:gs pos="84000">
              <a:schemeClr val="accent2">
                <a:hueOff val="1247632"/>
                <a:satOff val="1769"/>
                <a:lumOff val="6078"/>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kern="1200" dirty="0"/>
            <a:t>Counselors should introduce themselves, explain their role, describe the general limitations of confidentiality, and ask permission to speak with the client.</a:t>
          </a:r>
          <a:endParaRPr lang="en-US" sz="1600" kern="1200" dirty="0"/>
        </a:p>
      </dsp:txBody>
      <dsp:txXfrm>
        <a:off x="52688" y="1304888"/>
        <a:ext cx="5153902" cy="973949"/>
      </dsp:txXfrm>
    </dsp:sp>
    <dsp:sp modelId="{D242203C-AB1D-40D0-847F-85433AD17BBC}">
      <dsp:nvSpPr>
        <dsp:cNvPr id="0" name=""/>
        <dsp:cNvSpPr/>
      </dsp:nvSpPr>
      <dsp:spPr>
        <a:xfrm>
          <a:off x="0" y="2377605"/>
          <a:ext cx="5259278" cy="1079325"/>
        </a:xfrm>
        <a:prstGeom prst="roundRect">
          <a:avLst/>
        </a:prstGeom>
        <a:gradFill rotWithShape="0">
          <a:gsLst>
            <a:gs pos="0">
              <a:schemeClr val="accent2">
                <a:hueOff val="2495265"/>
                <a:satOff val="3539"/>
                <a:lumOff val="12157"/>
                <a:alphaOff val="0"/>
                <a:tint val="98000"/>
                <a:lumMod val="110000"/>
              </a:schemeClr>
            </a:gs>
            <a:gs pos="84000">
              <a:schemeClr val="accent2">
                <a:hueOff val="2495265"/>
                <a:satOff val="3539"/>
                <a:lumOff val="12157"/>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kern="1200"/>
            <a:t>If a crisis victim refuses intervention, the counselor should withdraw, offering to be available if future service is wanted.</a:t>
          </a:r>
          <a:endParaRPr lang="en-US" sz="1600" kern="1200"/>
        </a:p>
      </dsp:txBody>
      <dsp:txXfrm>
        <a:off x="52688" y="2430293"/>
        <a:ext cx="5153902" cy="973949"/>
      </dsp:txXfrm>
    </dsp:sp>
    <dsp:sp modelId="{BC4C10E7-F30E-4BB4-A9EF-47644FBF44E9}">
      <dsp:nvSpPr>
        <dsp:cNvPr id="0" name=""/>
        <dsp:cNvSpPr/>
      </dsp:nvSpPr>
      <dsp:spPr>
        <a:xfrm>
          <a:off x="0" y="3503010"/>
          <a:ext cx="5259278" cy="1079325"/>
        </a:xfrm>
        <a:prstGeom prst="roundRect">
          <a:avLst/>
        </a:prstGeom>
        <a:gradFill rotWithShape="0">
          <a:gsLst>
            <a:gs pos="0">
              <a:schemeClr val="accent2">
                <a:hueOff val="3742897"/>
                <a:satOff val="5308"/>
                <a:lumOff val="18235"/>
                <a:alphaOff val="0"/>
                <a:tint val="98000"/>
                <a:lumMod val="110000"/>
              </a:schemeClr>
            </a:gs>
            <a:gs pos="84000">
              <a:schemeClr val="accent2">
                <a:hueOff val="3742897"/>
                <a:satOff val="5308"/>
                <a:lumOff val="18235"/>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kern="1200"/>
            <a:t>If the client agrees to speak with the counselor, consent needs to be reassessed throughout the exchange and may be withdrawn at any point should the survivor elect to discontinue (American Red Cross, 2022).</a:t>
          </a:r>
          <a:endParaRPr lang="en-US" sz="1600" kern="1200"/>
        </a:p>
      </dsp:txBody>
      <dsp:txXfrm>
        <a:off x="52688" y="3555698"/>
        <a:ext cx="5153902" cy="97394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D36EC4-D43F-44A3-80AA-513AEF087525}">
      <dsp:nvSpPr>
        <dsp:cNvPr id="0" name=""/>
        <dsp:cNvSpPr/>
      </dsp:nvSpPr>
      <dsp:spPr>
        <a:xfrm>
          <a:off x="0" y="2299"/>
          <a:ext cx="5259278" cy="0"/>
        </a:xfrm>
        <a:prstGeom prst="line">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w="12700" cap="rnd" cmpd="sng" algn="ctr">
          <a:solidFill>
            <a:schemeClr val="accent2">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3">
          <a:scrgbClr r="0" g="0" b="0"/>
        </a:fillRef>
        <a:effectRef idx="2">
          <a:scrgbClr r="0" g="0" b="0"/>
        </a:effectRef>
        <a:fontRef idx="minor">
          <a:schemeClr val="lt1"/>
        </a:fontRef>
      </dsp:style>
    </dsp:sp>
    <dsp:sp modelId="{A6461278-59F4-4C3B-AA38-8A594E5C0570}">
      <dsp:nvSpPr>
        <dsp:cNvPr id="0" name=""/>
        <dsp:cNvSpPr/>
      </dsp:nvSpPr>
      <dsp:spPr>
        <a:xfrm>
          <a:off x="0" y="2299"/>
          <a:ext cx="5259278" cy="1568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0" i="0" kern="1200"/>
            <a:t>Often, clients may entertain ideas that tragedy has come about because of God’s wrath or disfavor. Counselors should be prepared to safely explore these concerns.</a:t>
          </a:r>
          <a:endParaRPr lang="en-US" sz="2000" kern="1200"/>
        </a:p>
      </dsp:txBody>
      <dsp:txXfrm>
        <a:off x="0" y="2299"/>
        <a:ext cx="5259278" cy="1568177"/>
      </dsp:txXfrm>
    </dsp:sp>
    <dsp:sp modelId="{61589B89-9D3E-40D6-AE92-D02BF0DDD206}">
      <dsp:nvSpPr>
        <dsp:cNvPr id="0" name=""/>
        <dsp:cNvSpPr/>
      </dsp:nvSpPr>
      <dsp:spPr>
        <a:xfrm>
          <a:off x="0" y="1570476"/>
          <a:ext cx="5259278" cy="0"/>
        </a:xfrm>
        <a:prstGeom prst="line">
          <a:avLst/>
        </a:prstGeom>
        <a:gradFill rotWithShape="0">
          <a:gsLst>
            <a:gs pos="0">
              <a:schemeClr val="accent2">
                <a:hueOff val="1871448"/>
                <a:satOff val="2654"/>
                <a:lumOff val="9118"/>
                <a:alphaOff val="0"/>
                <a:tint val="98000"/>
                <a:lumMod val="110000"/>
              </a:schemeClr>
            </a:gs>
            <a:gs pos="84000">
              <a:schemeClr val="accent2">
                <a:hueOff val="1871448"/>
                <a:satOff val="2654"/>
                <a:lumOff val="9118"/>
                <a:alphaOff val="0"/>
                <a:shade val="90000"/>
                <a:lumMod val="88000"/>
              </a:schemeClr>
            </a:gs>
          </a:gsLst>
          <a:lin ang="5400000" scaled="0"/>
        </a:gradFill>
        <a:ln w="12700" cap="rnd" cmpd="sng" algn="ctr">
          <a:solidFill>
            <a:schemeClr val="accent2">
              <a:hueOff val="1871448"/>
              <a:satOff val="2654"/>
              <a:lumOff val="9118"/>
              <a:alphaOff val="0"/>
            </a:schemeClr>
          </a:solidFill>
          <a:prstDash val="solid"/>
        </a:ln>
        <a:effectLst>
          <a:outerShdw blurRad="38100" dist="25400" dir="5400000" rotWithShape="0">
            <a:srgbClr val="000000">
              <a:alpha val="55000"/>
            </a:srgbClr>
          </a:outerShdw>
        </a:effectLst>
      </dsp:spPr>
      <dsp:style>
        <a:lnRef idx="1">
          <a:scrgbClr r="0" g="0" b="0"/>
        </a:lnRef>
        <a:fillRef idx="3">
          <a:scrgbClr r="0" g="0" b="0"/>
        </a:fillRef>
        <a:effectRef idx="2">
          <a:scrgbClr r="0" g="0" b="0"/>
        </a:effectRef>
        <a:fontRef idx="minor">
          <a:schemeClr val="lt1"/>
        </a:fontRef>
      </dsp:style>
    </dsp:sp>
    <dsp:sp modelId="{2A7DA1EE-2688-4942-A116-F215B38CD2B7}">
      <dsp:nvSpPr>
        <dsp:cNvPr id="0" name=""/>
        <dsp:cNvSpPr/>
      </dsp:nvSpPr>
      <dsp:spPr>
        <a:xfrm>
          <a:off x="0" y="1570476"/>
          <a:ext cx="5259278" cy="1568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0" i="0" kern="1200"/>
            <a:t>If the disaster occurs in a school system, keep in mind that according to the U.S. Supreme Court, the First Amendment as applied to public schools was intended for public schools to not sanction or support a specific religion or faith over others.</a:t>
          </a:r>
          <a:endParaRPr lang="en-US" sz="2000" kern="1200"/>
        </a:p>
      </dsp:txBody>
      <dsp:txXfrm>
        <a:off x="0" y="1570476"/>
        <a:ext cx="5259278" cy="1568177"/>
      </dsp:txXfrm>
    </dsp:sp>
    <dsp:sp modelId="{AE54B6E7-735C-489F-B7BD-AF47D095AFA7}">
      <dsp:nvSpPr>
        <dsp:cNvPr id="0" name=""/>
        <dsp:cNvSpPr/>
      </dsp:nvSpPr>
      <dsp:spPr>
        <a:xfrm>
          <a:off x="0" y="3138654"/>
          <a:ext cx="5259278" cy="0"/>
        </a:xfrm>
        <a:prstGeom prst="line">
          <a:avLst/>
        </a:prstGeom>
        <a:gradFill rotWithShape="0">
          <a:gsLst>
            <a:gs pos="0">
              <a:schemeClr val="accent2">
                <a:hueOff val="3742897"/>
                <a:satOff val="5308"/>
                <a:lumOff val="18235"/>
                <a:alphaOff val="0"/>
                <a:tint val="98000"/>
                <a:lumMod val="110000"/>
              </a:schemeClr>
            </a:gs>
            <a:gs pos="84000">
              <a:schemeClr val="accent2">
                <a:hueOff val="3742897"/>
                <a:satOff val="5308"/>
                <a:lumOff val="18235"/>
                <a:alphaOff val="0"/>
                <a:shade val="90000"/>
                <a:lumMod val="88000"/>
              </a:schemeClr>
            </a:gs>
          </a:gsLst>
          <a:lin ang="5400000" scaled="0"/>
        </a:gradFill>
        <a:ln w="12700" cap="rnd" cmpd="sng" algn="ctr">
          <a:solidFill>
            <a:schemeClr val="accent2">
              <a:hueOff val="3742897"/>
              <a:satOff val="5308"/>
              <a:lumOff val="18235"/>
              <a:alphaOff val="0"/>
            </a:schemeClr>
          </a:solidFill>
          <a:prstDash val="solid"/>
        </a:ln>
        <a:effectLst>
          <a:outerShdw blurRad="38100" dist="25400" dir="5400000" rotWithShape="0">
            <a:srgbClr val="000000">
              <a:alpha val="55000"/>
            </a:srgbClr>
          </a:outerShdw>
        </a:effectLst>
      </dsp:spPr>
      <dsp:style>
        <a:lnRef idx="1">
          <a:scrgbClr r="0" g="0" b="0"/>
        </a:lnRef>
        <a:fillRef idx="3">
          <a:scrgbClr r="0" g="0" b="0"/>
        </a:fillRef>
        <a:effectRef idx="2">
          <a:scrgbClr r="0" g="0" b="0"/>
        </a:effectRef>
        <a:fontRef idx="minor">
          <a:schemeClr val="lt1"/>
        </a:fontRef>
      </dsp:style>
    </dsp:sp>
    <dsp:sp modelId="{03EA4134-05E2-402D-B728-5E37C9E20E22}">
      <dsp:nvSpPr>
        <dsp:cNvPr id="0" name=""/>
        <dsp:cNvSpPr/>
      </dsp:nvSpPr>
      <dsp:spPr>
        <a:xfrm>
          <a:off x="0" y="3138654"/>
          <a:ext cx="5259278" cy="1568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0" i="0" kern="1200"/>
            <a:t>In the case of a counselor responding to a person’s life crisis, perhaps related to suicide, an examination of personal religious beliefs is essential to ensure maintaining a value-neutral assessment.</a:t>
          </a:r>
          <a:endParaRPr lang="en-US" sz="2000" kern="1200"/>
        </a:p>
      </dsp:txBody>
      <dsp:txXfrm>
        <a:off x="0" y="3138654"/>
        <a:ext cx="5259278" cy="156817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9D1D60-96D0-48D9-A378-3218729A3B7E}">
      <dsp:nvSpPr>
        <dsp:cNvPr id="0" name=""/>
        <dsp:cNvSpPr/>
      </dsp:nvSpPr>
      <dsp:spPr>
        <a:xfrm>
          <a:off x="0" y="22372"/>
          <a:ext cx="5259278" cy="1832220"/>
        </a:xfrm>
        <a:prstGeom prst="round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a:t>Research indicates that marginalized populations may find that predisaster norms set the tone for the postdisaster reality.</a:t>
          </a:r>
          <a:endParaRPr lang="en-US" sz="2700" kern="1200"/>
        </a:p>
      </dsp:txBody>
      <dsp:txXfrm>
        <a:off x="89442" y="111814"/>
        <a:ext cx="5080394" cy="1653336"/>
      </dsp:txXfrm>
    </dsp:sp>
    <dsp:sp modelId="{ED102AD1-A41E-4727-B6D1-09A709A4D980}">
      <dsp:nvSpPr>
        <dsp:cNvPr id="0" name=""/>
        <dsp:cNvSpPr/>
      </dsp:nvSpPr>
      <dsp:spPr>
        <a:xfrm>
          <a:off x="0" y="1932352"/>
          <a:ext cx="5259278" cy="1832220"/>
        </a:xfrm>
        <a:prstGeom prst="roundRect">
          <a:avLst/>
        </a:prstGeom>
        <a:gradFill rotWithShape="0">
          <a:gsLst>
            <a:gs pos="0">
              <a:schemeClr val="accent2">
                <a:hueOff val="3742897"/>
                <a:satOff val="5308"/>
                <a:lumOff val="18235"/>
                <a:alphaOff val="0"/>
                <a:tint val="98000"/>
                <a:lumMod val="110000"/>
              </a:schemeClr>
            </a:gs>
            <a:gs pos="84000">
              <a:schemeClr val="accent2">
                <a:hueOff val="3742897"/>
                <a:satOff val="5308"/>
                <a:lumOff val="18235"/>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a:t>Counselors should be versed in multicultural sensitivity and make efforts to indicate their sensitivity to multicultural issues.</a:t>
          </a:r>
          <a:endParaRPr lang="en-US" sz="2700" kern="1200"/>
        </a:p>
      </dsp:txBody>
      <dsp:txXfrm>
        <a:off x="89442" y="2021794"/>
        <a:ext cx="5080394" cy="1653336"/>
      </dsp:txXfrm>
    </dsp:sp>
    <dsp:sp modelId="{133E0691-08FC-408B-A95D-F2B6C90B839C}">
      <dsp:nvSpPr>
        <dsp:cNvPr id="0" name=""/>
        <dsp:cNvSpPr/>
      </dsp:nvSpPr>
      <dsp:spPr>
        <a:xfrm>
          <a:off x="0" y="3764573"/>
          <a:ext cx="5259278" cy="9221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982"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b="0" i="0" kern="1200"/>
            <a:t>Understanding differences is important but making decisions based on assumptions may not be helpful</a:t>
          </a:r>
          <a:endParaRPr lang="en-US" sz="2100" kern="1200"/>
        </a:p>
      </dsp:txBody>
      <dsp:txXfrm>
        <a:off x="0" y="3764573"/>
        <a:ext cx="5259278" cy="92218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2/5/2026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96432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271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The illustration shows three overlapping circles. The circle on the left represents H I P P A. The college or university clinic only treats nonstudents AND is a covered entity. The circle on the center represents BOTH. The college or university clinic treats both students and nonstudents AND is a covered entity OR treats only students AND is a covered entity. The circle on the right represents F E P R A. The college or university clinic only treats students AND is not a covered entity AND the students records are education records, not treatment records. A text inside the rectangle below the circle reads, Neither the college or university clinic treats only non students AND is not a covered entity. </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03054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45678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262062"/>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Content Placeholder 2">
            <a:extLst>
              <a:ext uri="{FF2B5EF4-FFF2-40B4-BE49-F238E27FC236}">
                <a16:creationId xmlns:a16="http://schemas.microsoft.com/office/drawing/2014/main" id="{A13192F1-5420-4735-B9E5-A0EE76B4D8A1}"/>
              </a:ext>
            </a:extLst>
          </p:cNvPr>
          <p:cNvSpPr>
            <a:spLocks noGrp="1"/>
          </p:cNvSpPr>
          <p:nvPr>
            <p:ph sz="quarter" idx="18"/>
          </p:nvPr>
        </p:nvSpPr>
        <p:spPr>
          <a:xfrm>
            <a:off x="5400675" y="4867275"/>
            <a:ext cx="3209925" cy="1009650"/>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99376875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94540866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22474153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86500848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dirty="0">
              <a:solidFill>
                <a:schemeClr val="tx1"/>
              </a:solidFill>
            </a:endParaRPr>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83134855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dirty="0">
              <a:solidFill>
                <a:schemeClr val="tx1"/>
              </a:solidFill>
            </a:endParaRPr>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57528077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dirty="0">
              <a:solidFill>
                <a:schemeClr val="tx1"/>
              </a:solidFill>
            </a:endParaRPr>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02972016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04286401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41115452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06635883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pPr>
              <a:defRPr/>
            </a:pPr>
            <a:endParaRPr lang="en-US" dirty="0">
              <a:solidFill>
                <a:schemeClr val="tx1"/>
              </a:solidFill>
            </a:endParaRPr>
          </a:p>
        </p:txBody>
      </p:sp>
      <p:sp>
        <p:nvSpPr>
          <p:cNvPr id="5" name="Footer Placeholder 4"/>
          <p:cNvSpPr>
            <a:spLocks noGrp="1"/>
          </p:cNvSpPr>
          <p:nvPr>
            <p:ph type="ftr" sz="quarter" idx="11"/>
          </p:nvPr>
        </p:nvSpPr>
        <p:spPr>
          <a:xfrm>
            <a:off x="581192" y="5951810"/>
            <a:ext cx="5922209" cy="365125"/>
          </a:xfrm>
        </p:spPr>
        <p:txBody>
          <a:body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31934106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262062"/>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Content Placeholder 2">
            <a:extLst>
              <a:ext uri="{FF2B5EF4-FFF2-40B4-BE49-F238E27FC236}">
                <a16:creationId xmlns:a16="http://schemas.microsoft.com/office/drawing/2014/main" id="{A13192F1-5420-4735-B9E5-A0EE76B4D8A1}"/>
              </a:ext>
            </a:extLst>
          </p:cNvPr>
          <p:cNvSpPr>
            <a:spLocks noGrp="1"/>
          </p:cNvSpPr>
          <p:nvPr>
            <p:ph sz="quarter" idx="18"/>
          </p:nvPr>
        </p:nvSpPr>
        <p:spPr>
          <a:xfrm>
            <a:off x="5400675" y="4867275"/>
            <a:ext cx="3209925" cy="1009650"/>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52550997"/>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138589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9402734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987581"/>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787585"/>
            <a:ext cx="8229600" cy="117481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5"/>
          </p:nvPr>
        </p:nvSpPr>
        <p:spPr>
          <a:xfrm>
            <a:off x="457200" y="4278313"/>
            <a:ext cx="8229600" cy="903287"/>
          </a:xfrm>
        </p:spPr>
        <p:txBody>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p:cNvSpPr>
            <a:spLocks noGrp="1"/>
          </p:cNvSpPr>
          <p:nvPr>
            <p:ph sz="quarter" idx="16"/>
          </p:nvPr>
        </p:nvSpPr>
        <p:spPr>
          <a:xfrm>
            <a:off x="457200" y="5286375"/>
            <a:ext cx="8229600" cy="774700"/>
          </a:xfrm>
        </p:spPr>
        <p:txBody>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4561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152168229"/>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106475423"/>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98657048"/>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132821673"/>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dirty="0">
              <a:solidFill>
                <a:schemeClr val="tx1"/>
              </a:solidFill>
            </a:endParaRPr>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291430250"/>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dirty="0">
              <a:solidFill>
                <a:schemeClr val="tx1"/>
              </a:solidFill>
            </a:endParaRPr>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982378187"/>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dirty="0">
              <a:solidFill>
                <a:schemeClr val="tx1"/>
              </a:solidFill>
            </a:endParaRPr>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160128092"/>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209573330"/>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09842675"/>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90417910"/>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pPr>
              <a:defRPr/>
            </a:pPr>
            <a:endParaRPr lang="en-US" dirty="0">
              <a:solidFill>
                <a:schemeClr val="tx1"/>
              </a:solidFill>
            </a:endParaRPr>
          </a:p>
        </p:txBody>
      </p:sp>
      <p:sp>
        <p:nvSpPr>
          <p:cNvPr id="5" name="Footer Placeholder 4"/>
          <p:cNvSpPr>
            <a:spLocks noGrp="1"/>
          </p:cNvSpPr>
          <p:nvPr>
            <p:ph type="ftr" sz="quarter" idx="11"/>
          </p:nvPr>
        </p:nvSpPr>
        <p:spPr>
          <a:xfrm>
            <a:off x="581192" y="5951810"/>
            <a:ext cx="5922209" cy="365125"/>
          </a:xfrm>
        </p:spPr>
        <p:txBody>
          <a:body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863194697"/>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262062"/>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Content Placeholder 2">
            <a:extLst>
              <a:ext uri="{FF2B5EF4-FFF2-40B4-BE49-F238E27FC236}">
                <a16:creationId xmlns:a16="http://schemas.microsoft.com/office/drawing/2014/main" id="{A13192F1-5420-4735-B9E5-A0EE76B4D8A1}"/>
              </a:ext>
            </a:extLst>
          </p:cNvPr>
          <p:cNvSpPr>
            <a:spLocks noGrp="1"/>
          </p:cNvSpPr>
          <p:nvPr>
            <p:ph sz="quarter" idx="18"/>
          </p:nvPr>
        </p:nvSpPr>
        <p:spPr>
          <a:xfrm>
            <a:off x="5400675" y="4867275"/>
            <a:ext cx="3209925" cy="1009650"/>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046574368"/>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58206448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092140980"/>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4626660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922675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8" name="Content Placeholder 6">
            <a:extLst>
              <a:ext uri="{FF2B5EF4-FFF2-40B4-BE49-F238E27FC236}">
                <a16:creationId xmlns:a16="http://schemas.microsoft.com/office/drawing/2014/main" id="{820D01C0-4FD2-4065-9EC3-96A308398288}"/>
              </a:ext>
            </a:extLst>
          </p:cNvPr>
          <p:cNvSpPr>
            <a:spLocks noGrp="1"/>
          </p:cNvSpPr>
          <p:nvPr>
            <p:ph sz="quarter" idx="15"/>
          </p:nvPr>
        </p:nvSpPr>
        <p:spPr>
          <a:xfrm>
            <a:off x="609600" y="41243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8433518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7956275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05210015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6962136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5848013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047097537"/>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3849570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4482699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4374604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95350372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26" Type="http://schemas.openxmlformats.org/officeDocument/2006/relationships/slideLayout" Target="../slideLayouts/slideLayout27.xml"/><Relationship Id="rId3" Type="http://schemas.openxmlformats.org/officeDocument/2006/relationships/slideLayout" Target="../slideLayouts/slideLayout4.xml"/><Relationship Id="rId21" Type="http://schemas.openxmlformats.org/officeDocument/2006/relationships/slideLayout" Target="../slideLayouts/slideLayout22.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slideLayout" Target="../slideLayouts/slideLayout26.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slideLayout" Target="../slideLayouts/slideLayout25.xml"/><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slideLayout" Target="../slideLayouts/slideLayout23.xml"/><Relationship Id="rId2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pPr>
              <a:defRPr/>
            </a:pPr>
            <a:endParaRPr lang="en-US" dirty="0">
              <a:solidFill>
                <a:schemeClr val="tx1"/>
              </a:solidFill>
            </a:endParaRPr>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792762101"/>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664" r:id="rId16"/>
    <p:sldLayoutId id="2147483676" r:id="rId17"/>
    <p:sldLayoutId id="2147483677" r:id="rId18"/>
    <p:sldLayoutId id="2147483678" r:id="rId19"/>
    <p:sldLayoutId id="2147483679" r:id="rId20"/>
    <p:sldLayoutId id="2147483680" r:id="rId21"/>
    <p:sldLayoutId id="2147483681" r:id="rId22"/>
    <p:sldLayoutId id="2147483671" r:id="rId23"/>
    <p:sldLayoutId id="2147483673" r:id="rId24"/>
    <p:sldLayoutId id="2147483670" r:id="rId25"/>
    <p:sldLayoutId id="2147483669" r:id="rId26"/>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pPr>
              <a:defRPr/>
            </a:pPr>
            <a:endParaRPr lang="en-US" dirty="0">
              <a:solidFill>
                <a:schemeClr val="tx1"/>
              </a:solidFill>
            </a:endParaRPr>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70866633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 id="2147483751" r:id="rId19"/>
    <p:sldLayoutId id="2147483752" r:id="rId20"/>
    <p:sldLayoutId id="2147483753" r:id="rId21"/>
    <p:sldLayoutId id="2147483754" r:id="rId22"/>
    <p:sldLayoutId id="2147483755" r:id="rId23"/>
    <p:sldLayoutId id="2147483756" r:id="rId24"/>
    <p:sldLayoutId id="2147483757" r:id="rId25"/>
    <p:sldLayoutId id="2147483758" r:id="rId26"/>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5.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5.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hyperlink" Target="http://app.leg.wa.gov/RCW/default.aspx?cite=71.05.457" TargetMode="External"/><Relationship Id="rId2" Type="http://schemas.openxmlformats.org/officeDocument/2006/relationships/hyperlink" Target="http://app.leg.wa.gov/RCW/default.aspx?cite=71.05.120" TargetMode="External"/><Relationship Id="rId1" Type="http://schemas.openxmlformats.org/officeDocument/2006/relationships/slideLayout" Target="../slideLayouts/slideLayout15.xml"/><Relationship Id="rId5" Type="http://schemas.openxmlformats.org/officeDocument/2006/relationships/hyperlink" Target="http://app.leg.wa.gov/RCW/default.aspx?cite=71.05.340" TargetMode="External"/><Relationship Id="rId4" Type="http://schemas.openxmlformats.org/officeDocument/2006/relationships/hyperlink" Target="http://app.leg.wa.gov/RCW/default.aspx?cite=71.05.330"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0.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5.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5.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15.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0"/>
              </a:ext>
            </a:extLst>
          </p:cNvPr>
          <p:cNvSpPr>
            <a:spLocks noGrp="1"/>
          </p:cNvSpPr>
          <p:nvPr>
            <p:ph type="ctrTitle"/>
          </p:nvPr>
        </p:nvSpPr>
        <p:spPr/>
        <p:txBody>
          <a:bodyPr anchor="ctr"/>
          <a:lstStyle/>
          <a:p>
            <a:r>
              <a:rPr lang="en-US" sz="2800" noProof="0" dirty="0">
                <a:solidFill>
                  <a:schemeClr val="tx2"/>
                </a:solidFill>
                <a:ea typeface="+mn-ea"/>
              </a:rPr>
              <a:t>Crisis Assessment, Intervention, and Prevention</a:t>
            </a:r>
          </a:p>
        </p:txBody>
      </p:sp>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0"/>
              </a:ext>
            </a:extLst>
          </p:cNvPr>
          <p:cNvSpPr>
            <a:spLocks noGrp="1"/>
          </p:cNvSpPr>
          <p:nvPr>
            <p:ph type="subTitle" idx="1"/>
          </p:nvPr>
        </p:nvSpPr>
        <p:spPr/>
        <p:txBody>
          <a:bodyPr/>
          <a:lstStyle/>
          <a:p>
            <a:pPr marL="0"/>
            <a:r>
              <a:rPr lang="en-US" b="1" noProof="0" dirty="0">
                <a:solidFill>
                  <a:schemeClr val="tx1"/>
                </a:solidFill>
                <a:latin typeface="+mn-lt"/>
              </a:rPr>
              <a:t>Chapter 3: </a:t>
            </a:r>
            <a:r>
              <a:rPr lang="en-US" dirty="0"/>
              <a:t>Ethical and Legal Considerations in Crisis Counseling</a:t>
            </a:r>
            <a:endParaRPr lang="en-US" dirty="0">
              <a:solidFill>
                <a:schemeClr val="tx1"/>
              </a:solidFill>
            </a:endParaRPr>
          </a:p>
          <a:p>
            <a:pPr marL="0" algn="ctr"/>
            <a:endParaRPr lang="en-US" b="1" noProof="0" dirty="0">
              <a:solidFill>
                <a:schemeClr val="tx1"/>
              </a:solidFill>
              <a:latin typeface="+mn-lt"/>
            </a:endParaRPr>
          </a:p>
        </p:txBody>
      </p:sp>
    </p:spTree>
    <p:extLst>
      <p:ext uri="{BB962C8B-B14F-4D97-AF65-F5344CB8AC3E}">
        <p14:creationId xmlns:p14="http://schemas.microsoft.com/office/powerpoint/2010/main" val="1522204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935" y="485678"/>
            <a:ext cx="3131058"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B1B0C1-AF1A-DFFE-BDC9-42A4AF045772}"/>
              </a:ext>
            </a:extLst>
          </p:cNvPr>
          <p:cNvSpPr>
            <a:spLocks noGrp="1"/>
          </p:cNvSpPr>
          <p:nvPr>
            <p:ph type="title"/>
          </p:nvPr>
        </p:nvSpPr>
        <p:spPr>
          <a:xfrm>
            <a:off x="719367" y="1113764"/>
            <a:ext cx="2452312" cy="4624327"/>
          </a:xfrm>
        </p:spPr>
        <p:txBody>
          <a:bodyPr anchor="ctr">
            <a:normAutofit/>
          </a:bodyPr>
          <a:lstStyle/>
          <a:p>
            <a:r>
              <a:rPr lang="en-US">
                <a:solidFill>
                  <a:srgbClr val="FFFFFF"/>
                </a:solidFill>
              </a:rPr>
              <a:t>Agenda</a:t>
            </a:r>
          </a:p>
        </p:txBody>
      </p:sp>
      <p:sp>
        <p:nvSpPr>
          <p:cNvPr id="3" name="Content Placeholder 2">
            <a:extLst>
              <a:ext uri="{FF2B5EF4-FFF2-40B4-BE49-F238E27FC236}">
                <a16:creationId xmlns:a16="http://schemas.microsoft.com/office/drawing/2014/main" id="{2CC60087-4558-AACD-79F1-8BAE091A19A8}"/>
              </a:ext>
            </a:extLst>
          </p:cNvPr>
          <p:cNvSpPr>
            <a:spLocks noGrp="1"/>
          </p:cNvSpPr>
          <p:nvPr>
            <p:ph idx="1"/>
          </p:nvPr>
        </p:nvSpPr>
        <p:spPr>
          <a:xfrm>
            <a:off x="3866928" y="1113764"/>
            <a:ext cx="4581135" cy="4624327"/>
          </a:xfrm>
        </p:spPr>
        <p:txBody>
          <a:bodyPr anchor="ctr">
            <a:normAutofit/>
          </a:bodyPr>
          <a:lstStyle/>
          <a:p>
            <a:r>
              <a:rPr lang="en-US" sz="2400" dirty="0"/>
              <a:t>6-6:45: Chapter 3-Ethics</a:t>
            </a:r>
          </a:p>
          <a:p>
            <a:r>
              <a:rPr lang="en-US" sz="2400" dirty="0"/>
              <a:t>6:45-7:30- Chapter 4- Review Skills</a:t>
            </a:r>
          </a:p>
          <a:p>
            <a:r>
              <a:rPr lang="en-US" sz="2400" dirty="0"/>
              <a:t>7:30-8-Dinner</a:t>
            </a:r>
          </a:p>
          <a:p>
            <a:r>
              <a:rPr lang="en-US" sz="2400" dirty="0"/>
              <a:t>8-9: Chapter 6-Suicide Assessments</a:t>
            </a:r>
          </a:p>
          <a:p>
            <a:r>
              <a:rPr lang="en-US" sz="2400" dirty="0"/>
              <a:t>9-10: practice Suicide Assessments</a:t>
            </a:r>
          </a:p>
          <a:p>
            <a:endParaRPr lang="en-US" dirty="0"/>
          </a:p>
          <a:p>
            <a:endParaRPr lang="en-US" dirty="0"/>
          </a:p>
        </p:txBody>
      </p:sp>
    </p:spTree>
    <p:extLst>
      <p:ext uri="{BB962C8B-B14F-4D97-AF65-F5344CB8AC3E}">
        <p14:creationId xmlns:p14="http://schemas.microsoft.com/office/powerpoint/2010/main" val="271320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57200" y="646295"/>
            <a:ext cx="8229600" cy="1097279"/>
          </a:xfrm>
        </p:spPr>
        <p:txBody>
          <a:bodyPr>
            <a:normAutofit fontScale="90000"/>
          </a:bodyPr>
          <a:lstStyle/>
          <a:p>
            <a:r>
              <a:rPr lang="en-US" sz="3200" noProof="0" dirty="0"/>
              <a:t>Considerations to Prevent Ethical and Legal Problems</a:t>
            </a:r>
          </a:p>
        </p:txBody>
      </p:sp>
      <p:sp>
        <p:nvSpPr>
          <p:cNvPr id="2" name="Content Placeholder 1"/>
          <p:cNvSpPr>
            <a:spLocks noGrp="1"/>
          </p:cNvSpPr>
          <p:nvPr>
            <p:ph sz="quarter" idx="13"/>
          </p:nvPr>
        </p:nvSpPr>
        <p:spPr>
          <a:xfrm>
            <a:off x="457200" y="1556327"/>
            <a:ext cx="8229600" cy="866239"/>
          </a:xfrm>
        </p:spPr>
        <p:txBody>
          <a:bodyPr/>
          <a:lstStyle/>
          <a:p>
            <a:pPr marL="50400" indent="0">
              <a:buNone/>
            </a:pPr>
            <a:r>
              <a:rPr lang="en-US" noProof="0" dirty="0"/>
              <a:t>Counselors can focus on five areas to foster core prevention:</a:t>
            </a:r>
          </a:p>
        </p:txBody>
      </p:sp>
      <p:graphicFrame>
        <p:nvGraphicFramePr>
          <p:cNvPr id="3" name="Diagram 2">
            <a:extLst>
              <a:ext uri="{FF2B5EF4-FFF2-40B4-BE49-F238E27FC236}">
                <a16:creationId xmlns:a16="http://schemas.microsoft.com/office/drawing/2014/main" id="{DEA7D84F-28B5-C102-CFA5-458E172964F9}"/>
              </a:ext>
            </a:extLst>
          </p:cNvPr>
          <p:cNvGraphicFramePr/>
          <p:nvPr>
            <p:extLst>
              <p:ext uri="{D42A27DB-BD31-4B8C-83A1-F6EECF244321}">
                <p14:modId xmlns:p14="http://schemas.microsoft.com/office/powerpoint/2010/main" val="1163462265"/>
              </p:ext>
            </p:extLst>
          </p:nvPr>
        </p:nvGraphicFramePr>
        <p:xfrm>
          <a:off x="559228" y="1743574"/>
          <a:ext cx="7735614"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6247B50A-8EB1-35AA-E9C5-BCE34C38B8C4}"/>
              </a:ext>
            </a:extLst>
          </p:cNvPr>
          <p:cNvSpPr txBox="1"/>
          <p:nvPr/>
        </p:nvSpPr>
        <p:spPr>
          <a:xfrm>
            <a:off x="385550" y="5818176"/>
            <a:ext cx="8372899" cy="1046440"/>
          </a:xfrm>
          <a:prstGeom prst="rect">
            <a:avLst/>
          </a:prstGeom>
          <a:noFill/>
        </p:spPr>
        <p:txBody>
          <a:bodyPr wrap="square" rtlCol="0">
            <a:spAutoFit/>
          </a:bodyPr>
          <a:lstStyle/>
          <a:p>
            <a:pPr algn="ctr"/>
            <a:r>
              <a:rPr lang="en-US" sz="1600" b="1" dirty="0">
                <a:solidFill>
                  <a:schemeClr val="tx2"/>
                </a:solidFill>
              </a:rPr>
              <a:t>A compromised condition may leave the counselor vulnerable to ethical or legal lapses, making attention to the well-being of the counselor vital as a preventive measure.</a:t>
            </a:r>
          </a:p>
          <a:p>
            <a:endParaRPr lang="en-US" dirty="0"/>
          </a:p>
        </p:txBody>
      </p:sp>
    </p:spTree>
    <p:extLst>
      <p:ext uri="{BB962C8B-B14F-4D97-AF65-F5344CB8AC3E}">
        <p14:creationId xmlns:p14="http://schemas.microsoft.com/office/powerpoint/2010/main" val="1703878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noProof="0" dirty="0"/>
              <a:t>Wellness</a:t>
            </a:r>
            <a:endParaRPr lang="en-US" sz="2000" b="0" noProof="0" dirty="0"/>
          </a:p>
        </p:txBody>
      </p:sp>
      <p:sp>
        <p:nvSpPr>
          <p:cNvPr id="3" name="TextBox 2">
            <a:extLst>
              <a:ext uri="{FF2B5EF4-FFF2-40B4-BE49-F238E27FC236}">
                <a16:creationId xmlns:a16="http://schemas.microsoft.com/office/drawing/2014/main" id="{8C812523-C73D-3D51-9964-144AAD8D4A2A}"/>
              </a:ext>
            </a:extLst>
          </p:cNvPr>
          <p:cNvSpPr txBox="1"/>
          <p:nvPr/>
        </p:nvSpPr>
        <p:spPr>
          <a:xfrm>
            <a:off x="457200" y="1510454"/>
            <a:ext cx="8781393" cy="1554272"/>
          </a:xfrm>
          <a:prstGeom prst="rect">
            <a:avLst/>
          </a:prstGeom>
          <a:noFill/>
        </p:spPr>
        <p:txBody>
          <a:bodyPr wrap="square">
            <a:spAutoFit/>
          </a:bodyPr>
          <a:lstStyle/>
          <a:p>
            <a:pPr>
              <a:lnSpc>
                <a:spcPct val="90000"/>
              </a:lnSpc>
              <a:spcAft>
                <a:spcPts val="600"/>
              </a:spcAft>
              <a:buClr>
                <a:schemeClr val="accent2"/>
              </a:buClr>
              <a:buSzPct val="92000"/>
            </a:pPr>
            <a:r>
              <a:rPr lang="en-US" sz="2000" b="1" dirty="0">
                <a:solidFill>
                  <a:schemeClr val="tx2"/>
                </a:solidFill>
              </a:rPr>
              <a:t>A compromised condition may leave the counselor vulnerable to ethical or legal lapses, making attention to the well-being of the counselor vital as a preventive measure.</a:t>
            </a:r>
            <a:endParaRPr lang="en-US" sz="2000" noProof="0" dirty="0">
              <a:solidFill>
                <a:schemeClr val="tx2"/>
              </a:solidFill>
              <a:ea typeface="+mn-ea"/>
              <a:cs typeface="+mn-cs"/>
            </a:endParaRPr>
          </a:p>
          <a:p>
            <a:pPr>
              <a:lnSpc>
                <a:spcPct val="90000"/>
              </a:lnSpc>
              <a:spcAft>
                <a:spcPts val="600"/>
              </a:spcAft>
              <a:buClr>
                <a:schemeClr val="accent2"/>
              </a:buClr>
              <a:buSzPct val="92000"/>
            </a:pPr>
            <a:r>
              <a:rPr lang="en-US" sz="2000" noProof="0" dirty="0">
                <a:solidFill>
                  <a:schemeClr val="tx2"/>
                </a:solidFill>
                <a:ea typeface="+mn-ea"/>
                <a:cs typeface="+mn-cs"/>
              </a:rPr>
              <a:t>Pearlman and MacIan (1995) noted 10 helpful strategies for crisis counselors to use to promote and maintain wellness:</a:t>
            </a:r>
          </a:p>
        </p:txBody>
      </p:sp>
      <p:graphicFrame>
        <p:nvGraphicFramePr>
          <p:cNvPr id="8" name="Diagram 7">
            <a:extLst>
              <a:ext uri="{FF2B5EF4-FFF2-40B4-BE49-F238E27FC236}">
                <a16:creationId xmlns:a16="http://schemas.microsoft.com/office/drawing/2014/main" id="{CFF820AA-9C19-B0A1-8BA7-D8F6FA8D4F95}"/>
              </a:ext>
            </a:extLst>
          </p:cNvPr>
          <p:cNvGraphicFramePr/>
          <p:nvPr>
            <p:extLst>
              <p:ext uri="{D42A27DB-BD31-4B8C-83A1-F6EECF244321}">
                <p14:modId xmlns:p14="http://schemas.microsoft.com/office/powerpoint/2010/main" val="1175022613"/>
              </p:ext>
            </p:extLst>
          </p:nvPr>
        </p:nvGraphicFramePr>
        <p:xfrm>
          <a:off x="914400" y="2883410"/>
          <a:ext cx="73152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6312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3DD1ED9-7847-4E1F-8455-6A5ECF646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1A3DFEF-67D3-4CCE-BFE8-397D542A4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24E4445D-D137-4867-B463-009D641E9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9239343D-682B-4C59-A34A-69D332A71C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1A59258C-AAC2-41CD-973C-7439B122A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chemeClr val="accent1"/>
              </a:buClr>
              <a:buFont typeface="Arial" panose="020B0604020202020204" pitchFamily="34" charset="0"/>
              <a:buChar char="•"/>
            </a:pPr>
            <a:endParaRPr lang="en-US" dirty="0"/>
          </a:p>
        </p:txBody>
      </p:sp>
      <p:sp>
        <p:nvSpPr>
          <p:cNvPr id="21" name="Rectangle 20">
            <a:extLst>
              <a:ext uri="{FF2B5EF4-FFF2-40B4-BE49-F238E27FC236}">
                <a16:creationId xmlns:a16="http://schemas.microsoft.com/office/drawing/2014/main" id="{54516B72-0116-42B2-82A2-B11218A366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8489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82601" y="1033389"/>
            <a:ext cx="3619692" cy="4825409"/>
          </a:xfrm>
        </p:spPr>
        <p:txBody>
          <a:bodyPr vert="horz" lIns="91440" tIns="45720" rIns="91440" bIns="45720" rtlCol="0" anchor="ctr">
            <a:normAutofit/>
          </a:bodyPr>
          <a:lstStyle/>
          <a:p>
            <a:pPr>
              <a:spcBef>
                <a:spcPct val="0"/>
              </a:spcBef>
            </a:pPr>
            <a:r>
              <a:rPr lang="en-US" sz="4000" b="0" cap="all" noProof="0">
                <a:solidFill>
                  <a:srgbClr val="FFFFFF"/>
                </a:solidFill>
                <a:ea typeface="+mj-ea"/>
                <a:cs typeface="+mj-cs"/>
              </a:rPr>
              <a:t>Continuing Education</a:t>
            </a:r>
          </a:p>
        </p:txBody>
      </p:sp>
      <p:sp>
        <p:nvSpPr>
          <p:cNvPr id="23" name="Rectangle 22">
            <a:extLst>
              <a:ext uri="{FF2B5EF4-FFF2-40B4-BE49-F238E27FC236}">
                <a16:creationId xmlns:a16="http://schemas.microsoft.com/office/drawing/2014/main" id="{7CDB507F-21B7-4C27-B0FC-D9C465C6D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934" y="460868"/>
            <a:ext cx="3621024" cy="11165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7AB1AE17-B7A3-4363-95CD-25441E2FF1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7080" y="460868"/>
            <a:ext cx="3621024" cy="1116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5066826" y="1033390"/>
            <a:ext cx="3641278" cy="4825409"/>
          </a:xfrm>
          <a:ln w="57150">
            <a:noFill/>
          </a:ln>
        </p:spPr>
        <p:txBody>
          <a:bodyPr vert="horz" lIns="91440" tIns="45720" rIns="91440" bIns="45720" rtlCol="0" anchor="ctr">
            <a:normAutofit/>
          </a:bodyPr>
          <a:lstStyle/>
          <a:p>
            <a:pPr>
              <a:spcAft>
                <a:spcPts val="600"/>
              </a:spcAft>
              <a:buClr>
                <a:schemeClr val="accent2"/>
              </a:buClr>
              <a:buSzPct val="92000"/>
              <a:buFont typeface="Wingdings 2" panose="05020102010507070707" pitchFamily="18" charset="2"/>
              <a:buChar char=""/>
            </a:pPr>
            <a:r>
              <a:rPr lang="en-US" sz="1700" noProof="0" dirty="0">
                <a:solidFill>
                  <a:schemeClr val="accent2">
                    <a:lumMod val="50000"/>
                  </a:schemeClr>
                </a:solidFill>
                <a:ea typeface="+mn-ea"/>
                <a:cs typeface="+mn-cs"/>
              </a:rPr>
              <a:t>Required by certifying and licensing bodies to help counselors’ practice remain both competent and current</a:t>
            </a:r>
          </a:p>
          <a:p>
            <a:pPr>
              <a:spcAft>
                <a:spcPts val="600"/>
              </a:spcAft>
              <a:buClr>
                <a:schemeClr val="accent2"/>
              </a:buClr>
              <a:buSzPct val="92000"/>
              <a:buFont typeface="Wingdings 2" panose="05020102010507070707" pitchFamily="18" charset="2"/>
              <a:buChar char=""/>
            </a:pPr>
            <a:r>
              <a:rPr lang="en-US" sz="1700" b="1" noProof="0" dirty="0">
                <a:solidFill>
                  <a:schemeClr val="accent2">
                    <a:lumMod val="50000"/>
                  </a:schemeClr>
                </a:solidFill>
                <a:ea typeface="+mn-ea"/>
                <a:cs typeface="+mn-cs"/>
              </a:rPr>
              <a:t>Counselors practicing in isolation without peer contact are at higher risk </a:t>
            </a:r>
            <a:r>
              <a:rPr lang="en-US" sz="1700" noProof="0" dirty="0">
                <a:solidFill>
                  <a:schemeClr val="accent2">
                    <a:lumMod val="50000"/>
                  </a:schemeClr>
                </a:solidFill>
                <a:ea typeface="+mn-ea"/>
                <a:cs typeface="+mn-cs"/>
              </a:rPr>
              <a:t>for impairment, and in-person continuing education is an important component in counselor wellness</a:t>
            </a:r>
          </a:p>
        </p:txBody>
      </p:sp>
    </p:spTree>
    <p:extLst>
      <p:ext uri="{BB962C8B-B14F-4D97-AF65-F5344CB8AC3E}">
        <p14:creationId xmlns:p14="http://schemas.microsoft.com/office/powerpoint/2010/main" val="3755975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3DD1ED9-7847-4E1F-8455-6A5ECF646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1A3DFEF-67D3-4CCE-BFE8-397D542A4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24E4445D-D137-4867-B463-009D641E9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9239343D-682B-4C59-A34A-69D332A71C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9" name="Rectangle 18">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935" y="485678"/>
            <a:ext cx="3131058"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19367" y="1113764"/>
            <a:ext cx="2452312" cy="4624327"/>
          </a:xfrm>
        </p:spPr>
        <p:txBody>
          <a:bodyPr vert="horz" lIns="91440" tIns="45720" rIns="91440" bIns="45720" rtlCol="0" anchor="ctr">
            <a:normAutofit/>
          </a:bodyPr>
          <a:lstStyle/>
          <a:p>
            <a:pPr>
              <a:spcBef>
                <a:spcPct val="0"/>
              </a:spcBef>
            </a:pPr>
            <a:r>
              <a:rPr lang="en-US" sz="2400" b="0" cap="all" noProof="0">
                <a:solidFill>
                  <a:srgbClr val="FFFFFF"/>
                </a:solidFill>
                <a:ea typeface="+mj-ea"/>
                <a:cs typeface="+mj-cs"/>
              </a:rPr>
              <a:t>Peer Supervision and Consultation</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829207" y="677369"/>
            <a:ext cx="4909137" cy="5570815"/>
          </a:xfrm>
        </p:spPr>
        <p:txBody>
          <a:bodyPr vert="horz" lIns="91440" tIns="45720" rIns="91440" bIns="45720" rtlCol="0" anchor="ctr">
            <a:normAutofit/>
          </a:bodyPr>
          <a:lstStyle/>
          <a:p>
            <a:pPr>
              <a:lnSpc>
                <a:spcPct val="90000"/>
              </a:lnSpc>
              <a:spcAft>
                <a:spcPts val="600"/>
              </a:spcAft>
              <a:buClr>
                <a:schemeClr val="accent2"/>
              </a:buClr>
              <a:buSzPct val="92000"/>
              <a:buFont typeface="Wingdings 2" panose="05020102010507070707" pitchFamily="18" charset="2"/>
              <a:buChar char=""/>
            </a:pPr>
            <a:r>
              <a:rPr lang="en-US" sz="2000" noProof="0" dirty="0">
                <a:solidFill>
                  <a:schemeClr val="tx2"/>
                </a:solidFill>
                <a:ea typeface="+mn-ea"/>
                <a:cs typeface="+mn-cs"/>
              </a:rPr>
              <a:t>Counselors should prepare for crisis situations by preestablishing sources of in-person and online supervision and peer consultation.</a:t>
            </a:r>
          </a:p>
          <a:p>
            <a:pPr>
              <a:lnSpc>
                <a:spcPct val="90000"/>
              </a:lnSpc>
              <a:spcAft>
                <a:spcPts val="600"/>
              </a:spcAft>
              <a:buClr>
                <a:schemeClr val="accent2"/>
              </a:buClr>
              <a:buSzPct val="92000"/>
              <a:buFont typeface="Wingdings 2" panose="05020102010507070707" pitchFamily="18" charset="2"/>
              <a:buChar char=""/>
            </a:pPr>
            <a:r>
              <a:rPr lang="en-US" sz="2000" noProof="0" dirty="0">
                <a:solidFill>
                  <a:schemeClr val="tx2"/>
                </a:solidFill>
                <a:ea typeface="+mn-ea"/>
                <a:cs typeface="+mn-cs"/>
              </a:rPr>
              <a:t>Remote supervision requires mindfulness of power differentials and technological communication nuances. Cameron et al. (2020) found that remote supervision via videoconferencing provided increased confidence, new learning strategies, and reduced feelings of isolation for clinicians in rural areas.</a:t>
            </a:r>
          </a:p>
        </p:txBody>
      </p:sp>
    </p:spTree>
    <p:extLst>
      <p:ext uri="{BB962C8B-B14F-4D97-AF65-F5344CB8AC3E}">
        <p14:creationId xmlns:p14="http://schemas.microsoft.com/office/powerpoint/2010/main" val="3830385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3DD1ED9-7847-4E1F-8455-6A5ECF646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1A3DFEF-67D3-4CCE-BFE8-397D542A4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24E4445D-D137-4867-B463-009D641E9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9239343D-682B-4C59-A34A-69D332A71C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9" name="Rectangle 18">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935" y="485678"/>
            <a:ext cx="3131058"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19367" y="1113764"/>
            <a:ext cx="2452312" cy="4624327"/>
          </a:xfrm>
        </p:spPr>
        <p:txBody>
          <a:bodyPr vert="horz" lIns="91440" tIns="45720" rIns="91440" bIns="45720" rtlCol="0" anchor="ctr">
            <a:normAutofit/>
          </a:bodyPr>
          <a:lstStyle/>
          <a:p>
            <a:pPr>
              <a:spcBef>
                <a:spcPct val="0"/>
              </a:spcBef>
            </a:pPr>
            <a:r>
              <a:rPr lang="en-US" sz="2800" b="0" cap="all" noProof="0">
                <a:solidFill>
                  <a:srgbClr val="FFFFFF"/>
                </a:solidFill>
                <a:ea typeface="+mj-ea"/>
                <a:cs typeface="+mj-cs"/>
              </a:rPr>
              <a:t>Ethical Decision-Making Models</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866928" y="1113764"/>
            <a:ext cx="4581135" cy="4624327"/>
          </a:xfrm>
        </p:spPr>
        <p:txBody>
          <a:bodyPr vert="horz" lIns="91440" tIns="45720" rIns="91440" bIns="45720" rtlCol="0" anchor="ctr">
            <a:normAutofit/>
          </a:bodyPr>
          <a:lstStyle/>
          <a:p>
            <a:pPr>
              <a:lnSpc>
                <a:spcPct val="90000"/>
              </a:lnSpc>
              <a:spcAft>
                <a:spcPts val="600"/>
              </a:spcAft>
              <a:buClr>
                <a:schemeClr val="accent2"/>
              </a:buClr>
              <a:buSzPct val="92000"/>
              <a:buFont typeface="Wingdings 2" panose="05020102010507070707" pitchFamily="18" charset="2"/>
              <a:buChar char=""/>
            </a:pPr>
            <a:r>
              <a:rPr lang="en-US" sz="2800" noProof="0" dirty="0">
                <a:solidFill>
                  <a:schemeClr val="tx2"/>
                </a:solidFill>
                <a:ea typeface="+mn-ea"/>
                <a:cs typeface="+mn-cs"/>
              </a:rPr>
              <a:t>There are a variety of ethical decision-making models a counselor can use.</a:t>
            </a:r>
          </a:p>
          <a:p>
            <a:pPr>
              <a:lnSpc>
                <a:spcPct val="90000"/>
              </a:lnSpc>
              <a:spcAft>
                <a:spcPts val="600"/>
              </a:spcAft>
              <a:buClr>
                <a:schemeClr val="accent2"/>
              </a:buClr>
              <a:buSzPct val="92000"/>
              <a:buFont typeface="Wingdings 2" panose="05020102010507070707" pitchFamily="18" charset="2"/>
              <a:buChar char=""/>
            </a:pPr>
            <a:r>
              <a:rPr lang="en-US" sz="2800" noProof="0" dirty="0">
                <a:solidFill>
                  <a:schemeClr val="tx2"/>
                </a:solidFill>
                <a:ea typeface="+mn-ea"/>
                <a:cs typeface="+mn-cs"/>
              </a:rPr>
              <a:t> Regardless of the model chosen, counselors should apply the </a:t>
            </a:r>
            <a:r>
              <a:rPr lang="en-US" sz="2800" b="1" noProof="0" dirty="0">
                <a:solidFill>
                  <a:schemeClr val="tx2"/>
                </a:solidFill>
                <a:ea typeface="+mn-ea"/>
                <a:cs typeface="+mn-cs"/>
              </a:rPr>
              <a:t>core principles</a:t>
            </a:r>
            <a:r>
              <a:rPr lang="en-US" sz="2800" noProof="0" dirty="0">
                <a:solidFill>
                  <a:schemeClr val="tx2"/>
                </a:solidFill>
                <a:ea typeface="+mn-ea"/>
                <a:cs typeface="+mn-cs"/>
              </a:rPr>
              <a:t> of autonomy, nonmaleficence, beneficence, justice, fidelity, and veracity when making ethical decisions.</a:t>
            </a:r>
          </a:p>
        </p:txBody>
      </p:sp>
    </p:spTree>
    <p:extLst>
      <p:ext uri="{BB962C8B-B14F-4D97-AF65-F5344CB8AC3E}">
        <p14:creationId xmlns:p14="http://schemas.microsoft.com/office/powerpoint/2010/main" val="3080856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57200" y="610386"/>
            <a:ext cx="8229600" cy="1097279"/>
          </a:xfrm>
        </p:spPr>
        <p:txBody>
          <a:bodyPr/>
          <a:lstStyle/>
          <a:p>
            <a:r>
              <a:rPr lang="en-US" sz="3000" noProof="0" dirty="0"/>
              <a:t>A Practitioner’s Guide to Ethical Decision Making (Forester-Miller &amp; Davis, 2016)</a:t>
            </a:r>
          </a:p>
        </p:txBody>
      </p:sp>
      <p:sp>
        <p:nvSpPr>
          <p:cNvPr id="2" name="Content Placeholder 1"/>
          <p:cNvSpPr>
            <a:spLocks noGrp="1"/>
          </p:cNvSpPr>
          <p:nvPr>
            <p:ph sz="quarter" idx="13"/>
          </p:nvPr>
        </p:nvSpPr>
        <p:spPr>
          <a:xfrm>
            <a:off x="457200" y="1556328"/>
            <a:ext cx="7855527" cy="1555008"/>
          </a:xfrm>
        </p:spPr>
        <p:txBody>
          <a:bodyPr/>
          <a:lstStyle/>
          <a:p>
            <a:r>
              <a:rPr lang="en-US" sz="2000" noProof="0" dirty="0"/>
              <a:t>The basis for the ethical decision-making standards of the A</a:t>
            </a:r>
            <a:r>
              <a:rPr lang="en-US" sz="100" noProof="0" dirty="0"/>
              <a:t> </a:t>
            </a:r>
            <a:r>
              <a:rPr lang="en-US" sz="2000" noProof="0" dirty="0"/>
              <a:t>C</a:t>
            </a:r>
            <a:r>
              <a:rPr lang="en-US" sz="100" noProof="0" dirty="0"/>
              <a:t> </a:t>
            </a:r>
            <a:r>
              <a:rPr lang="en-US" sz="2000" noProof="0" dirty="0"/>
              <a:t>A Code of Ethics (2014, section I.1.b).</a:t>
            </a:r>
          </a:p>
          <a:p>
            <a:r>
              <a:rPr lang="en-US" sz="2000" noProof="0" dirty="0"/>
              <a:t>The practitioner’s guide outlines a seven-step decision-making model:</a:t>
            </a:r>
          </a:p>
        </p:txBody>
      </p:sp>
      <p:graphicFrame>
        <p:nvGraphicFramePr>
          <p:cNvPr id="8" name="Content Placeholder 3">
            <a:extLst>
              <a:ext uri="{FF2B5EF4-FFF2-40B4-BE49-F238E27FC236}">
                <a16:creationId xmlns:a16="http://schemas.microsoft.com/office/drawing/2014/main" id="{1C556C5A-FCFF-8CB2-4CC8-746300BE9D7C}"/>
              </a:ext>
            </a:extLst>
          </p:cNvPr>
          <p:cNvGraphicFramePr>
            <a:graphicFrameLocks noGrp="1"/>
          </p:cNvGraphicFramePr>
          <p:nvPr>
            <p:ph sz="quarter" idx="14"/>
            <p:extLst>
              <p:ext uri="{D42A27DB-BD31-4B8C-83A1-F6EECF244321}">
                <p14:modId xmlns:p14="http://schemas.microsoft.com/office/powerpoint/2010/main" val="934894955"/>
              </p:ext>
            </p:extLst>
          </p:nvPr>
        </p:nvGraphicFramePr>
        <p:xfrm>
          <a:off x="457200" y="3206338"/>
          <a:ext cx="7680960" cy="30674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9771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noProof="0" dirty="0"/>
              <a:t>Examples of Other Ethical Models</a:t>
            </a:r>
          </a:p>
        </p:txBody>
      </p:sp>
      <p:graphicFrame>
        <p:nvGraphicFramePr>
          <p:cNvPr id="5" name="Diagram 4">
            <a:extLst>
              <a:ext uri="{FF2B5EF4-FFF2-40B4-BE49-F238E27FC236}">
                <a16:creationId xmlns:a16="http://schemas.microsoft.com/office/drawing/2014/main" id="{EE352977-D79C-A8BB-C1CA-B88801D3008B}"/>
              </a:ext>
            </a:extLst>
          </p:cNvPr>
          <p:cNvGraphicFramePr/>
          <p:nvPr>
            <p:extLst>
              <p:ext uri="{D42A27DB-BD31-4B8C-83A1-F6EECF244321}">
                <p14:modId xmlns:p14="http://schemas.microsoft.com/office/powerpoint/2010/main" val="4209920337"/>
              </p:ext>
            </p:extLst>
          </p:nvPr>
        </p:nvGraphicFramePr>
        <p:xfrm>
          <a:off x="457200" y="1596697"/>
          <a:ext cx="8229600" cy="50459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22036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8C565D-A991-4381-AC37-76A58A4A1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CB2FC45-EBDA-21D6-BF9F-EA383D2B7C92}"/>
              </a:ext>
            </a:extLst>
          </p:cNvPr>
          <p:cNvSpPr>
            <a:spLocks noGrp="1"/>
          </p:cNvSpPr>
          <p:nvPr>
            <p:ph type="ctrTitle"/>
          </p:nvPr>
        </p:nvSpPr>
        <p:spPr>
          <a:xfrm>
            <a:off x="3337470" y="1507414"/>
            <a:ext cx="5471630" cy="3703320"/>
          </a:xfrm>
        </p:spPr>
        <p:txBody>
          <a:bodyPr anchor="ctr">
            <a:normAutofit/>
          </a:bodyPr>
          <a:lstStyle/>
          <a:p>
            <a:r>
              <a:rPr lang="en-US" sz="4200"/>
              <a:t>Relevant Laws</a:t>
            </a:r>
          </a:p>
        </p:txBody>
      </p:sp>
      <p:sp>
        <p:nvSpPr>
          <p:cNvPr id="5" name="Subtitle 4">
            <a:extLst>
              <a:ext uri="{FF2B5EF4-FFF2-40B4-BE49-F238E27FC236}">
                <a16:creationId xmlns:a16="http://schemas.microsoft.com/office/drawing/2014/main" id="{9620FB0F-168D-D9CF-738E-AFB1B521DD5D}"/>
              </a:ext>
            </a:extLst>
          </p:cNvPr>
          <p:cNvSpPr>
            <a:spLocks noGrp="1"/>
          </p:cNvSpPr>
          <p:nvPr>
            <p:ph type="subTitle" idx="1"/>
          </p:nvPr>
        </p:nvSpPr>
        <p:spPr>
          <a:xfrm>
            <a:off x="333256" y="1507414"/>
            <a:ext cx="2498086" cy="3703320"/>
          </a:xfrm>
          <a:ln w="57150">
            <a:noFill/>
          </a:ln>
        </p:spPr>
        <p:txBody>
          <a:bodyPr anchor="ctr">
            <a:normAutofit/>
          </a:bodyPr>
          <a:lstStyle/>
          <a:p>
            <a:pPr algn="r"/>
            <a:r>
              <a:rPr lang="en-US" sz="1700"/>
              <a:t>Hippa, Ferpa, Duty to Warn, etc.</a:t>
            </a:r>
          </a:p>
        </p:txBody>
      </p:sp>
      <p:sp>
        <p:nvSpPr>
          <p:cNvPr id="12" name="Rectangle 11">
            <a:extLst>
              <a:ext uri="{FF2B5EF4-FFF2-40B4-BE49-F238E27FC236}">
                <a16:creationId xmlns:a16="http://schemas.microsoft.com/office/drawing/2014/main" id="{B7180431-F4DE-415D-BCBB-9316423C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3642"/>
            <a:ext cx="8474200" cy="512708"/>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EEABD997-5EF9-4E9B-AFBB-F6DFAAF3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V="1">
            <a:off x="1193883" y="3337052"/>
            <a:ext cx="3703320" cy="44045"/>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E9AB5EE6-A047-4B18-B998-D46DF3CC36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5878019"/>
            <a:ext cx="8474200" cy="512708"/>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497649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7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353291" y="643575"/>
            <a:ext cx="8229600" cy="1097279"/>
          </a:xfrm>
        </p:spPr>
        <p:txBody>
          <a:bodyPr>
            <a:normAutofit fontScale="90000"/>
          </a:bodyPr>
          <a:lstStyle/>
          <a:p>
            <a:r>
              <a:rPr lang="en-US" sz="3200" noProof="0" dirty="0"/>
              <a:t>Health Insurance Portability and Accountability Act</a:t>
            </a:r>
          </a:p>
        </p:txBody>
      </p:sp>
      <p:sp>
        <p:nvSpPr>
          <p:cNvPr id="2" name="Content Placeholder 1"/>
          <p:cNvSpPr>
            <a:spLocks noGrp="1"/>
          </p:cNvSpPr>
          <p:nvPr>
            <p:ph sz="quarter" idx="13"/>
          </p:nvPr>
        </p:nvSpPr>
        <p:spPr>
          <a:xfrm>
            <a:off x="457200" y="1892657"/>
            <a:ext cx="8021782" cy="2754417"/>
          </a:xfrm>
        </p:spPr>
        <p:txBody>
          <a:bodyPr/>
          <a:lstStyle/>
          <a:p>
            <a:r>
              <a:rPr lang="en-US" sz="1800" noProof="0" dirty="0">
                <a:solidFill>
                  <a:schemeClr val="tx1"/>
                </a:solidFill>
              </a:rPr>
              <a:t>The </a:t>
            </a:r>
            <a:r>
              <a:rPr lang="en-US" sz="1800" b="1" noProof="0" dirty="0">
                <a:solidFill>
                  <a:schemeClr val="tx1"/>
                </a:solidFill>
              </a:rPr>
              <a:t>Health Insurance Portability and Accountability Act (H</a:t>
            </a:r>
            <a:r>
              <a:rPr lang="en-US" sz="100" b="1" noProof="0" dirty="0">
                <a:solidFill>
                  <a:schemeClr val="tx1"/>
                </a:solidFill>
              </a:rPr>
              <a:t> </a:t>
            </a:r>
            <a:r>
              <a:rPr lang="en-US" sz="1800" b="1" noProof="0" dirty="0">
                <a:solidFill>
                  <a:schemeClr val="tx1"/>
                </a:solidFill>
              </a:rPr>
              <a:t>I</a:t>
            </a:r>
            <a:r>
              <a:rPr lang="en-US" sz="100" b="1" noProof="0" dirty="0">
                <a:solidFill>
                  <a:schemeClr val="tx1"/>
                </a:solidFill>
              </a:rPr>
              <a:t> </a:t>
            </a:r>
            <a:r>
              <a:rPr lang="en-US" sz="1800" b="1" noProof="0" dirty="0">
                <a:solidFill>
                  <a:schemeClr val="tx1"/>
                </a:solidFill>
              </a:rPr>
              <a:t>P</a:t>
            </a:r>
            <a:r>
              <a:rPr lang="en-US" sz="100" b="1" noProof="0" dirty="0">
                <a:solidFill>
                  <a:schemeClr val="tx1"/>
                </a:solidFill>
              </a:rPr>
              <a:t> </a:t>
            </a:r>
            <a:r>
              <a:rPr lang="en-US" sz="1800" b="1" noProof="0" dirty="0">
                <a:solidFill>
                  <a:schemeClr val="tx1"/>
                </a:solidFill>
              </a:rPr>
              <a:t>A</a:t>
            </a:r>
            <a:r>
              <a:rPr lang="en-US" sz="100" b="1" noProof="0" dirty="0">
                <a:solidFill>
                  <a:schemeClr val="tx1"/>
                </a:solidFill>
              </a:rPr>
              <a:t> </a:t>
            </a:r>
            <a:r>
              <a:rPr lang="en-US" sz="1800" b="1" noProof="0" dirty="0">
                <a:solidFill>
                  <a:schemeClr val="tx1"/>
                </a:solidFill>
              </a:rPr>
              <a:t>A)</a:t>
            </a:r>
            <a:r>
              <a:rPr lang="en-US" sz="1800" noProof="0" dirty="0">
                <a:solidFill>
                  <a:schemeClr val="tx1"/>
                </a:solidFill>
              </a:rPr>
              <a:t> of 1996 is federal legislation that was implemented to address numerous perceived shortcomings in the management of information in the health care industry.</a:t>
            </a:r>
          </a:p>
          <a:p>
            <a:pPr lvl="1"/>
            <a:r>
              <a:rPr lang="en-US" sz="1800" noProof="0" dirty="0">
                <a:solidFill>
                  <a:schemeClr val="tx1"/>
                </a:solidFill>
              </a:rPr>
              <a:t>The first federal legislation to protect automated client records, and it mandated that all electronic transactions include only H</a:t>
            </a:r>
            <a:r>
              <a:rPr lang="en-US" sz="100" noProof="0" dirty="0">
                <a:solidFill>
                  <a:schemeClr val="tx1"/>
                </a:solidFill>
              </a:rPr>
              <a:t> </a:t>
            </a:r>
            <a:r>
              <a:rPr lang="en-US" sz="1800" noProof="0" dirty="0">
                <a:solidFill>
                  <a:schemeClr val="tx1"/>
                </a:solidFill>
              </a:rPr>
              <a:t>I</a:t>
            </a:r>
            <a:r>
              <a:rPr lang="en-US" sz="100" noProof="0" dirty="0">
                <a:solidFill>
                  <a:schemeClr val="tx1"/>
                </a:solidFill>
              </a:rPr>
              <a:t> </a:t>
            </a:r>
            <a:r>
              <a:rPr lang="en-US" sz="1800" noProof="0" dirty="0">
                <a:solidFill>
                  <a:schemeClr val="tx1"/>
                </a:solidFill>
              </a:rPr>
              <a:t>P</a:t>
            </a:r>
            <a:r>
              <a:rPr lang="en-US" sz="100" noProof="0" dirty="0">
                <a:solidFill>
                  <a:schemeClr val="tx1"/>
                </a:solidFill>
              </a:rPr>
              <a:t> </a:t>
            </a:r>
            <a:r>
              <a:rPr lang="en-US" sz="1800" noProof="0" dirty="0">
                <a:solidFill>
                  <a:schemeClr val="tx1"/>
                </a:solidFill>
              </a:rPr>
              <a:t>A</a:t>
            </a:r>
            <a:r>
              <a:rPr lang="en-US" sz="100" noProof="0" dirty="0">
                <a:solidFill>
                  <a:schemeClr val="tx1"/>
                </a:solidFill>
              </a:rPr>
              <a:t> </a:t>
            </a:r>
            <a:r>
              <a:rPr lang="en-US" sz="1800" noProof="0" dirty="0">
                <a:solidFill>
                  <a:schemeClr val="tx1"/>
                </a:solidFill>
              </a:rPr>
              <a:t>A-compliant codes, provide security provisions, and require national provider identification numbers.</a:t>
            </a:r>
          </a:p>
          <a:p>
            <a:pPr lvl="1"/>
            <a:r>
              <a:rPr lang="en-US" sz="1800" noProof="0" dirty="0">
                <a:solidFill>
                  <a:schemeClr val="tx1"/>
                </a:solidFill>
              </a:rPr>
              <a:t>Four areas of legislation:</a:t>
            </a:r>
          </a:p>
        </p:txBody>
      </p:sp>
      <p:sp>
        <p:nvSpPr>
          <p:cNvPr id="4" name="Content Placeholder 3"/>
          <p:cNvSpPr>
            <a:spLocks noGrp="1"/>
          </p:cNvSpPr>
          <p:nvPr>
            <p:ph sz="quarter" idx="14"/>
          </p:nvPr>
        </p:nvSpPr>
        <p:spPr>
          <a:xfrm>
            <a:off x="457200" y="4405747"/>
            <a:ext cx="8229600" cy="1808678"/>
          </a:xfrm>
        </p:spPr>
        <p:txBody>
          <a:bodyPr/>
          <a:lstStyle/>
          <a:p>
            <a:pPr marL="1144800" lvl="2" indent="-428400">
              <a:buFont typeface="+mj-lt"/>
              <a:buAutoNum type="arabicParenR"/>
            </a:pPr>
            <a:r>
              <a:rPr lang="en-US" sz="1800" noProof="0" dirty="0"/>
              <a:t>privacy requirements (the specific rules for which would be subsequently constructed)</a:t>
            </a:r>
          </a:p>
          <a:p>
            <a:pPr marL="1144800" lvl="2" indent="-428400">
              <a:buFont typeface="+mj-lt"/>
              <a:buAutoNum type="arabicParenR"/>
            </a:pPr>
            <a:r>
              <a:rPr lang="en-US" sz="1800" noProof="0" dirty="0"/>
              <a:t>electronic transactions</a:t>
            </a:r>
          </a:p>
          <a:p>
            <a:pPr marL="1144800" lvl="2" indent="-428400">
              <a:buFont typeface="+mj-lt"/>
              <a:buAutoNum type="arabicParenR"/>
            </a:pPr>
            <a:r>
              <a:rPr lang="en-US" sz="1800" noProof="0" dirty="0"/>
              <a:t>security requirements</a:t>
            </a:r>
          </a:p>
          <a:p>
            <a:pPr marL="1144800" lvl="2" indent="-428400">
              <a:buFont typeface="+mj-lt"/>
              <a:buAutoNum type="arabicParenR"/>
            </a:pPr>
            <a:r>
              <a:rPr lang="en-US" sz="1800" noProof="0" dirty="0"/>
              <a:t>national identifier requirements</a:t>
            </a:r>
          </a:p>
        </p:txBody>
      </p:sp>
    </p:spTree>
    <p:extLst>
      <p:ext uri="{BB962C8B-B14F-4D97-AF65-F5344CB8AC3E}">
        <p14:creationId xmlns:p14="http://schemas.microsoft.com/office/powerpoint/2010/main" val="3700995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A143F8-1C40-402B-5C73-1057578D78A2}"/>
              </a:ext>
            </a:extLst>
          </p:cNvPr>
          <p:cNvSpPr>
            <a:spLocks noGrp="1"/>
          </p:cNvSpPr>
          <p:nvPr>
            <p:ph type="title"/>
          </p:nvPr>
        </p:nvSpPr>
        <p:spPr/>
        <p:txBody>
          <a:bodyPr/>
          <a:lstStyle/>
          <a:p>
            <a:r>
              <a:rPr lang="en-US" dirty="0"/>
              <a:t>Addendums to HIPAA</a:t>
            </a:r>
          </a:p>
        </p:txBody>
      </p:sp>
      <p:sp>
        <p:nvSpPr>
          <p:cNvPr id="6" name="Text Placeholder 5">
            <a:extLst>
              <a:ext uri="{FF2B5EF4-FFF2-40B4-BE49-F238E27FC236}">
                <a16:creationId xmlns:a16="http://schemas.microsoft.com/office/drawing/2014/main" id="{C044E213-7E15-3658-AD13-7180334C851B}"/>
              </a:ext>
            </a:extLst>
          </p:cNvPr>
          <p:cNvSpPr>
            <a:spLocks noGrp="1"/>
          </p:cNvSpPr>
          <p:nvPr>
            <p:ph type="body" idx="1"/>
          </p:nvPr>
        </p:nvSpPr>
        <p:spPr/>
        <p:txBody>
          <a:bodyPr/>
          <a:lstStyle/>
          <a:p>
            <a:r>
              <a:rPr lang="en-US" dirty="0"/>
              <a:t>Privacy Rule	</a:t>
            </a:r>
          </a:p>
        </p:txBody>
      </p:sp>
      <p:sp>
        <p:nvSpPr>
          <p:cNvPr id="7" name="Content Placeholder 6">
            <a:extLst>
              <a:ext uri="{FF2B5EF4-FFF2-40B4-BE49-F238E27FC236}">
                <a16:creationId xmlns:a16="http://schemas.microsoft.com/office/drawing/2014/main" id="{EF6A5C1B-4639-5D3D-62D8-449D1B5450A2}"/>
              </a:ext>
            </a:extLst>
          </p:cNvPr>
          <p:cNvSpPr>
            <a:spLocks noGrp="1"/>
          </p:cNvSpPr>
          <p:nvPr>
            <p:ph sz="half" idx="2"/>
          </p:nvPr>
        </p:nvSpPr>
        <p:spPr>
          <a:xfrm>
            <a:off x="581192" y="2926051"/>
            <a:ext cx="3899527" cy="3563959"/>
          </a:xfrm>
        </p:spPr>
        <p:txBody>
          <a:bodyPr>
            <a:normAutofit fontScale="85000" lnSpcReduction="10000"/>
          </a:bodyPr>
          <a:lstStyle/>
          <a:p>
            <a:r>
              <a:rPr lang="en-US" dirty="0"/>
              <a:t>Added in 2003</a:t>
            </a:r>
          </a:p>
          <a:p>
            <a:r>
              <a:rPr lang="en-US" dirty="0"/>
              <a:t>A few of the provisions include:</a:t>
            </a:r>
          </a:p>
          <a:p>
            <a:pPr marL="741600" lvl="1" indent="-428400">
              <a:buFont typeface="+mj-lt"/>
              <a:buAutoNum type="arabicPeriod"/>
            </a:pPr>
            <a:r>
              <a:rPr lang="en-US" dirty="0"/>
              <a:t>Patients must be able to access their records.</a:t>
            </a:r>
          </a:p>
          <a:p>
            <a:pPr marL="741600" lvl="1" indent="-428400">
              <a:buFont typeface="+mj-lt"/>
              <a:buAutoNum type="arabicPeriod"/>
            </a:pPr>
            <a:r>
              <a:rPr lang="en-US" dirty="0"/>
              <a:t>Patients have the right to request and/or make corrections to their records.</a:t>
            </a:r>
          </a:p>
          <a:p>
            <a:pPr marL="741600" lvl="1" indent="-428400">
              <a:buFont typeface="+mj-lt"/>
              <a:buAutoNum type="arabicPeriod"/>
            </a:pPr>
            <a:r>
              <a:rPr lang="en-US" dirty="0"/>
              <a:t>Patients must be informed of how their personal information will be used.</a:t>
            </a:r>
          </a:p>
          <a:p>
            <a:pPr marL="741600" lvl="1" indent="-428400">
              <a:buFont typeface="+mj-lt"/>
              <a:buAutoNum type="arabicPeriod"/>
            </a:pPr>
            <a:r>
              <a:rPr lang="en-US" dirty="0"/>
              <a:t>Patient information may not be used for marketing purposes without prior consent.</a:t>
            </a:r>
          </a:p>
          <a:p>
            <a:pPr marL="741600" lvl="1" indent="-428400">
              <a:buFont typeface="+mj-lt"/>
              <a:buAutoNum type="arabicPeriod"/>
            </a:pPr>
            <a:r>
              <a:rPr lang="en-US" dirty="0"/>
              <a:t>Health insurers or providers must designate a privacy officer and train employees (</a:t>
            </a:r>
            <a:r>
              <a:rPr lang="en-US" dirty="0" err="1"/>
              <a:t>Pozgar</a:t>
            </a:r>
            <a:r>
              <a:rPr lang="en-US" dirty="0"/>
              <a:t>, 2018).</a:t>
            </a:r>
          </a:p>
        </p:txBody>
      </p:sp>
      <p:sp>
        <p:nvSpPr>
          <p:cNvPr id="8" name="Text Placeholder 7">
            <a:extLst>
              <a:ext uri="{FF2B5EF4-FFF2-40B4-BE49-F238E27FC236}">
                <a16:creationId xmlns:a16="http://schemas.microsoft.com/office/drawing/2014/main" id="{20D2A7B5-067A-B08E-348D-3F5655162FD8}"/>
              </a:ext>
            </a:extLst>
          </p:cNvPr>
          <p:cNvSpPr>
            <a:spLocks noGrp="1"/>
          </p:cNvSpPr>
          <p:nvPr>
            <p:ph type="body" sz="quarter" idx="3"/>
          </p:nvPr>
        </p:nvSpPr>
        <p:spPr/>
        <p:txBody>
          <a:bodyPr/>
          <a:lstStyle/>
          <a:p>
            <a:r>
              <a:rPr lang="en-US" dirty="0"/>
              <a:t>Security Rule</a:t>
            </a:r>
          </a:p>
        </p:txBody>
      </p:sp>
      <p:sp>
        <p:nvSpPr>
          <p:cNvPr id="9" name="Content Placeholder 8">
            <a:extLst>
              <a:ext uri="{FF2B5EF4-FFF2-40B4-BE49-F238E27FC236}">
                <a16:creationId xmlns:a16="http://schemas.microsoft.com/office/drawing/2014/main" id="{D045ACF2-E02F-074B-147A-2F264DD7D67E}"/>
              </a:ext>
            </a:extLst>
          </p:cNvPr>
          <p:cNvSpPr>
            <a:spLocks noGrp="1"/>
          </p:cNvSpPr>
          <p:nvPr>
            <p:ph sz="quarter" idx="4"/>
          </p:nvPr>
        </p:nvSpPr>
        <p:spPr>
          <a:xfrm>
            <a:off x="4663282" y="2926051"/>
            <a:ext cx="3907662" cy="3463598"/>
          </a:xfrm>
        </p:spPr>
        <p:txBody>
          <a:bodyPr>
            <a:normAutofit fontScale="85000" lnSpcReduction="10000"/>
          </a:bodyPr>
          <a:lstStyle/>
          <a:p>
            <a:r>
              <a:rPr lang="en-US" dirty="0"/>
              <a:t>Added in 2005</a:t>
            </a:r>
          </a:p>
          <a:p>
            <a:r>
              <a:rPr lang="en-US" sz="2600" dirty="0"/>
              <a:t>The Security Rule requires that covered entities maintain three safeguards—administrative, physical, and technical—so that electronic protected health information remains confidential, secure, and integral.</a:t>
            </a:r>
          </a:p>
          <a:p>
            <a:pPr marL="0" indent="0">
              <a:buNone/>
            </a:pPr>
            <a:endParaRPr lang="en-US" dirty="0"/>
          </a:p>
          <a:p>
            <a:endParaRPr lang="en-US" dirty="0"/>
          </a:p>
        </p:txBody>
      </p:sp>
    </p:spTree>
    <p:extLst>
      <p:ext uri="{BB962C8B-B14F-4D97-AF65-F5344CB8AC3E}">
        <p14:creationId xmlns:p14="http://schemas.microsoft.com/office/powerpoint/2010/main" val="1404975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57200" y="583233"/>
            <a:ext cx="7342632" cy="1097279"/>
          </a:xfrm>
        </p:spPr>
        <p:txBody>
          <a:bodyPr>
            <a:normAutofit fontScale="90000"/>
          </a:bodyPr>
          <a:lstStyle/>
          <a:p>
            <a:r>
              <a:rPr lang="en-US" sz="3200" noProof="0" dirty="0"/>
              <a:t>How H</a:t>
            </a:r>
            <a:r>
              <a:rPr lang="en-US" sz="100" noProof="0" dirty="0"/>
              <a:t> </a:t>
            </a:r>
            <a:r>
              <a:rPr lang="en-US" sz="3200" noProof="0" dirty="0"/>
              <a:t>I</a:t>
            </a:r>
            <a:r>
              <a:rPr lang="en-US" sz="100" noProof="0" dirty="0"/>
              <a:t> </a:t>
            </a:r>
            <a:r>
              <a:rPr lang="en-US" sz="3200" noProof="0" dirty="0"/>
              <a:t>P</a:t>
            </a:r>
            <a:r>
              <a:rPr lang="en-US" sz="100" noProof="0" dirty="0"/>
              <a:t> </a:t>
            </a:r>
            <a:r>
              <a:rPr lang="en-US" sz="3200" noProof="0" dirty="0"/>
              <a:t>A</a:t>
            </a:r>
            <a:r>
              <a:rPr lang="en-US" sz="100" noProof="0" dirty="0"/>
              <a:t> </a:t>
            </a:r>
            <a:r>
              <a:rPr lang="en-US" sz="3200" noProof="0" dirty="0"/>
              <a:t>A Affects Crisis Counseling</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457200" y="1556326"/>
            <a:ext cx="8229600" cy="4472515"/>
          </a:xfrm>
        </p:spPr>
        <p:txBody>
          <a:bodyPr/>
          <a:lstStyle/>
          <a:p>
            <a:r>
              <a:rPr lang="en-US" sz="2000" noProof="0" dirty="0"/>
              <a:t>A crisis typically occurs quickly and often in unanticipated ways, so counselors must respond immediately to stabilize the situation and provide a way for people to move forward.</a:t>
            </a:r>
          </a:p>
          <a:p>
            <a:r>
              <a:rPr lang="en-US" sz="2000" noProof="0" dirty="0"/>
              <a:t>According to D</a:t>
            </a:r>
            <a:r>
              <a:rPr lang="en-US" sz="100" noProof="0" dirty="0"/>
              <a:t> </a:t>
            </a:r>
            <a:r>
              <a:rPr lang="en-US" sz="2000" noProof="0" dirty="0"/>
              <a:t>H</a:t>
            </a:r>
            <a:r>
              <a:rPr lang="en-US" sz="100" noProof="0" dirty="0"/>
              <a:t> </a:t>
            </a:r>
            <a:r>
              <a:rPr lang="en-US" sz="2000" noProof="0" dirty="0"/>
              <a:t>H</a:t>
            </a:r>
            <a:r>
              <a:rPr lang="en-US" sz="100" noProof="0" dirty="0"/>
              <a:t> </a:t>
            </a:r>
            <a:r>
              <a:rPr lang="en-US" sz="2000" noProof="0" dirty="0"/>
              <a:t>S (2022b, 2022c), H</a:t>
            </a:r>
            <a:r>
              <a:rPr lang="en-US" sz="100" noProof="0" dirty="0"/>
              <a:t> </a:t>
            </a:r>
            <a:r>
              <a:rPr lang="en-US" sz="2000" noProof="0" dirty="0"/>
              <a:t>I</a:t>
            </a:r>
            <a:r>
              <a:rPr lang="en-US" sz="100" noProof="0" dirty="0"/>
              <a:t> </a:t>
            </a:r>
            <a:r>
              <a:rPr lang="en-US" sz="2000" noProof="0" dirty="0"/>
              <a:t>P</a:t>
            </a:r>
            <a:r>
              <a:rPr lang="en-US" sz="100" noProof="0" dirty="0"/>
              <a:t> </a:t>
            </a:r>
            <a:r>
              <a:rPr lang="en-US" sz="2000" noProof="0" dirty="0"/>
              <a:t>A</a:t>
            </a:r>
            <a:r>
              <a:rPr lang="en-US" sz="100" noProof="0" dirty="0"/>
              <a:t> </a:t>
            </a:r>
            <a:r>
              <a:rPr lang="en-US" sz="2000" noProof="0" dirty="0"/>
              <a:t>A is not intended to interfere with the provision of emergency medical care associated with declared emergencies such as hurricanes, and covered health care providers may exercise their professional judgment and act if such actions are in the best interests of the patient.</a:t>
            </a:r>
          </a:p>
        </p:txBody>
      </p:sp>
    </p:spTree>
    <p:extLst>
      <p:ext uri="{BB962C8B-B14F-4D97-AF65-F5344CB8AC3E}">
        <p14:creationId xmlns:p14="http://schemas.microsoft.com/office/powerpoint/2010/main" val="2269364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3DD1ED9-7847-4E1F-8455-6A5ECF646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1A3DFEF-67D3-4CCE-BFE8-397D542A4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24E4445D-D137-4867-B463-009D641E9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9239343D-682B-4C59-A34A-69D332A71C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9" name="Rectangle 18">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935" y="485678"/>
            <a:ext cx="3131058"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19367" y="1113764"/>
            <a:ext cx="2452312" cy="4624327"/>
          </a:xfrm>
        </p:spPr>
        <p:txBody>
          <a:bodyPr vert="horz" lIns="91440" tIns="45720" rIns="91440" bIns="45720" rtlCol="0" anchor="ctr">
            <a:normAutofit/>
          </a:bodyPr>
          <a:lstStyle/>
          <a:p>
            <a:pPr>
              <a:spcBef>
                <a:spcPct val="0"/>
              </a:spcBef>
            </a:pPr>
            <a:r>
              <a:rPr lang="en-US" sz="2800" b="0" cap="all" noProof="0">
                <a:solidFill>
                  <a:srgbClr val="FFFFFF"/>
                </a:solidFill>
                <a:ea typeface="+mj-ea"/>
                <a:cs typeface="+mj-cs"/>
              </a:rPr>
              <a:t>Family Education Rights and Privacy Act</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866928" y="1113764"/>
            <a:ext cx="4581135" cy="4624327"/>
          </a:xfrm>
        </p:spPr>
        <p:txBody>
          <a:bodyPr vert="horz" lIns="91440" tIns="45720" rIns="91440" bIns="45720" rtlCol="0" anchor="ctr">
            <a:normAutofit/>
          </a:bodyPr>
          <a:lstStyle/>
          <a:p>
            <a:pPr>
              <a:lnSpc>
                <a:spcPct val="90000"/>
              </a:lnSpc>
              <a:spcAft>
                <a:spcPts val="600"/>
              </a:spcAft>
              <a:buClr>
                <a:schemeClr val="accent2"/>
              </a:buClr>
              <a:buSzPct val="92000"/>
              <a:buFont typeface="Wingdings 2" panose="05020102010507070707" pitchFamily="18" charset="2"/>
              <a:buChar char=""/>
            </a:pPr>
            <a:r>
              <a:rPr lang="en-US" sz="2000" noProof="0" dirty="0">
                <a:solidFill>
                  <a:schemeClr val="tx2"/>
                </a:solidFill>
                <a:ea typeface="+mn-ea"/>
                <a:cs typeface="+mn-cs"/>
              </a:rPr>
              <a:t>In 1974, Congress passed the Family Educational Rights and Privacy Act (FERPA) prompted by concerns about privacy violations and the inclusion of immaterial comments and personal opinions in educational records.</a:t>
            </a:r>
          </a:p>
          <a:p>
            <a:pPr>
              <a:lnSpc>
                <a:spcPct val="90000"/>
              </a:lnSpc>
              <a:spcAft>
                <a:spcPts val="600"/>
              </a:spcAft>
              <a:buClr>
                <a:schemeClr val="accent2"/>
              </a:buClr>
              <a:buSzPct val="92000"/>
              <a:buFont typeface="Wingdings 2" panose="05020102010507070707" pitchFamily="18" charset="2"/>
              <a:buChar char=""/>
            </a:pPr>
            <a:r>
              <a:rPr lang="en-US" sz="2000" noProof="0" dirty="0">
                <a:solidFill>
                  <a:schemeClr val="tx2"/>
                </a:solidFill>
                <a:ea typeface="+mn-ea"/>
                <a:cs typeface="+mn-cs"/>
              </a:rPr>
              <a:t>Confusion regarding HIPAA and FERPA continues to be of concern as institutions of higher education and governmental partners struggle to strike a balance between the two federal laws.</a:t>
            </a:r>
          </a:p>
        </p:txBody>
      </p:sp>
    </p:spTree>
    <p:extLst>
      <p:ext uri="{BB962C8B-B14F-4D97-AF65-F5344CB8AC3E}">
        <p14:creationId xmlns:p14="http://schemas.microsoft.com/office/powerpoint/2010/main" val="2903260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8FD5326-9F0A-481B-8415-14B6BFB852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7A268CD7-AFA8-49FF-8494-036157361B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A0897FCD-4816-4E4A-A524-078453D87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2ED953D6-5A73-4461-BB18-1E759E7A63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35894" y="702156"/>
            <a:ext cx="8272212" cy="1013800"/>
          </a:xfrm>
        </p:spPr>
        <p:txBody>
          <a:bodyPr vert="horz" lIns="91440" tIns="45720" rIns="91440" bIns="45720" rtlCol="0" anchor="b">
            <a:normAutofit/>
          </a:bodyPr>
          <a:lstStyle/>
          <a:p>
            <a:pPr>
              <a:spcBef>
                <a:spcPct val="0"/>
              </a:spcBef>
            </a:pPr>
            <a:r>
              <a:rPr lang="en-US" sz="2800" b="0" cap="all" noProof="0">
                <a:solidFill>
                  <a:srgbClr val="FFFEFF"/>
                </a:solidFill>
                <a:ea typeface="+mj-ea"/>
                <a:cs typeface="+mj-cs"/>
              </a:rPr>
              <a:t>What Is F E R P A?</a:t>
            </a:r>
          </a:p>
        </p:txBody>
      </p:sp>
      <p:graphicFrame>
        <p:nvGraphicFramePr>
          <p:cNvPr id="8" name="Content Placeholder 2">
            <a:extLst>
              <a:ext uri="{FF2B5EF4-FFF2-40B4-BE49-F238E27FC236}">
                <a16:creationId xmlns:a16="http://schemas.microsoft.com/office/drawing/2014/main" id="{AB54AA1F-77D8-A9D4-7542-7E33820F34A4}"/>
              </a:ext>
            </a:extLst>
          </p:cNvPr>
          <p:cNvGraphicFramePr>
            <a:graphicFrameLocks noGrp="1"/>
          </p:cNvGraphicFramePr>
          <p:nvPr>
            <p:ph sz="quarter" idx="13"/>
            <p:extLst>
              <p:ext uri="{D42A27DB-BD31-4B8C-83A1-F6EECF244321}">
                <p14:modId xmlns:p14="http://schemas.microsoft.com/office/powerpoint/2010/main" val="1785825500"/>
              </p:ext>
            </p:extLst>
          </p:nvPr>
        </p:nvGraphicFramePr>
        <p:xfrm>
          <a:off x="435768" y="2181225"/>
          <a:ext cx="8272463" cy="3678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2727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sz="3400" noProof="0" dirty="0"/>
              <a:t>How F</a:t>
            </a:r>
            <a:r>
              <a:rPr lang="en-US" sz="100" noProof="0" dirty="0"/>
              <a:t> </a:t>
            </a:r>
            <a:r>
              <a:rPr lang="en-US" sz="3400" noProof="0" dirty="0"/>
              <a:t>E</a:t>
            </a:r>
            <a:r>
              <a:rPr lang="en-US" sz="100" noProof="0" dirty="0"/>
              <a:t> </a:t>
            </a:r>
            <a:r>
              <a:rPr lang="en-US" sz="3400" noProof="0" dirty="0"/>
              <a:t>R</a:t>
            </a:r>
            <a:r>
              <a:rPr lang="en-US" sz="100" noProof="0" dirty="0"/>
              <a:t> </a:t>
            </a:r>
            <a:r>
              <a:rPr lang="en-US" sz="3400" noProof="0" dirty="0"/>
              <a:t>P</a:t>
            </a:r>
            <a:r>
              <a:rPr lang="en-US" sz="100" noProof="0" dirty="0"/>
              <a:t> </a:t>
            </a:r>
            <a:r>
              <a:rPr lang="en-US" sz="3400" noProof="0" dirty="0"/>
              <a:t>A Affects Crisis Counseling</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457200" y="1556326"/>
            <a:ext cx="8229600" cy="4773222"/>
          </a:xfrm>
        </p:spPr>
        <p:txBody>
          <a:bodyPr/>
          <a:lstStyle/>
          <a:p>
            <a:pPr>
              <a:spcBef>
                <a:spcPts val="600"/>
              </a:spcBef>
            </a:pPr>
            <a:r>
              <a:rPr lang="en-US" sz="1800" noProof="0" dirty="0">
                <a:solidFill>
                  <a:schemeClr val="tx1"/>
                </a:solidFill>
              </a:rPr>
              <a:t>According to the U.S. Department of Education (2020a), an emergency situation creates an exception, and schools may release information from general, medical, or mental health records to protect the health and safety of others.</a:t>
            </a:r>
          </a:p>
          <a:p>
            <a:pPr>
              <a:spcBef>
                <a:spcPts val="600"/>
              </a:spcBef>
            </a:pPr>
            <a:r>
              <a:rPr lang="en-US" sz="1800" noProof="0" dirty="0">
                <a:solidFill>
                  <a:schemeClr val="tx1"/>
                </a:solidFill>
              </a:rPr>
              <a:t>In situations concerning health and safety, higher education institutions may disclose educational records to a parent if the student is involved in a health or safety issue or is under 21 years of age and has violated the school’s drug and alcohol policies.</a:t>
            </a:r>
          </a:p>
          <a:p>
            <a:pPr>
              <a:spcBef>
                <a:spcPts val="600"/>
              </a:spcBef>
            </a:pPr>
            <a:r>
              <a:rPr lang="en-US" sz="1800" noProof="0" dirty="0">
                <a:solidFill>
                  <a:schemeClr val="tx1"/>
                </a:solidFill>
              </a:rPr>
              <a:t>According to the U.S. Department of Education (2021), “a school official may generally share information with parents that is based on that official’s personal knowledge or observation of the student.” Therefore, in situations where a student’s behavior involves the health and safety of self and others, school officials can communicate with parents.</a:t>
            </a:r>
          </a:p>
        </p:txBody>
      </p:sp>
    </p:spTree>
    <p:extLst>
      <p:ext uri="{BB962C8B-B14F-4D97-AF65-F5344CB8AC3E}">
        <p14:creationId xmlns:p14="http://schemas.microsoft.com/office/powerpoint/2010/main" val="759625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57200" y="584200"/>
            <a:ext cx="8229600" cy="1097279"/>
          </a:xfrm>
        </p:spPr>
        <p:txBody>
          <a:bodyPr/>
          <a:lstStyle/>
          <a:p>
            <a:r>
              <a:rPr lang="en-US" sz="3000" noProof="0" dirty="0"/>
              <a:t>The Application of H</a:t>
            </a:r>
            <a:r>
              <a:rPr lang="en-US" sz="100" noProof="0" dirty="0"/>
              <a:t> </a:t>
            </a:r>
            <a:r>
              <a:rPr lang="en-US" sz="3000" noProof="0" dirty="0"/>
              <a:t>I</a:t>
            </a:r>
            <a:r>
              <a:rPr lang="en-US" sz="100" noProof="0" dirty="0"/>
              <a:t> </a:t>
            </a:r>
            <a:r>
              <a:rPr lang="en-US" sz="3000" noProof="0" dirty="0"/>
              <a:t>P</a:t>
            </a:r>
            <a:r>
              <a:rPr lang="en-US" sz="100" noProof="0" dirty="0"/>
              <a:t> </a:t>
            </a:r>
            <a:r>
              <a:rPr lang="en-US" sz="3000" noProof="0" dirty="0"/>
              <a:t>A</a:t>
            </a:r>
            <a:r>
              <a:rPr lang="en-US" sz="100" noProof="0" dirty="0"/>
              <a:t> </a:t>
            </a:r>
            <a:r>
              <a:rPr lang="en-US" sz="3000" noProof="0" dirty="0"/>
              <a:t>A and F</a:t>
            </a:r>
            <a:r>
              <a:rPr lang="en-US" sz="100" noProof="0" dirty="0"/>
              <a:t> </a:t>
            </a:r>
            <a:r>
              <a:rPr lang="en-US" sz="3000" noProof="0" dirty="0"/>
              <a:t>E</a:t>
            </a:r>
            <a:r>
              <a:rPr lang="en-US" sz="100" noProof="0" dirty="0"/>
              <a:t> </a:t>
            </a:r>
            <a:r>
              <a:rPr lang="en-US" sz="3000" noProof="0" dirty="0"/>
              <a:t>R</a:t>
            </a:r>
            <a:r>
              <a:rPr lang="en-US" sz="100" noProof="0" dirty="0"/>
              <a:t> </a:t>
            </a:r>
            <a:r>
              <a:rPr lang="en-US" sz="3000" noProof="0" dirty="0"/>
              <a:t>P</a:t>
            </a:r>
            <a:r>
              <a:rPr lang="en-US" sz="100" noProof="0" dirty="0"/>
              <a:t> </a:t>
            </a:r>
            <a:r>
              <a:rPr lang="en-US" sz="3000" noProof="0" dirty="0"/>
              <a:t>A to College and University Student Records</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457200" y="1556327"/>
            <a:ext cx="7689273" cy="1079995"/>
          </a:xfrm>
        </p:spPr>
        <p:txBody>
          <a:bodyPr/>
          <a:lstStyle/>
          <a:p>
            <a:pPr marL="50400" indent="0">
              <a:buNone/>
            </a:pPr>
            <a:r>
              <a:rPr lang="en-US" sz="2000" noProof="0" dirty="0"/>
              <a:t>The interplay between H</a:t>
            </a:r>
            <a:r>
              <a:rPr lang="en-US" sz="100" noProof="0" dirty="0"/>
              <a:t> </a:t>
            </a:r>
            <a:r>
              <a:rPr lang="en-US" sz="2000" noProof="0" dirty="0"/>
              <a:t>I</a:t>
            </a:r>
            <a:r>
              <a:rPr lang="en-US" sz="100" noProof="0" dirty="0"/>
              <a:t> </a:t>
            </a:r>
            <a:r>
              <a:rPr lang="en-US" sz="2000" noProof="0" dirty="0"/>
              <a:t>P</a:t>
            </a:r>
            <a:r>
              <a:rPr lang="en-US" sz="100" noProof="0" dirty="0"/>
              <a:t> </a:t>
            </a:r>
            <a:r>
              <a:rPr lang="en-US" sz="2000" noProof="0" dirty="0"/>
              <a:t>A</a:t>
            </a:r>
            <a:r>
              <a:rPr lang="en-US" sz="100" noProof="0" dirty="0"/>
              <a:t> </a:t>
            </a:r>
            <a:r>
              <a:rPr lang="en-US" sz="2000" noProof="0" dirty="0"/>
              <a:t>A and F</a:t>
            </a:r>
            <a:r>
              <a:rPr lang="en-US" sz="100" noProof="0" dirty="0"/>
              <a:t> </a:t>
            </a:r>
            <a:r>
              <a:rPr lang="en-US" sz="2000" noProof="0" dirty="0"/>
              <a:t>E</a:t>
            </a:r>
            <a:r>
              <a:rPr lang="en-US" sz="100" noProof="0" dirty="0"/>
              <a:t> </a:t>
            </a:r>
            <a:r>
              <a:rPr lang="en-US" sz="2000" noProof="0" dirty="0"/>
              <a:t>R</a:t>
            </a:r>
            <a:r>
              <a:rPr lang="en-US" sz="100" noProof="0" dirty="0"/>
              <a:t> </a:t>
            </a:r>
            <a:r>
              <a:rPr lang="en-US" sz="2000" noProof="0" dirty="0"/>
              <a:t>P</a:t>
            </a:r>
            <a:r>
              <a:rPr lang="en-US" sz="100" noProof="0" dirty="0"/>
              <a:t> </a:t>
            </a:r>
            <a:r>
              <a:rPr lang="en-US" sz="2000" noProof="0" dirty="0"/>
              <a:t>A has yet to be fully understood, and higher education institutions currently interpret H</a:t>
            </a:r>
            <a:r>
              <a:rPr lang="en-US" sz="100" noProof="0" dirty="0"/>
              <a:t> </a:t>
            </a:r>
            <a:r>
              <a:rPr lang="en-US" sz="2000" noProof="0" dirty="0"/>
              <a:t>I</a:t>
            </a:r>
            <a:r>
              <a:rPr lang="en-US" sz="100" noProof="0" dirty="0"/>
              <a:t> </a:t>
            </a:r>
            <a:r>
              <a:rPr lang="en-US" sz="2000" noProof="0" dirty="0"/>
              <a:t>P</a:t>
            </a:r>
            <a:r>
              <a:rPr lang="en-US" sz="100" noProof="0" dirty="0"/>
              <a:t> </a:t>
            </a:r>
            <a:r>
              <a:rPr lang="en-US" sz="2000" noProof="0" dirty="0"/>
              <a:t>A</a:t>
            </a:r>
            <a:r>
              <a:rPr lang="en-US" sz="100" noProof="0" dirty="0"/>
              <a:t> </a:t>
            </a:r>
            <a:r>
              <a:rPr lang="en-US" sz="2000" noProof="0" dirty="0"/>
              <a:t>A and F</a:t>
            </a:r>
            <a:r>
              <a:rPr lang="en-US" sz="100" noProof="0" dirty="0"/>
              <a:t> </a:t>
            </a:r>
            <a:r>
              <a:rPr lang="en-US" sz="2000" noProof="0" dirty="0"/>
              <a:t>E</a:t>
            </a:r>
            <a:r>
              <a:rPr lang="en-US" sz="100" noProof="0" dirty="0"/>
              <a:t> </a:t>
            </a:r>
            <a:r>
              <a:rPr lang="en-US" sz="2000" noProof="0" dirty="0"/>
              <a:t>R</a:t>
            </a:r>
            <a:r>
              <a:rPr lang="en-US" sz="100" noProof="0" dirty="0"/>
              <a:t> </a:t>
            </a:r>
            <a:r>
              <a:rPr lang="en-US" sz="2000" noProof="0" dirty="0"/>
              <a:t>P</a:t>
            </a:r>
            <a:r>
              <a:rPr lang="en-US" sz="100" noProof="0" dirty="0"/>
              <a:t> </a:t>
            </a:r>
            <a:r>
              <a:rPr lang="en-US" sz="2000" noProof="0" dirty="0"/>
              <a:t>A in different ways.</a:t>
            </a:r>
          </a:p>
        </p:txBody>
      </p:sp>
      <p:pic>
        <p:nvPicPr>
          <p:cNvPr id="2" name="Picture 1" descr="An illustration depicts the application of H I P P A and F E R P A. For long description in Notes pane, press F6."/>
          <p:cNvPicPr>
            <a:picLocks noChangeAspect="1"/>
          </p:cNvPicPr>
          <p:nvPr/>
        </p:nvPicPr>
        <p:blipFill>
          <a:blip r:embed="rId3"/>
          <a:stretch>
            <a:fillRect/>
          </a:stretch>
        </p:blipFill>
        <p:spPr>
          <a:xfrm>
            <a:off x="1200620" y="2835358"/>
            <a:ext cx="6742760" cy="3438442"/>
          </a:xfrm>
          <a:prstGeom prst="rect">
            <a:avLst/>
          </a:prstGeom>
        </p:spPr>
      </p:pic>
    </p:spTree>
    <p:extLst>
      <p:ext uri="{BB962C8B-B14F-4D97-AF65-F5344CB8AC3E}">
        <p14:creationId xmlns:p14="http://schemas.microsoft.com/office/powerpoint/2010/main" val="4167361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3DD1ED9-7847-4E1F-8455-6A5ECF646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1A3DFEF-67D3-4CCE-BFE8-397D542A4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24E4445D-D137-4867-B463-009D641E9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9239343D-682B-4C59-A34A-69D332A71C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35894" y="641653"/>
            <a:ext cx="8272212" cy="1095560"/>
          </a:xfrm>
        </p:spPr>
        <p:txBody>
          <a:bodyPr vert="horz" lIns="91440" tIns="45720" rIns="91440" bIns="45720" rtlCol="0" anchor="t">
            <a:normAutofit/>
          </a:bodyPr>
          <a:lstStyle/>
          <a:p>
            <a:pPr>
              <a:spcBef>
                <a:spcPct val="0"/>
              </a:spcBef>
            </a:pPr>
            <a:r>
              <a:rPr lang="en-US" sz="2800" b="0" cap="all" noProof="0">
                <a:solidFill>
                  <a:schemeClr val="accent2"/>
                </a:solidFill>
                <a:ea typeface="+mj-ea"/>
                <a:cs typeface="+mj-cs"/>
              </a:rPr>
              <a:t>The Tarasoff versus Regents Decision (1 of 2)</a:t>
            </a:r>
          </a:p>
        </p:txBody>
      </p:sp>
      <p:sp>
        <p:nvSpPr>
          <p:cNvPr id="21" name="Rectangle 20">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899" y="457201"/>
            <a:ext cx="847420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435894" y="1879600"/>
            <a:ext cx="8272211" cy="3979200"/>
          </a:xfrm>
        </p:spPr>
        <p:txBody>
          <a:bodyPr vert="horz" lIns="91440" tIns="45720" rIns="91440" bIns="45720" rtlCol="0" anchor="ctr">
            <a:normAutofit/>
          </a:bodyPr>
          <a:lstStyle/>
          <a:p>
            <a:pPr>
              <a:spcAft>
                <a:spcPts val="600"/>
              </a:spcAft>
              <a:buClr>
                <a:schemeClr val="accent2"/>
              </a:buClr>
              <a:buSzPct val="92000"/>
              <a:buFont typeface="Wingdings 2" panose="05020102010507070707" pitchFamily="18" charset="2"/>
              <a:buChar char=""/>
            </a:pPr>
            <a:r>
              <a:rPr lang="en-US" sz="1900" noProof="0">
                <a:solidFill>
                  <a:schemeClr val="accent2">
                    <a:lumMod val="50000"/>
                  </a:schemeClr>
                </a:solidFill>
                <a:ea typeface="+mn-ea"/>
                <a:cs typeface="+mn-cs"/>
              </a:rPr>
              <a:t>In 1969, Prosenjit Poddar was seen by a psychologist on a voluntary outpatient basis at the University of California, Berkeley. Poddar confided his intent to kill a woman he claimed to be his girlfriend, a woman the psychologist surmised to be Tatiana Tarasoff, when she returned from Brazil.</a:t>
            </a:r>
          </a:p>
          <a:p>
            <a:pPr>
              <a:spcAft>
                <a:spcPts val="600"/>
              </a:spcAft>
              <a:buClr>
                <a:schemeClr val="accent2"/>
              </a:buClr>
              <a:buSzPct val="92000"/>
              <a:buFont typeface="Wingdings 2" panose="05020102010507070707" pitchFamily="18" charset="2"/>
              <a:buChar char=""/>
            </a:pPr>
            <a:r>
              <a:rPr lang="en-US" sz="1900" noProof="0">
                <a:solidFill>
                  <a:schemeClr val="accent2">
                    <a:lumMod val="50000"/>
                  </a:schemeClr>
                </a:solidFill>
                <a:ea typeface="+mn-ea"/>
                <a:cs typeface="+mn-cs"/>
              </a:rPr>
              <a:t>The psychologist contacted the campus police and then began proceedings to have Poddar committed for a psychiatric evaluation.</a:t>
            </a:r>
          </a:p>
          <a:p>
            <a:pPr>
              <a:spcAft>
                <a:spcPts val="600"/>
              </a:spcAft>
              <a:buClr>
                <a:schemeClr val="accent2"/>
              </a:buClr>
              <a:buSzPct val="92000"/>
              <a:buFont typeface="Wingdings 2" panose="05020102010507070707" pitchFamily="18" charset="2"/>
              <a:buChar char=""/>
            </a:pPr>
            <a:r>
              <a:rPr lang="en-US" sz="1900" noProof="0">
                <a:solidFill>
                  <a:schemeClr val="accent2">
                    <a:lumMod val="50000"/>
                  </a:schemeClr>
                </a:solidFill>
                <a:ea typeface="+mn-ea"/>
                <a:cs typeface="+mn-cs"/>
              </a:rPr>
              <a:t>The police questioned him and found Poddar to be rational and promised not to have contact with Tarasoff, so the police released him.</a:t>
            </a:r>
          </a:p>
          <a:p>
            <a:pPr>
              <a:spcAft>
                <a:spcPts val="600"/>
              </a:spcAft>
              <a:buClr>
                <a:schemeClr val="accent2"/>
              </a:buClr>
              <a:buSzPct val="92000"/>
              <a:buFont typeface="Wingdings 2" panose="05020102010507070707" pitchFamily="18" charset="2"/>
              <a:buChar char=""/>
            </a:pPr>
            <a:r>
              <a:rPr lang="en-US" sz="1900" noProof="0">
                <a:solidFill>
                  <a:schemeClr val="accent2">
                    <a:lumMod val="50000"/>
                  </a:schemeClr>
                </a:solidFill>
                <a:ea typeface="+mn-ea"/>
                <a:cs typeface="+mn-cs"/>
              </a:rPr>
              <a:t>The psychologist followed up on his concerns with a letter to the campus police chief in which he again expressed his concern; however, the supervisor of the psychologist requested that the letter be returned, ordered all case notes destroyed, and ordered that no further action be taken.</a:t>
            </a:r>
          </a:p>
        </p:txBody>
      </p:sp>
    </p:spTree>
    <p:extLst>
      <p:ext uri="{BB962C8B-B14F-4D97-AF65-F5344CB8AC3E}">
        <p14:creationId xmlns:p14="http://schemas.microsoft.com/office/powerpoint/2010/main" val="459664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3DD1ED9-7847-4E1F-8455-6A5ECF646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1A3DFEF-67D3-4CCE-BFE8-397D542A4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24E4445D-D137-4867-B463-009D641E9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9239343D-682B-4C59-A34A-69D332A71C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35894" y="641653"/>
            <a:ext cx="8272212" cy="1095560"/>
          </a:xfrm>
        </p:spPr>
        <p:txBody>
          <a:bodyPr vert="horz" lIns="91440" tIns="45720" rIns="91440" bIns="45720" rtlCol="0" anchor="t">
            <a:normAutofit/>
          </a:bodyPr>
          <a:lstStyle/>
          <a:p>
            <a:pPr>
              <a:spcBef>
                <a:spcPct val="0"/>
              </a:spcBef>
            </a:pPr>
            <a:r>
              <a:rPr lang="en-US" sz="2800" b="0" cap="all" noProof="0">
                <a:solidFill>
                  <a:schemeClr val="accent2"/>
                </a:solidFill>
                <a:ea typeface="+mj-ea"/>
                <a:cs typeface="+mj-cs"/>
              </a:rPr>
              <a:t>The Tarasoff versus Regents Decision (2 of 2)</a:t>
            </a:r>
          </a:p>
        </p:txBody>
      </p:sp>
      <p:sp>
        <p:nvSpPr>
          <p:cNvPr id="21" name="Rectangle 20">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899" y="457201"/>
            <a:ext cx="847420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435894" y="1879600"/>
            <a:ext cx="8272211" cy="3979200"/>
          </a:xfrm>
        </p:spPr>
        <p:txBody>
          <a:bodyPr vert="horz" lIns="91440" tIns="45720" rIns="91440" bIns="45720" rtlCol="0" anchor="ctr">
            <a:normAutofit/>
          </a:bodyPr>
          <a:lstStyle/>
          <a:p>
            <a:pPr>
              <a:lnSpc>
                <a:spcPct val="90000"/>
              </a:lnSpc>
              <a:spcAft>
                <a:spcPts val="600"/>
              </a:spcAft>
              <a:buClr>
                <a:schemeClr val="accent2"/>
              </a:buClr>
              <a:buSzPct val="92000"/>
              <a:buFont typeface="Wingdings 2" panose="05020102010507070707" pitchFamily="18" charset="2"/>
              <a:buChar char=""/>
            </a:pPr>
            <a:r>
              <a:rPr lang="en-US" sz="1800" noProof="0">
                <a:solidFill>
                  <a:schemeClr val="accent2">
                    <a:lumMod val="50000"/>
                  </a:schemeClr>
                </a:solidFill>
                <a:ea typeface="+mn-ea"/>
                <a:cs typeface="+mn-cs"/>
              </a:rPr>
              <a:t>Poddar did not return to see the psychologist, nor was he committed or evaluated by any additional mental health professionals.</a:t>
            </a:r>
          </a:p>
          <a:p>
            <a:pPr>
              <a:lnSpc>
                <a:spcPct val="90000"/>
              </a:lnSpc>
              <a:spcAft>
                <a:spcPts val="600"/>
              </a:spcAft>
              <a:buClr>
                <a:schemeClr val="accent2"/>
              </a:buClr>
              <a:buSzPct val="92000"/>
              <a:buFont typeface="Wingdings 2" panose="05020102010507070707" pitchFamily="18" charset="2"/>
              <a:buChar char=""/>
            </a:pPr>
            <a:r>
              <a:rPr lang="en-US" sz="1800" noProof="0">
                <a:solidFill>
                  <a:schemeClr val="accent2">
                    <a:lumMod val="50000"/>
                  </a:schemeClr>
                </a:solidFill>
                <a:ea typeface="+mn-ea"/>
                <a:cs typeface="+mn-cs"/>
              </a:rPr>
              <a:t>No one contacted Tarasoff or her family to alert them that a threat had been made.</a:t>
            </a:r>
          </a:p>
          <a:p>
            <a:pPr>
              <a:lnSpc>
                <a:spcPct val="90000"/>
              </a:lnSpc>
              <a:spcAft>
                <a:spcPts val="600"/>
              </a:spcAft>
              <a:buClr>
                <a:schemeClr val="accent2"/>
              </a:buClr>
              <a:buSzPct val="92000"/>
              <a:buFont typeface="Wingdings 2" panose="05020102010507070707" pitchFamily="18" charset="2"/>
              <a:buChar char=""/>
            </a:pPr>
            <a:r>
              <a:rPr lang="en-US" sz="1800" noProof="0">
                <a:solidFill>
                  <a:schemeClr val="accent2">
                    <a:lumMod val="50000"/>
                  </a:schemeClr>
                </a:solidFill>
                <a:ea typeface="+mn-ea"/>
                <a:cs typeface="+mn-cs"/>
              </a:rPr>
              <a:t>Two months later, Tarasoff was stabbed to death by Poddar; her parents sued the University of California Board of Regents.</a:t>
            </a:r>
          </a:p>
          <a:p>
            <a:pPr>
              <a:lnSpc>
                <a:spcPct val="90000"/>
              </a:lnSpc>
              <a:spcAft>
                <a:spcPts val="600"/>
              </a:spcAft>
              <a:buClr>
                <a:schemeClr val="accent2"/>
              </a:buClr>
              <a:buSzPct val="92000"/>
              <a:buFont typeface="Wingdings 2" panose="05020102010507070707" pitchFamily="18" charset="2"/>
              <a:buChar char=""/>
            </a:pPr>
            <a:r>
              <a:rPr lang="en-US" sz="1800" noProof="0">
                <a:solidFill>
                  <a:schemeClr val="accent2">
                    <a:lumMod val="50000"/>
                  </a:schemeClr>
                </a:solidFill>
                <a:ea typeface="+mn-ea"/>
                <a:cs typeface="+mn-cs"/>
              </a:rPr>
              <a:t>Initially, a trial court ruled that the university was not liable because Tarasoff was not the patient in this case, and therefore it had no duty of care toward her.</a:t>
            </a:r>
          </a:p>
          <a:p>
            <a:pPr>
              <a:lnSpc>
                <a:spcPct val="90000"/>
              </a:lnSpc>
              <a:spcAft>
                <a:spcPts val="600"/>
              </a:spcAft>
              <a:buClr>
                <a:schemeClr val="accent2"/>
              </a:buClr>
              <a:buSzPct val="92000"/>
              <a:buFont typeface="Wingdings 2" panose="05020102010507070707" pitchFamily="18" charset="2"/>
              <a:buChar char=""/>
            </a:pPr>
            <a:r>
              <a:rPr lang="en-US" sz="1800" noProof="0">
                <a:solidFill>
                  <a:schemeClr val="accent2">
                    <a:lumMod val="50000"/>
                  </a:schemeClr>
                </a:solidFill>
                <a:ea typeface="+mn-ea"/>
                <a:cs typeface="+mn-cs"/>
              </a:rPr>
              <a:t>Upon appeal, the California Supreme Court ruled there are some circumstances in which a therapist should break confidentiality, specifically when such a disclosure is necessary to avert danger to the client or others.</a:t>
            </a:r>
          </a:p>
          <a:p>
            <a:pPr>
              <a:lnSpc>
                <a:spcPct val="90000"/>
              </a:lnSpc>
              <a:spcAft>
                <a:spcPts val="600"/>
              </a:spcAft>
              <a:buClr>
                <a:schemeClr val="accent2"/>
              </a:buClr>
              <a:buSzPct val="92000"/>
              <a:buFont typeface="Wingdings 2" panose="05020102010507070707" pitchFamily="18" charset="2"/>
              <a:buChar char=""/>
            </a:pPr>
            <a:r>
              <a:rPr lang="en-US" sz="1800" noProof="0">
                <a:solidFill>
                  <a:schemeClr val="accent2">
                    <a:lumMod val="50000"/>
                  </a:schemeClr>
                </a:solidFill>
                <a:ea typeface="+mn-ea"/>
                <a:cs typeface="+mn-cs"/>
              </a:rPr>
              <a:t>This act of breaking confidentiality when disclosure is necessary to avert danger is known as the </a:t>
            </a:r>
            <a:r>
              <a:rPr lang="en-US" sz="1800" b="1" noProof="0">
                <a:solidFill>
                  <a:schemeClr val="accent2">
                    <a:lumMod val="50000"/>
                  </a:schemeClr>
                </a:solidFill>
                <a:ea typeface="+mn-ea"/>
                <a:cs typeface="+mn-cs"/>
              </a:rPr>
              <a:t>duty to warn</a:t>
            </a:r>
            <a:r>
              <a:rPr lang="en-US" sz="1800" i="1" noProof="0">
                <a:solidFill>
                  <a:schemeClr val="accent2">
                    <a:lumMod val="50000"/>
                  </a:schemeClr>
                </a:solidFill>
                <a:ea typeface="+mn-ea"/>
                <a:cs typeface="+mn-cs"/>
              </a:rPr>
              <a:t>.</a:t>
            </a:r>
          </a:p>
        </p:txBody>
      </p:sp>
    </p:spTree>
    <p:extLst>
      <p:ext uri="{BB962C8B-B14F-4D97-AF65-F5344CB8AC3E}">
        <p14:creationId xmlns:p14="http://schemas.microsoft.com/office/powerpoint/2010/main" val="3079639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E3DD1ED9-7847-4E1F-8455-6A5ECF646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31A3DFEF-67D3-4CCE-BFE8-397D542A4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 name="Rectangle 40">
            <a:extLst>
              <a:ext uri="{FF2B5EF4-FFF2-40B4-BE49-F238E27FC236}">
                <a16:creationId xmlns:a16="http://schemas.microsoft.com/office/drawing/2014/main" id="{24E4445D-D137-4867-B463-009D641E9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3" name="Rectangle 42">
            <a:extLst>
              <a:ext uri="{FF2B5EF4-FFF2-40B4-BE49-F238E27FC236}">
                <a16:creationId xmlns:a16="http://schemas.microsoft.com/office/drawing/2014/main" id="{9239343D-682B-4C59-A34A-69D332A71C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45" name="Rectangle 44">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935" y="485678"/>
            <a:ext cx="3131058"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19367" y="1113764"/>
            <a:ext cx="2452312" cy="4624327"/>
          </a:xfrm>
        </p:spPr>
        <p:txBody>
          <a:bodyPr vert="horz" lIns="91440" tIns="45720" rIns="91440" bIns="45720" rtlCol="0" anchor="ctr">
            <a:normAutofit/>
          </a:bodyPr>
          <a:lstStyle/>
          <a:p>
            <a:pPr>
              <a:spcBef>
                <a:spcPct val="0"/>
              </a:spcBef>
            </a:pPr>
            <a:r>
              <a:rPr lang="en-US" sz="2800" b="0" cap="all" noProof="0">
                <a:solidFill>
                  <a:srgbClr val="FFFFFF"/>
                </a:solidFill>
                <a:ea typeface="+mj-ea"/>
                <a:cs typeface="+mj-cs"/>
              </a:rPr>
              <a:t>What Was the Effect of Tarasoff versus Regents?</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866928" y="485678"/>
            <a:ext cx="4909137" cy="5888772"/>
          </a:xfrm>
        </p:spPr>
        <p:txBody>
          <a:bodyPr vert="horz" lIns="91440" tIns="45720" rIns="91440" bIns="45720" rtlCol="0" anchor="ctr">
            <a:normAutofit/>
          </a:bodyPr>
          <a:lstStyle/>
          <a:p>
            <a:pPr>
              <a:lnSpc>
                <a:spcPct val="90000"/>
              </a:lnSpc>
              <a:spcAft>
                <a:spcPts val="600"/>
              </a:spcAft>
              <a:buClr>
                <a:schemeClr val="accent2"/>
              </a:buClr>
              <a:buSzPct val="92000"/>
              <a:buFont typeface="Wingdings 2" panose="05020102010507070707" pitchFamily="18" charset="2"/>
              <a:buChar char=""/>
            </a:pPr>
            <a:r>
              <a:rPr lang="en-US" sz="1800" noProof="0" dirty="0">
                <a:solidFill>
                  <a:schemeClr val="tx2"/>
                </a:solidFill>
                <a:ea typeface="+mn-ea"/>
                <a:cs typeface="+mn-cs"/>
              </a:rPr>
              <a:t>The terms </a:t>
            </a:r>
            <a:r>
              <a:rPr lang="en-US" sz="1800" b="1" noProof="0" dirty="0">
                <a:solidFill>
                  <a:schemeClr val="tx2"/>
                </a:solidFill>
                <a:ea typeface="+mn-ea"/>
                <a:cs typeface="+mn-cs"/>
              </a:rPr>
              <a:t>duty to warn </a:t>
            </a:r>
            <a:r>
              <a:rPr lang="en-US" sz="1800" noProof="0" dirty="0">
                <a:solidFill>
                  <a:schemeClr val="tx2"/>
                </a:solidFill>
                <a:ea typeface="+mn-ea"/>
                <a:cs typeface="+mn-cs"/>
              </a:rPr>
              <a:t>and</a:t>
            </a:r>
            <a:r>
              <a:rPr lang="en-US" sz="1800" b="1" noProof="0" dirty="0">
                <a:solidFill>
                  <a:schemeClr val="tx2"/>
                </a:solidFill>
                <a:ea typeface="+mn-ea"/>
                <a:cs typeface="+mn-cs"/>
              </a:rPr>
              <a:t> duty to protect</a:t>
            </a:r>
            <a:r>
              <a:rPr lang="en-US" sz="1800" i="1" noProof="0" dirty="0">
                <a:solidFill>
                  <a:schemeClr val="tx2"/>
                </a:solidFill>
                <a:ea typeface="+mn-ea"/>
                <a:cs typeface="+mn-cs"/>
              </a:rPr>
              <a:t> </a:t>
            </a:r>
            <a:r>
              <a:rPr lang="en-US" sz="1800" noProof="0" dirty="0">
                <a:solidFill>
                  <a:schemeClr val="tx2"/>
                </a:solidFill>
                <a:ea typeface="+mn-ea"/>
                <a:cs typeface="+mn-cs"/>
              </a:rPr>
              <a:t>are often used interchangeable, adding to the confusion in the field. Definitions of each term vary by state.</a:t>
            </a:r>
          </a:p>
          <a:p>
            <a:pPr>
              <a:lnSpc>
                <a:spcPct val="90000"/>
              </a:lnSpc>
              <a:spcAft>
                <a:spcPts val="600"/>
              </a:spcAft>
              <a:buClr>
                <a:schemeClr val="accent2"/>
              </a:buClr>
              <a:buSzPct val="92000"/>
              <a:buFont typeface="Wingdings 2" panose="05020102010507070707" pitchFamily="18" charset="2"/>
              <a:buChar char=""/>
            </a:pPr>
            <a:r>
              <a:rPr lang="en-US" sz="1800" noProof="0" dirty="0">
                <a:solidFill>
                  <a:schemeClr val="tx2"/>
                </a:solidFill>
                <a:ea typeface="+mn-ea"/>
                <a:cs typeface="+mn-cs"/>
              </a:rPr>
              <a:t>The Tarasoff ruling establishes a duty to protect </a:t>
            </a:r>
            <a:r>
              <a:rPr lang="en-US" sz="1800" b="1" noProof="0" dirty="0">
                <a:solidFill>
                  <a:schemeClr val="tx2"/>
                </a:solidFill>
                <a:ea typeface="+mn-ea"/>
                <a:cs typeface="+mn-cs"/>
              </a:rPr>
              <a:t>and</a:t>
            </a:r>
            <a:r>
              <a:rPr lang="en-US" sz="1800" noProof="0" dirty="0">
                <a:solidFill>
                  <a:schemeClr val="tx2"/>
                </a:solidFill>
                <a:ea typeface="+mn-ea"/>
                <a:cs typeface="+mn-cs"/>
              </a:rPr>
              <a:t> a duty to warn. The ruling and interpretation of the Tarasoff principle for counseling professionals involves the awareness of the protective measure as a legal obligation to warn an intended victim of potential harm.</a:t>
            </a:r>
          </a:p>
          <a:p>
            <a:pPr>
              <a:lnSpc>
                <a:spcPct val="90000"/>
              </a:lnSpc>
              <a:spcAft>
                <a:spcPts val="600"/>
              </a:spcAft>
              <a:buClr>
                <a:schemeClr val="accent2"/>
              </a:buClr>
              <a:buSzPct val="92000"/>
              <a:buFont typeface="Wingdings 2" panose="05020102010507070707" pitchFamily="18" charset="2"/>
              <a:buChar char=""/>
            </a:pPr>
            <a:r>
              <a:rPr lang="en-US" sz="1800" noProof="0" dirty="0">
                <a:solidFill>
                  <a:schemeClr val="tx2"/>
                </a:solidFill>
                <a:ea typeface="+mn-ea"/>
                <a:cs typeface="+mn-cs"/>
              </a:rPr>
              <a:t>It is highly recommended that counselors seek peer supervision and consultation on a regular basis, but particularly whenever the issue of breaking confidentiality becomes a factor in practice. This principle is known as the </a:t>
            </a:r>
            <a:r>
              <a:rPr lang="en-US" sz="1800" b="1" noProof="0" dirty="0">
                <a:solidFill>
                  <a:schemeClr val="tx2"/>
                </a:solidFill>
                <a:ea typeface="+mn-ea"/>
                <a:cs typeface="+mn-cs"/>
              </a:rPr>
              <a:t>duty to consult</a:t>
            </a:r>
            <a:r>
              <a:rPr lang="en-US" sz="1800" i="1" noProof="0" dirty="0">
                <a:solidFill>
                  <a:schemeClr val="tx2"/>
                </a:solidFill>
                <a:ea typeface="+mn-ea"/>
                <a:cs typeface="+mn-cs"/>
              </a:rPr>
              <a:t> </a:t>
            </a:r>
            <a:r>
              <a:rPr lang="en-US" sz="1800" noProof="0" dirty="0">
                <a:solidFill>
                  <a:schemeClr val="tx2"/>
                </a:solidFill>
                <a:ea typeface="+mn-ea"/>
                <a:cs typeface="+mn-cs"/>
              </a:rPr>
              <a:t>principle and can assist crisis counselors in decreasing liability issues in similar cases.</a:t>
            </a:r>
          </a:p>
        </p:txBody>
      </p:sp>
    </p:spTree>
    <p:extLst>
      <p:ext uri="{BB962C8B-B14F-4D97-AF65-F5344CB8AC3E}">
        <p14:creationId xmlns:p14="http://schemas.microsoft.com/office/powerpoint/2010/main" val="721514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AEC2C-E228-8689-5AF6-E68A69B42E7E}"/>
              </a:ext>
            </a:extLst>
          </p:cNvPr>
          <p:cNvSpPr>
            <a:spLocks noGrp="1"/>
          </p:cNvSpPr>
          <p:nvPr>
            <p:ph type="title"/>
          </p:nvPr>
        </p:nvSpPr>
        <p:spPr/>
        <p:txBody>
          <a:bodyPr/>
          <a:lstStyle/>
          <a:p>
            <a:r>
              <a:rPr lang="en-US" dirty="0"/>
              <a:t>Washington Law- Duty to Warn</a:t>
            </a:r>
          </a:p>
        </p:txBody>
      </p:sp>
      <p:sp>
        <p:nvSpPr>
          <p:cNvPr id="3" name="Content Placeholder 2">
            <a:extLst>
              <a:ext uri="{FF2B5EF4-FFF2-40B4-BE49-F238E27FC236}">
                <a16:creationId xmlns:a16="http://schemas.microsoft.com/office/drawing/2014/main" id="{E31718EE-B654-E227-D0B1-0D34E831561B}"/>
              </a:ext>
            </a:extLst>
          </p:cNvPr>
          <p:cNvSpPr>
            <a:spLocks noGrp="1"/>
          </p:cNvSpPr>
          <p:nvPr>
            <p:ph sz="quarter" idx="13"/>
          </p:nvPr>
        </p:nvSpPr>
        <p:spPr/>
        <p:txBody>
          <a:bodyPr>
            <a:normAutofit fontScale="62500" lnSpcReduction="20000"/>
          </a:bodyPr>
          <a:lstStyle/>
          <a:p>
            <a:r>
              <a:rPr lang="en-US" b="1" dirty="0"/>
              <a:t>RCW </a:t>
            </a:r>
            <a:r>
              <a:rPr lang="en-US" b="1" dirty="0">
                <a:hlinkClick r:id="rId2"/>
              </a:rPr>
              <a:t>71.05.120</a:t>
            </a:r>
            <a:endParaRPr lang="en-US" b="1" dirty="0"/>
          </a:p>
          <a:p>
            <a:r>
              <a:rPr lang="en-US" b="1" dirty="0"/>
              <a:t>Exemptions from liability.</a:t>
            </a:r>
          </a:p>
          <a:p>
            <a:r>
              <a:rPr lang="en-US" dirty="0"/>
              <a:t>(1) No officer of a public or private agency, nor the superintendent, professional person in charge, his or her professional designee, or attending staff of any such agency, nor any public official performing functions necessary to the administration of this chapter, nor peace officer responsible for detaining a person pursuant to this chapter, nor any designated crisis responder, nor the state, a unit of local government, an evaluation and treatment facility, a secure withdrawal management and stabilization facility, or an approved substance use disorder treatment program shall be civilly or criminally liable for performing duties pursuant to this chapter with regard to the decision of whether to admit, discharge, release, administer antipsychotic medications, or detain a person for evaluation and treatment: PROVIDED, That such duties were performed in good faith and without gross negligence.</a:t>
            </a:r>
          </a:p>
          <a:p>
            <a:r>
              <a:rPr lang="en-US" dirty="0"/>
              <a:t>(2) Peace officers and their employing agencies are not liable for the referral of a person, or the failure to refer a person, to a behavioral health agency pursuant to a policy adopted pursuant to RCW </a:t>
            </a:r>
            <a:r>
              <a:rPr lang="en-US" b="1" dirty="0">
                <a:hlinkClick r:id="rId3"/>
              </a:rPr>
              <a:t>71.05.457</a:t>
            </a:r>
            <a:r>
              <a:rPr lang="en-US" dirty="0"/>
              <a:t> if such action or inaction is taken in good faith and without gross negligence.</a:t>
            </a:r>
          </a:p>
          <a:p>
            <a:r>
              <a:rPr lang="en-US" dirty="0"/>
              <a:t>(</a:t>
            </a:r>
            <a:r>
              <a:rPr lang="en-US" dirty="0">
                <a:highlight>
                  <a:srgbClr val="FFFF00"/>
                </a:highlight>
              </a:rPr>
              <a:t>3) This section does not relieve a person from giving the required notices under RCW </a:t>
            </a:r>
            <a:r>
              <a:rPr lang="en-US" b="1" dirty="0">
                <a:highlight>
                  <a:srgbClr val="FFFF00"/>
                </a:highlight>
                <a:hlinkClick r:id="rId4"/>
              </a:rPr>
              <a:t>71.05.330</a:t>
            </a:r>
            <a:r>
              <a:rPr lang="en-US" dirty="0">
                <a:highlight>
                  <a:srgbClr val="FFFF00"/>
                </a:highlight>
              </a:rPr>
              <a:t>(2) or </a:t>
            </a:r>
            <a:r>
              <a:rPr lang="en-US" b="1" dirty="0">
                <a:highlight>
                  <a:srgbClr val="FFFF00"/>
                </a:highlight>
                <a:hlinkClick r:id="rId5"/>
              </a:rPr>
              <a:t>71.05.340</a:t>
            </a:r>
            <a:r>
              <a:rPr lang="en-US" dirty="0">
                <a:highlight>
                  <a:srgbClr val="FFFF00"/>
                </a:highlight>
              </a:rPr>
              <a:t>(1)(b), or the duty to warn or to take reasonable precautions to provide protection from violent behavior where the patient has communicated an actual threat of physical violence against a reasonably identifiable victim or victims. The duty to warn or to take reasonable precautions to provide protection from violent behavior is discharged if reasonable efforts are made to communicate the threat to the victim or victims and to law enforcement personnel.</a:t>
            </a:r>
          </a:p>
          <a:p>
            <a:endParaRPr lang="en-US" dirty="0"/>
          </a:p>
        </p:txBody>
      </p:sp>
    </p:spTree>
    <p:extLst>
      <p:ext uri="{BB962C8B-B14F-4D97-AF65-F5344CB8AC3E}">
        <p14:creationId xmlns:p14="http://schemas.microsoft.com/office/powerpoint/2010/main" val="3635014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57200" y="464213"/>
            <a:ext cx="8229600" cy="1097279"/>
          </a:xfrm>
        </p:spPr>
        <p:txBody>
          <a:bodyPr>
            <a:normAutofit fontScale="90000"/>
          </a:bodyPr>
          <a:lstStyle/>
          <a:p>
            <a:r>
              <a:rPr lang="en-US" sz="3200" noProof="0" dirty="0"/>
              <a:t>How Tarasoff v</a:t>
            </a:r>
            <a:r>
              <a:rPr lang="en-US" sz="100" noProof="0" dirty="0"/>
              <a:t>ersus</a:t>
            </a:r>
            <a:r>
              <a:rPr lang="en-US" sz="3200" noProof="0" dirty="0"/>
              <a:t> Regent Affects Crisis Counseling?</a:t>
            </a:r>
          </a:p>
        </p:txBody>
      </p:sp>
      <p:sp>
        <p:nvSpPr>
          <p:cNvPr id="2" name="Content Placeholder 1"/>
          <p:cNvSpPr>
            <a:spLocks noGrp="1"/>
          </p:cNvSpPr>
          <p:nvPr>
            <p:ph sz="quarter" idx="13"/>
          </p:nvPr>
        </p:nvSpPr>
        <p:spPr>
          <a:xfrm>
            <a:off x="457200" y="1556328"/>
            <a:ext cx="8229600" cy="1108496"/>
          </a:xfrm>
        </p:spPr>
        <p:txBody>
          <a:bodyPr/>
          <a:lstStyle/>
          <a:p>
            <a:pPr>
              <a:spcBef>
                <a:spcPts val="1200"/>
              </a:spcBef>
            </a:pPr>
            <a:r>
              <a:rPr lang="en-US" sz="1800" noProof="0" dirty="0"/>
              <a:t>Collins and Collins’s (2005) developmental-ecological model of crisis</a:t>
            </a:r>
          </a:p>
          <a:p>
            <a:pPr>
              <a:spcBef>
                <a:spcPts val="1200"/>
              </a:spcBef>
            </a:pPr>
            <a:r>
              <a:rPr lang="en-US" sz="1800" noProof="0" dirty="0"/>
              <a:t>Intervention identifies three goals for a crisis worker dealing with a potentially violent individual:</a:t>
            </a:r>
          </a:p>
        </p:txBody>
      </p:sp>
      <p:sp>
        <p:nvSpPr>
          <p:cNvPr id="4" name="Content Placeholder 3"/>
          <p:cNvSpPr>
            <a:spLocks noGrp="1"/>
          </p:cNvSpPr>
          <p:nvPr>
            <p:ph sz="quarter" idx="14"/>
          </p:nvPr>
        </p:nvSpPr>
        <p:spPr>
          <a:xfrm>
            <a:off x="457200" y="2778825"/>
            <a:ext cx="8229600" cy="1282536"/>
          </a:xfrm>
        </p:spPr>
        <p:txBody>
          <a:bodyPr tIns="0"/>
          <a:lstStyle/>
          <a:p>
            <a:pPr marL="741600" lvl="1" indent="-428400">
              <a:buFont typeface="+mj-lt"/>
              <a:buAutoNum type="arabicPeriod"/>
            </a:pPr>
            <a:r>
              <a:rPr lang="en-US" sz="1800" noProof="0" dirty="0"/>
              <a:t>Ensure that the client remains safe, reduce lethality, and stabilize the environment.</a:t>
            </a:r>
          </a:p>
          <a:p>
            <a:pPr marL="741600" lvl="1" indent="-428400">
              <a:buFont typeface="+mj-lt"/>
              <a:buAutoNum type="arabicPeriod"/>
            </a:pPr>
            <a:r>
              <a:rPr lang="en-US" sz="1800" noProof="0" dirty="0"/>
              <a:t>Help the client to regain short-term control.</a:t>
            </a:r>
          </a:p>
          <a:p>
            <a:pPr marL="741600" lvl="1" indent="-428400">
              <a:buFont typeface="+mj-lt"/>
              <a:buAutoNum type="arabicPeriod"/>
            </a:pPr>
            <a:r>
              <a:rPr lang="en-US" sz="1800" noProof="0" dirty="0"/>
              <a:t>Connect the client with appropriate resources.</a:t>
            </a:r>
          </a:p>
        </p:txBody>
      </p:sp>
      <p:sp>
        <p:nvSpPr>
          <p:cNvPr id="5" name="Content Placeholder 4"/>
          <p:cNvSpPr>
            <a:spLocks noGrp="1"/>
          </p:cNvSpPr>
          <p:nvPr>
            <p:ph sz="quarter" idx="15"/>
          </p:nvPr>
        </p:nvSpPr>
        <p:spPr>
          <a:xfrm>
            <a:off x="457200" y="4154024"/>
            <a:ext cx="8229600" cy="2130363"/>
          </a:xfrm>
        </p:spPr>
        <p:txBody>
          <a:bodyPr tIns="0">
            <a:normAutofit lnSpcReduction="10000"/>
          </a:bodyPr>
          <a:lstStyle/>
          <a:p>
            <a:pPr marL="255600" indent="-255600">
              <a:spcBef>
                <a:spcPts val="1200"/>
              </a:spcBef>
            </a:pPr>
            <a:r>
              <a:rPr lang="en-US" sz="1800" noProof="0" dirty="0"/>
              <a:t>The course of accomplishing these three goals, however, is balanced against the counselor’s decision that a duty to warn exists and confidentiality must be broken in part to accomplish those very goals.</a:t>
            </a:r>
          </a:p>
          <a:p>
            <a:pPr marL="255600" indent="-255600">
              <a:spcBef>
                <a:spcPts val="1200"/>
              </a:spcBef>
            </a:pPr>
            <a:r>
              <a:rPr lang="en-US" sz="1800" noProof="0" dirty="0"/>
              <a:t>While the principles of duty to warn and duty to protect are useful, counselors should not assume that Tarasoff applies without explicitly researching their state law. Counselors should be aware of the changing nature of legislation and of the pertinent regulations for their own state.</a:t>
            </a:r>
          </a:p>
        </p:txBody>
      </p:sp>
    </p:spTree>
    <p:extLst>
      <p:ext uri="{BB962C8B-B14F-4D97-AF65-F5344CB8AC3E}">
        <p14:creationId xmlns:p14="http://schemas.microsoft.com/office/powerpoint/2010/main" val="1843532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39ADA0F-F0D7-75D7-8BED-790188AD8E50}"/>
              </a:ext>
            </a:extLst>
          </p:cNvPr>
          <p:cNvSpPr>
            <a:spLocks noGrp="1"/>
          </p:cNvSpPr>
          <p:nvPr>
            <p:ph type="ctrTitle"/>
          </p:nvPr>
        </p:nvSpPr>
        <p:spPr/>
        <p:txBody>
          <a:bodyPr/>
          <a:lstStyle/>
          <a:p>
            <a:r>
              <a:rPr lang="en-US" dirty="0"/>
              <a:t>Harm to Others</a:t>
            </a:r>
          </a:p>
        </p:txBody>
      </p:sp>
      <p:sp>
        <p:nvSpPr>
          <p:cNvPr id="5" name="Subtitle 4">
            <a:extLst>
              <a:ext uri="{FF2B5EF4-FFF2-40B4-BE49-F238E27FC236}">
                <a16:creationId xmlns:a16="http://schemas.microsoft.com/office/drawing/2014/main" id="{596447B4-2DC4-71E0-C1E7-9E3823B733A6}"/>
              </a:ext>
            </a:extLst>
          </p:cNvPr>
          <p:cNvSpPr>
            <a:spLocks noGrp="1"/>
          </p:cNvSpPr>
          <p:nvPr>
            <p:ph type="subTitle" idx="1"/>
          </p:nvPr>
        </p:nvSpPr>
        <p:spPr/>
        <p:txBody>
          <a:bodyPr/>
          <a:lstStyle/>
          <a:p>
            <a:r>
              <a:rPr lang="en-US" dirty="0"/>
              <a:t>From Chapter 6</a:t>
            </a:r>
          </a:p>
        </p:txBody>
      </p:sp>
    </p:spTree>
    <p:extLst>
      <p:ext uri="{BB962C8B-B14F-4D97-AF65-F5344CB8AC3E}">
        <p14:creationId xmlns:p14="http://schemas.microsoft.com/office/powerpoint/2010/main" val="35253082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noProof="0" dirty="0"/>
              <a:t>Homicide</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457200" y="1556327"/>
            <a:ext cx="8229600" cy="4752398"/>
          </a:xfrm>
        </p:spPr>
        <p:txBody>
          <a:bodyPr>
            <a:normAutofit/>
          </a:bodyPr>
          <a:lstStyle/>
          <a:p>
            <a:pPr>
              <a:spcBef>
                <a:spcPts val="400"/>
              </a:spcBef>
            </a:pPr>
            <a:r>
              <a:rPr lang="en-US" b="1" noProof="0" dirty="0"/>
              <a:t>Homicide </a:t>
            </a:r>
            <a:r>
              <a:rPr lang="en-US" noProof="0" dirty="0"/>
              <a:t>can be defined as the willful killing of one person by another person.</a:t>
            </a:r>
          </a:p>
          <a:p>
            <a:pPr>
              <a:spcBef>
                <a:spcPts val="400"/>
              </a:spcBef>
            </a:pPr>
            <a:r>
              <a:rPr lang="en-US" noProof="0" dirty="0"/>
              <a:t>The potential for violence and homicide exists in families, schools, colleges, the workplace, and across all communities. Thus, it is essential that counselors in all practice settings be equipped to assess the lethality of clients with homicidal ideation and be capable of making decisions regarding the referral and treatment of dangerous clients.</a:t>
            </a:r>
          </a:p>
          <a:p>
            <a:pPr>
              <a:spcBef>
                <a:spcPts val="400"/>
              </a:spcBef>
            </a:pPr>
            <a:r>
              <a:rPr lang="en-US" dirty="0"/>
              <a:t>C</a:t>
            </a:r>
            <a:r>
              <a:rPr lang="en-US" noProof="0" dirty="0" err="1"/>
              <a:t>ounselors</a:t>
            </a:r>
            <a:r>
              <a:rPr lang="en-US" noProof="0" dirty="0"/>
              <a:t> in all settings may be called on to provide services to survivors of loss due to homicide.</a:t>
            </a:r>
          </a:p>
        </p:txBody>
      </p:sp>
    </p:spTree>
    <p:extLst>
      <p:ext uri="{BB962C8B-B14F-4D97-AF65-F5344CB8AC3E}">
        <p14:creationId xmlns:p14="http://schemas.microsoft.com/office/powerpoint/2010/main" val="2999779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sz="3200" noProof="0" dirty="0"/>
              <a:t>Assessment of Homicide: Risk Factors</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p:txBody>
          <a:bodyPr/>
          <a:lstStyle/>
          <a:p>
            <a:pPr marL="50400" indent="0">
              <a:buNone/>
            </a:pPr>
            <a:r>
              <a:rPr lang="en-US" sz="1600" noProof="0" dirty="0"/>
              <a:t>While they may assist crisis counselors in assessment, the existence of risk factors does not mean the client </a:t>
            </a:r>
            <a:r>
              <a:rPr lang="en-US" sz="1600" b="1" noProof="0" dirty="0"/>
              <a:t>will</a:t>
            </a:r>
            <a:r>
              <a:rPr lang="en-US" sz="1600" i="1" noProof="0" dirty="0"/>
              <a:t> </a:t>
            </a:r>
            <a:r>
              <a:rPr lang="en-US" sz="1600" noProof="0" dirty="0"/>
              <a:t>become violent, and, conversely, the absence of risk factors </a:t>
            </a:r>
            <a:r>
              <a:rPr lang="en-US" sz="1600" b="1" noProof="0" dirty="0"/>
              <a:t>does not</a:t>
            </a:r>
            <a:r>
              <a:rPr lang="en-US" sz="1600" i="1" noProof="0" dirty="0"/>
              <a:t> </a:t>
            </a:r>
            <a:r>
              <a:rPr lang="en-US" sz="1600" noProof="0" dirty="0"/>
              <a:t>indicate a lack of homicidal intention.</a:t>
            </a:r>
          </a:p>
          <a:p>
            <a:r>
              <a:rPr lang="en-US" sz="1600" b="1" noProof="0" dirty="0"/>
              <a:t>Individual risk factors </a:t>
            </a:r>
            <a:r>
              <a:rPr lang="en-US" sz="1600" noProof="0" dirty="0"/>
              <a:t>include a history of violence victimization, attention deficit or learning disorders, history of early aggressive behavior, use of drugs, alcohol, or tobacco, and low I</a:t>
            </a:r>
            <a:r>
              <a:rPr lang="en-US" sz="100" noProof="0" dirty="0"/>
              <a:t> </a:t>
            </a:r>
            <a:r>
              <a:rPr lang="en-US" sz="1600" noProof="0" dirty="0"/>
              <a:t>Q.</a:t>
            </a:r>
          </a:p>
          <a:p>
            <a:r>
              <a:rPr lang="en-US" sz="1600" b="1" noProof="0" dirty="0"/>
              <a:t>Family risk factors </a:t>
            </a:r>
            <a:r>
              <a:rPr lang="en-US" sz="1600" noProof="0" dirty="0"/>
              <a:t>include authoritarian parents, inconsistent disciplinary practices, low parental involvement, low emotional attachment to parents or caregivers, and low education and income of parents.</a:t>
            </a:r>
          </a:p>
          <a:p>
            <a:r>
              <a:rPr lang="en-US" sz="1600" b="1" noProof="0" dirty="0"/>
              <a:t>Peer and social risk factors </a:t>
            </a:r>
            <a:r>
              <a:rPr lang="en-US" sz="1600" noProof="0" dirty="0"/>
              <a:t>include</a:t>
            </a:r>
            <a:r>
              <a:rPr lang="en-US" sz="1600" b="1" noProof="0" dirty="0"/>
              <a:t> </a:t>
            </a:r>
            <a:r>
              <a:rPr lang="en-US" sz="1600" noProof="0" dirty="0"/>
              <a:t>delinquent peers, involvement in gangs, social rejection by peers, and lack of involvement in acceptable activities.</a:t>
            </a:r>
          </a:p>
          <a:p>
            <a:r>
              <a:rPr lang="en-US" sz="1600" b="1" noProof="0" dirty="0"/>
              <a:t>Community risk factors </a:t>
            </a:r>
            <a:r>
              <a:rPr lang="en-US" sz="1600" noProof="0" dirty="0"/>
              <a:t>include diminished economic opportunities, high level of transiency, high level of family disruption, and low levels of community participation.</a:t>
            </a:r>
          </a:p>
        </p:txBody>
      </p:sp>
    </p:spTree>
    <p:extLst>
      <p:ext uri="{BB962C8B-B14F-4D97-AF65-F5344CB8AC3E}">
        <p14:creationId xmlns:p14="http://schemas.microsoft.com/office/powerpoint/2010/main" val="7857800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noProof="0" dirty="0"/>
              <a:t>School Homicide and Violence</a:t>
            </a:r>
            <a:endParaRPr lang="en-US" sz="2000" b="0" noProof="0" dirty="0"/>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457200" y="1556327"/>
            <a:ext cx="8229600" cy="4752398"/>
          </a:xfrm>
        </p:spPr>
        <p:txBody>
          <a:bodyPr/>
          <a:lstStyle/>
          <a:p>
            <a:pPr>
              <a:spcBef>
                <a:spcPts val="600"/>
              </a:spcBef>
            </a:pPr>
            <a:r>
              <a:rPr lang="en-US" sz="1800" noProof="0" dirty="0"/>
              <a:t>There is not a simple or obvious profile of a student who might enact a school shooting.</a:t>
            </a:r>
          </a:p>
          <a:p>
            <a:pPr>
              <a:spcBef>
                <a:spcPts val="600"/>
              </a:spcBef>
            </a:pPr>
            <a:r>
              <a:rPr lang="en-US" sz="1800" noProof="0" dirty="0"/>
              <a:t>School shootings are precipitated by a complex interplay of personal issues and environmental circumstances.</a:t>
            </a:r>
          </a:p>
          <a:p>
            <a:pPr>
              <a:spcBef>
                <a:spcPts val="600"/>
              </a:spcBef>
            </a:pPr>
            <a:r>
              <a:rPr lang="en-US" sz="1800" noProof="0" dirty="0"/>
              <a:t>By using systematic threat assessment and being attuned to warning signs, educational settings can more clearly identify individuals with violent intent.</a:t>
            </a:r>
          </a:p>
          <a:p>
            <a:pPr>
              <a:spcBef>
                <a:spcPts val="600"/>
              </a:spcBef>
            </a:pPr>
            <a:r>
              <a:rPr lang="en-US" sz="1800" noProof="0" dirty="0"/>
              <a:t>There is a need to educate students, school staff and faculty, and the public about leakage, as violence in school is usually planned, and school staff and faculty need to be particularly attentive to signs and symptoms of violence as well as to school environmental factors that give rise to bullying, rejection, and the promotion of violence.</a:t>
            </a:r>
          </a:p>
        </p:txBody>
      </p:sp>
    </p:spTree>
    <p:extLst>
      <p:ext uri="{BB962C8B-B14F-4D97-AF65-F5344CB8AC3E}">
        <p14:creationId xmlns:p14="http://schemas.microsoft.com/office/powerpoint/2010/main" val="30366816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noProof="0" dirty="0"/>
              <a:t>School Homicide and Violence </a:t>
            </a:r>
            <a:endParaRPr lang="en-US" sz="2000" b="0" noProof="0" dirty="0"/>
          </a:p>
        </p:txBody>
      </p:sp>
      <p:sp>
        <p:nvSpPr>
          <p:cNvPr id="2" name="Content Placeholder 1"/>
          <p:cNvSpPr>
            <a:spLocks noGrp="1"/>
          </p:cNvSpPr>
          <p:nvPr>
            <p:ph sz="quarter" idx="13"/>
          </p:nvPr>
        </p:nvSpPr>
        <p:spPr>
          <a:xfrm>
            <a:off x="457200" y="1556327"/>
            <a:ext cx="8229600" cy="648254"/>
          </a:xfrm>
        </p:spPr>
        <p:txBody>
          <a:bodyPr/>
          <a:lstStyle/>
          <a:p>
            <a:r>
              <a:rPr lang="en-US" sz="1600" noProof="0" dirty="0"/>
              <a:t>Meloy et al. developed a typology of eight warning behaviors that can indicate amplified risk of targeted violence and should be used when assessing a threat:</a:t>
            </a:r>
          </a:p>
        </p:txBody>
      </p:sp>
      <p:sp>
        <p:nvSpPr>
          <p:cNvPr id="4" name="Content Placeholder 3"/>
          <p:cNvSpPr>
            <a:spLocks noGrp="1"/>
          </p:cNvSpPr>
          <p:nvPr>
            <p:ph sz="quarter" idx="14"/>
          </p:nvPr>
        </p:nvSpPr>
        <p:spPr>
          <a:xfrm>
            <a:off x="457200" y="2294867"/>
            <a:ext cx="8229600" cy="3880302"/>
          </a:xfrm>
        </p:spPr>
        <p:txBody>
          <a:bodyPr tIns="0"/>
          <a:lstStyle/>
          <a:p>
            <a:pPr marL="432000" indent="-432000">
              <a:spcBef>
                <a:spcPts val="600"/>
              </a:spcBef>
              <a:buFont typeface="+mj-lt"/>
              <a:buAutoNum type="arabicPeriod"/>
            </a:pPr>
            <a:r>
              <a:rPr lang="en-US" sz="1600" b="1" noProof="0" dirty="0"/>
              <a:t>Pathway warning behavior</a:t>
            </a:r>
            <a:r>
              <a:rPr lang="en-US" sz="1600" noProof="0" dirty="0"/>
              <a:t>—the individual plans an attack</a:t>
            </a:r>
          </a:p>
          <a:p>
            <a:pPr marL="432000" indent="-432000">
              <a:spcBef>
                <a:spcPts val="600"/>
              </a:spcBef>
              <a:buFont typeface="+mj-lt"/>
              <a:buAutoNum type="arabicPeriod"/>
            </a:pPr>
            <a:r>
              <a:rPr lang="en-US" sz="1600" b="1" noProof="0" dirty="0"/>
              <a:t>Fixation warning behavior</a:t>
            </a:r>
            <a:r>
              <a:rPr lang="en-US" sz="1600" noProof="0" dirty="0"/>
              <a:t>—the individual becomes obsessed with a person or cause</a:t>
            </a:r>
          </a:p>
          <a:p>
            <a:pPr marL="432000" indent="-432000">
              <a:spcBef>
                <a:spcPts val="600"/>
              </a:spcBef>
              <a:buFont typeface="+mj-lt"/>
              <a:buAutoNum type="arabicPeriod"/>
            </a:pPr>
            <a:r>
              <a:rPr lang="en-US" sz="1600" b="1" noProof="0" dirty="0"/>
              <a:t>Identification warning behavior</a:t>
            </a:r>
            <a:r>
              <a:rPr lang="en-US" sz="1600" noProof="0" dirty="0"/>
              <a:t>—the individual identifies with attackers or warriors</a:t>
            </a:r>
          </a:p>
          <a:p>
            <a:pPr marL="432000" indent="-432000">
              <a:spcBef>
                <a:spcPts val="600"/>
              </a:spcBef>
              <a:buFont typeface="+mj-lt"/>
              <a:buAutoNum type="arabicPeriod"/>
            </a:pPr>
            <a:r>
              <a:rPr lang="en-US" sz="1600" b="1" noProof="0" dirty="0"/>
              <a:t>Novel aggression warning behavior</a:t>
            </a:r>
            <a:r>
              <a:rPr lang="en-US" sz="1600" noProof="0" dirty="0"/>
              <a:t>—the individual tries out violent behavior as a test</a:t>
            </a:r>
          </a:p>
          <a:p>
            <a:pPr marL="432000" indent="-432000">
              <a:spcBef>
                <a:spcPts val="600"/>
              </a:spcBef>
              <a:buFont typeface="+mj-lt"/>
              <a:buAutoNum type="arabicPeriod"/>
            </a:pPr>
            <a:r>
              <a:rPr lang="en-US" sz="1600" b="1" noProof="0" dirty="0"/>
              <a:t>Energy burst behavior</a:t>
            </a:r>
            <a:r>
              <a:rPr lang="en-US" sz="1600" noProof="0" dirty="0"/>
              <a:t>—the individual increases activities related to the intended victim(s)</a:t>
            </a:r>
          </a:p>
          <a:p>
            <a:pPr marL="432000" indent="-432000">
              <a:spcBef>
                <a:spcPts val="600"/>
              </a:spcBef>
              <a:buFont typeface="+mj-lt"/>
              <a:buAutoNum type="arabicPeriod"/>
            </a:pPr>
            <a:r>
              <a:rPr lang="en-US" sz="1600" b="1" noProof="0" dirty="0"/>
              <a:t>Leakage warning behavior</a:t>
            </a:r>
            <a:r>
              <a:rPr lang="en-US" sz="1600" noProof="0" dirty="0"/>
              <a:t>—the individual tells another person about the plans</a:t>
            </a:r>
          </a:p>
          <a:p>
            <a:pPr marL="432000" indent="-432000">
              <a:spcBef>
                <a:spcPts val="600"/>
              </a:spcBef>
              <a:buFont typeface="+mj-lt"/>
              <a:buAutoNum type="arabicPeriod"/>
            </a:pPr>
            <a:r>
              <a:rPr lang="en-US" sz="1600" b="1" noProof="0" dirty="0"/>
              <a:t>Directly communicated threat warning behavior</a:t>
            </a:r>
            <a:r>
              <a:rPr lang="en-US" sz="1600" noProof="0" dirty="0"/>
              <a:t>—the individual makes an explicit threat to the target or police</a:t>
            </a:r>
          </a:p>
          <a:p>
            <a:pPr marL="432000" indent="-432000">
              <a:spcBef>
                <a:spcPts val="600"/>
              </a:spcBef>
              <a:buFont typeface="+mj-lt"/>
              <a:buAutoNum type="arabicPeriod"/>
            </a:pPr>
            <a:r>
              <a:rPr lang="en-US" sz="1600" b="1" noProof="0" dirty="0"/>
              <a:t>Last resort warning behavior</a:t>
            </a:r>
            <a:r>
              <a:rPr lang="en-US" sz="1600" noProof="0" dirty="0"/>
              <a:t>—the individual displays an increase in distress and comes to believe that there is no other way forward but violence toward the target</a:t>
            </a:r>
          </a:p>
        </p:txBody>
      </p:sp>
    </p:spTree>
    <p:extLst>
      <p:ext uri="{BB962C8B-B14F-4D97-AF65-F5344CB8AC3E}">
        <p14:creationId xmlns:p14="http://schemas.microsoft.com/office/powerpoint/2010/main" val="20695703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B0557-2335-46E6-BA3A-F41338558C27}"/>
              </a:ext>
            </a:extLst>
          </p:cNvPr>
          <p:cNvSpPr>
            <a:spLocks noGrp="1"/>
          </p:cNvSpPr>
          <p:nvPr>
            <p:ph type="title"/>
          </p:nvPr>
        </p:nvSpPr>
        <p:spPr>
          <a:xfrm>
            <a:off x="435894" y="641653"/>
            <a:ext cx="8272212" cy="1095560"/>
          </a:xfrm>
        </p:spPr>
        <p:txBody>
          <a:bodyPr vert="horz" lIns="91440" tIns="45720" rIns="91440" bIns="45720" rtlCol="0" anchor="t">
            <a:normAutofit/>
          </a:bodyPr>
          <a:lstStyle/>
          <a:p>
            <a:r>
              <a:rPr lang="en-US" dirty="0"/>
              <a:t>Assessing Harm to Others</a:t>
            </a:r>
          </a:p>
        </p:txBody>
      </p:sp>
      <p:sp>
        <p:nvSpPr>
          <p:cNvPr id="3" name="Content Placeholder 2">
            <a:extLst>
              <a:ext uri="{FF2B5EF4-FFF2-40B4-BE49-F238E27FC236}">
                <a16:creationId xmlns:a16="http://schemas.microsoft.com/office/drawing/2014/main" id="{8C86FB90-44DA-4110-82C9-8FCA614D8713}"/>
              </a:ext>
            </a:extLst>
          </p:cNvPr>
          <p:cNvSpPr>
            <a:spLocks noGrp="1"/>
          </p:cNvSpPr>
          <p:nvPr>
            <p:ph sz="half" idx="1"/>
          </p:nvPr>
        </p:nvSpPr>
        <p:spPr>
          <a:xfrm>
            <a:off x="435894" y="1400098"/>
            <a:ext cx="8272211" cy="5272741"/>
          </a:xfrm>
        </p:spPr>
        <p:txBody>
          <a:bodyPr vert="horz" lIns="91440" tIns="45720" rIns="91440" bIns="45720" rtlCol="0" anchor="ctr">
            <a:normAutofit/>
          </a:bodyPr>
          <a:lstStyle/>
          <a:p>
            <a:pPr marL="0" indent="0">
              <a:lnSpc>
                <a:spcPct val="90000"/>
              </a:lnSpc>
              <a:buNone/>
            </a:pPr>
            <a:r>
              <a:rPr lang="en-US" sz="2000" b="1">
                <a:solidFill>
                  <a:schemeClr val="accent2">
                    <a:lumMod val="50000"/>
                  </a:schemeClr>
                </a:solidFill>
              </a:rPr>
              <a:t>The following six questions can be used to assess a person’s potential for harming others:</a:t>
            </a:r>
          </a:p>
          <a:p>
            <a:pPr marL="342900" indent="-342900">
              <a:lnSpc>
                <a:spcPct val="90000"/>
              </a:lnSpc>
              <a:buAutoNum type="arabicPeriod"/>
            </a:pPr>
            <a:endParaRPr lang="en-US" sz="1600">
              <a:solidFill>
                <a:schemeClr val="accent2">
                  <a:lumMod val="50000"/>
                </a:schemeClr>
              </a:solidFill>
            </a:endParaRPr>
          </a:p>
          <a:p>
            <a:pPr marL="342900" indent="-342900">
              <a:lnSpc>
                <a:spcPct val="90000"/>
              </a:lnSpc>
              <a:buAutoNum type="arabicPeriod"/>
            </a:pPr>
            <a:r>
              <a:rPr lang="en-US" sz="2000">
                <a:solidFill>
                  <a:schemeClr val="accent2">
                    <a:lumMod val="50000"/>
                  </a:schemeClr>
                </a:solidFill>
              </a:rPr>
              <a:t>Is the subject actively or passively engaged in violent or dangerous behavior?</a:t>
            </a:r>
          </a:p>
          <a:p>
            <a:pPr marL="342900" indent="-342900">
              <a:lnSpc>
                <a:spcPct val="90000"/>
              </a:lnSpc>
              <a:buAutoNum type="arabicPeriod"/>
            </a:pPr>
            <a:r>
              <a:rPr lang="en-US" sz="2000">
                <a:solidFill>
                  <a:schemeClr val="accent2">
                    <a:lumMod val="50000"/>
                  </a:schemeClr>
                </a:solidFill>
              </a:rPr>
              <a:t>Does the subject state that he or she is going to carry out violent or dangerous behavior?</a:t>
            </a:r>
          </a:p>
          <a:p>
            <a:pPr marL="342900" indent="-342900">
              <a:lnSpc>
                <a:spcPct val="90000"/>
              </a:lnSpc>
              <a:buAutoNum type="arabicPeriod"/>
            </a:pPr>
            <a:r>
              <a:rPr lang="en-US" sz="2000">
                <a:solidFill>
                  <a:schemeClr val="accent2">
                    <a:lumMod val="50000"/>
                  </a:schemeClr>
                </a:solidFill>
              </a:rPr>
              <a:t>Does the subject have a plan to follow through with this behavior?</a:t>
            </a:r>
          </a:p>
          <a:p>
            <a:pPr marL="342900" indent="-342900">
              <a:lnSpc>
                <a:spcPct val="90000"/>
              </a:lnSpc>
              <a:buAutoNum type="arabicPeriod"/>
            </a:pPr>
            <a:r>
              <a:rPr lang="en-US" sz="2000">
                <a:solidFill>
                  <a:schemeClr val="accent2">
                    <a:lumMod val="50000"/>
                  </a:schemeClr>
                </a:solidFill>
              </a:rPr>
              <a:t>Does the subject have the means to follow through with this plan?</a:t>
            </a:r>
          </a:p>
          <a:p>
            <a:pPr marL="342900" indent="-342900">
              <a:lnSpc>
                <a:spcPct val="90000"/>
              </a:lnSpc>
              <a:buAutoNum type="arabicPeriod"/>
            </a:pPr>
            <a:r>
              <a:rPr lang="en-US" sz="2000">
                <a:solidFill>
                  <a:schemeClr val="accent2">
                    <a:lumMod val="50000"/>
                  </a:schemeClr>
                </a:solidFill>
              </a:rPr>
              <a:t>Does the subject have a background of violent or dangerous behavior?</a:t>
            </a:r>
          </a:p>
          <a:p>
            <a:pPr marL="342900" indent="-342900">
              <a:lnSpc>
                <a:spcPct val="90000"/>
              </a:lnSpc>
              <a:buAutoNum type="arabicPeriod"/>
            </a:pPr>
            <a:r>
              <a:rPr lang="en-US" sz="2000">
                <a:solidFill>
                  <a:schemeClr val="accent2">
                    <a:lumMod val="50000"/>
                  </a:schemeClr>
                </a:solidFill>
              </a:rPr>
              <a:t>Has the subject acted on plans for violence in the past?</a:t>
            </a:r>
          </a:p>
        </p:txBody>
      </p:sp>
    </p:spTree>
    <p:extLst>
      <p:ext uri="{BB962C8B-B14F-4D97-AF65-F5344CB8AC3E}">
        <p14:creationId xmlns:p14="http://schemas.microsoft.com/office/powerpoint/2010/main" val="16454351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noProof="0" dirty="0"/>
              <a:t>School Homicide and Violence </a:t>
            </a:r>
            <a:endParaRPr lang="en-US" sz="2000" b="0" noProof="0" dirty="0"/>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457200" y="1556327"/>
            <a:ext cx="8229600" cy="4752398"/>
          </a:xfrm>
        </p:spPr>
        <p:txBody>
          <a:bodyPr/>
          <a:lstStyle/>
          <a:p>
            <a:r>
              <a:rPr lang="en-US" noProof="0" dirty="0"/>
              <a:t>In general, college campuses are safe environments, and there is a lower rate of crime on college campuses compared to off-campus.</a:t>
            </a:r>
          </a:p>
          <a:p>
            <a:r>
              <a:rPr lang="en-US" noProof="0" dirty="0"/>
              <a:t>Horrific shootings on college campuses are more reflective of problems with mental health access and compliance than of problems with campus safety.</a:t>
            </a:r>
          </a:p>
          <a:p>
            <a:r>
              <a:rPr lang="en-US" noProof="0" dirty="0"/>
              <a:t>access to mental health care, foster social and emotional support in residential facilities, and improve morale across group.</a:t>
            </a:r>
          </a:p>
        </p:txBody>
      </p:sp>
    </p:spTree>
    <p:extLst>
      <p:ext uri="{BB962C8B-B14F-4D97-AF65-F5344CB8AC3E}">
        <p14:creationId xmlns:p14="http://schemas.microsoft.com/office/powerpoint/2010/main" val="40282754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noProof="0" dirty="0"/>
              <a:t>Workplace Violence and Homicide</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457200" y="1556327"/>
            <a:ext cx="8152410" cy="4752398"/>
          </a:xfrm>
        </p:spPr>
        <p:txBody>
          <a:bodyPr/>
          <a:lstStyle/>
          <a:p>
            <a:pPr>
              <a:spcBef>
                <a:spcPts val="600"/>
              </a:spcBef>
            </a:pPr>
            <a:r>
              <a:rPr lang="en-US" sz="1800" noProof="0" dirty="0"/>
              <a:t>The number of workplace homicides has decreased overall since 1993. Still, homicide in the workplace is the fourth leading cause of fatality at work and remains a disturbing reality.</a:t>
            </a:r>
          </a:p>
          <a:p>
            <a:pPr>
              <a:spcBef>
                <a:spcPts val="600"/>
              </a:spcBef>
            </a:pPr>
            <a:r>
              <a:rPr lang="en-US" sz="1800" noProof="0" dirty="0"/>
              <a:t>Most workplace homicides involve robberies, and individuals who work in retail and hospitality establishments are at greater risk, as are customers and bystanders in these settings.</a:t>
            </a:r>
          </a:p>
          <a:p>
            <a:pPr lvl="1"/>
            <a:r>
              <a:rPr lang="en-US" sz="1800" noProof="0" dirty="0"/>
              <a:t>Approximately 80% of workplace fatalities result from shootings.</a:t>
            </a:r>
          </a:p>
          <a:p>
            <a:pPr>
              <a:spcBef>
                <a:spcPts val="600"/>
              </a:spcBef>
            </a:pPr>
            <a:r>
              <a:rPr lang="en-US" sz="1800" noProof="0" dirty="0"/>
              <a:t>Workplaces should have clearly stated policies regarding violence and threats, a way for employees to communicate concerns, a system to promptly investigate concerns, a discipline policy, training for all employees on the signs and symptoms of violent intent, and an Employee Assistance Program that can counsel employees in distress to help prevent acts of violence.</a:t>
            </a:r>
          </a:p>
        </p:txBody>
      </p:sp>
    </p:spTree>
    <p:extLst>
      <p:ext uri="{BB962C8B-B14F-4D97-AF65-F5344CB8AC3E}">
        <p14:creationId xmlns:p14="http://schemas.microsoft.com/office/powerpoint/2010/main" val="27749098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1B62618-0D02-4C29-88C5-1EDF7F3234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14" name="Rectangle 13">
            <a:extLst>
              <a:ext uri="{FF2B5EF4-FFF2-40B4-BE49-F238E27FC236}">
                <a16:creationId xmlns:a16="http://schemas.microsoft.com/office/drawing/2014/main" id="{1E2747F4-A0AE-425C-B527-E3E32461F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16" name="Rectangle 15">
            <a:extLst>
              <a:ext uri="{FF2B5EF4-FFF2-40B4-BE49-F238E27FC236}">
                <a16:creationId xmlns:a16="http://schemas.microsoft.com/office/drawing/2014/main" id="{9707F29A-1576-479E-B227-0D6498601B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18" name="Rectangle 17">
            <a:extLst>
              <a:ext uri="{FF2B5EF4-FFF2-40B4-BE49-F238E27FC236}">
                <a16:creationId xmlns:a16="http://schemas.microsoft.com/office/drawing/2014/main" id="{F17B26C7-6F2F-453C-9C08-71E199E52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35894" y="702156"/>
            <a:ext cx="8272212" cy="1013800"/>
          </a:xfrm>
        </p:spPr>
        <p:txBody>
          <a:bodyPr vert="horz" lIns="91440" tIns="45720" rIns="91440" bIns="45720" rtlCol="0" anchor="b">
            <a:normAutofit/>
          </a:bodyPr>
          <a:lstStyle/>
          <a:p>
            <a:pPr>
              <a:spcBef>
                <a:spcPct val="0"/>
              </a:spcBef>
            </a:pPr>
            <a:r>
              <a:rPr lang="en-US" sz="2800" b="0" cap="all" noProof="0" dirty="0">
                <a:solidFill>
                  <a:srgbClr val="FFFEFF"/>
                </a:solidFill>
                <a:ea typeface="+mj-ea"/>
                <a:cs typeface="+mj-cs"/>
              </a:rPr>
              <a:t>Threat Level Assessment </a:t>
            </a:r>
          </a:p>
        </p:txBody>
      </p:sp>
      <p:graphicFrame>
        <p:nvGraphicFramePr>
          <p:cNvPr id="8" name="Content Placeholder 2">
            <a:extLst>
              <a:ext uri="{FF2B5EF4-FFF2-40B4-BE49-F238E27FC236}">
                <a16:creationId xmlns:a16="http://schemas.microsoft.com/office/drawing/2014/main" id="{19125A4A-1570-4256-7455-2D8050AEBFE8}"/>
              </a:ext>
            </a:extLst>
          </p:cNvPr>
          <p:cNvGraphicFramePr>
            <a:graphicFrameLocks noGrp="1"/>
          </p:cNvGraphicFramePr>
          <p:nvPr>
            <p:ph sz="quarter" idx="13"/>
          </p:nvPr>
        </p:nvGraphicFramePr>
        <p:xfrm>
          <a:off x="435768" y="2181225"/>
          <a:ext cx="8272463" cy="3678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03834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13" name="Rectangle 12">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15" name="Rectangle 14">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17" name="Rectangle 16">
            <a:extLst>
              <a:ext uri="{FF2B5EF4-FFF2-40B4-BE49-F238E27FC236}">
                <a16:creationId xmlns:a16="http://schemas.microsoft.com/office/drawing/2014/main" id="{5BB74D4E-F243-4A10-813D-500A14025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useBgFill="1">
        <p:nvSpPr>
          <p:cNvPr id="19" name="Rectangle 18">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21" name="Rectangle 20">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935" y="485678"/>
            <a:ext cx="3131058"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19367" y="1113764"/>
            <a:ext cx="2452312" cy="4624327"/>
          </a:xfrm>
        </p:spPr>
        <p:txBody>
          <a:bodyPr vert="horz" lIns="91440" tIns="45720" rIns="91440" bIns="45720" rtlCol="0" anchor="ctr">
            <a:normAutofit/>
          </a:bodyPr>
          <a:lstStyle/>
          <a:p>
            <a:pPr>
              <a:spcBef>
                <a:spcPct val="0"/>
              </a:spcBef>
            </a:pPr>
            <a:r>
              <a:rPr lang="en-US" sz="2800" b="0" cap="all" noProof="0" dirty="0">
                <a:solidFill>
                  <a:srgbClr val="FFFFFF"/>
                </a:solidFill>
                <a:ea typeface="+mj-ea"/>
                <a:cs typeface="+mj-cs"/>
              </a:rPr>
              <a:t>Threat Level Assessment</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866928" y="1113764"/>
            <a:ext cx="4581135" cy="4624327"/>
          </a:xfrm>
        </p:spPr>
        <p:txBody>
          <a:bodyPr vert="horz" lIns="91440" tIns="45720" rIns="91440" bIns="45720" rtlCol="0" anchor="ctr">
            <a:normAutofit/>
          </a:bodyPr>
          <a:lstStyle/>
          <a:p>
            <a:pPr>
              <a:lnSpc>
                <a:spcPct val="90000"/>
              </a:lnSpc>
              <a:spcAft>
                <a:spcPts val="600"/>
              </a:spcAft>
              <a:buClr>
                <a:schemeClr val="accent2"/>
              </a:buClr>
              <a:buSzPct val="92000"/>
            </a:pPr>
            <a:r>
              <a:rPr lang="en-US" sz="2000" b="1" noProof="0">
                <a:solidFill>
                  <a:schemeClr val="tx2"/>
                </a:solidFill>
                <a:ea typeface="+mn-ea"/>
                <a:cs typeface="+mn-cs"/>
              </a:rPr>
              <a:t>Low Level of Threat: </a:t>
            </a:r>
            <a:r>
              <a:rPr lang="en-US" sz="2000" noProof="0">
                <a:solidFill>
                  <a:schemeClr val="tx2"/>
                </a:solidFill>
                <a:ea typeface="+mn-ea"/>
                <a:cs typeface="+mn-cs"/>
              </a:rPr>
              <a:t>A threat that poses a minimal risk to victim and public safety.</a:t>
            </a:r>
          </a:p>
          <a:p>
            <a:pPr>
              <a:lnSpc>
                <a:spcPct val="90000"/>
              </a:lnSpc>
              <a:spcAft>
                <a:spcPts val="600"/>
              </a:spcAft>
              <a:buClr>
                <a:schemeClr val="accent2"/>
              </a:buClr>
              <a:buSzPct val="92000"/>
            </a:pPr>
            <a:r>
              <a:rPr lang="en-US" sz="2000" b="1" noProof="0">
                <a:solidFill>
                  <a:schemeClr val="tx2"/>
                </a:solidFill>
                <a:ea typeface="+mn-ea"/>
                <a:cs typeface="+mn-cs"/>
              </a:rPr>
              <a:t>Medium Level of Threat: </a:t>
            </a:r>
            <a:r>
              <a:rPr lang="en-US" sz="2000" noProof="0">
                <a:solidFill>
                  <a:schemeClr val="tx2"/>
                </a:solidFill>
                <a:ea typeface="+mn-ea"/>
                <a:cs typeface="+mn-cs"/>
              </a:rPr>
              <a:t>A threat that could be carried out, although it may not appear to be entirely realistic.</a:t>
            </a:r>
          </a:p>
          <a:p>
            <a:pPr>
              <a:lnSpc>
                <a:spcPct val="90000"/>
              </a:lnSpc>
              <a:spcAft>
                <a:spcPts val="600"/>
              </a:spcAft>
              <a:buClr>
                <a:schemeClr val="accent2"/>
              </a:buClr>
              <a:buSzPct val="92000"/>
            </a:pPr>
            <a:r>
              <a:rPr lang="en-US" sz="2000" b="1" noProof="0">
                <a:solidFill>
                  <a:schemeClr val="tx2"/>
                </a:solidFill>
                <a:ea typeface="+mn-ea"/>
                <a:cs typeface="+mn-cs"/>
              </a:rPr>
              <a:t>High Level of Threat: </a:t>
            </a:r>
            <a:r>
              <a:rPr lang="en-US" sz="2000" noProof="0">
                <a:solidFill>
                  <a:schemeClr val="tx2"/>
                </a:solidFill>
                <a:ea typeface="+mn-ea"/>
                <a:cs typeface="+mn-cs"/>
              </a:rPr>
              <a:t>A threat that appears to pose an imminent and serious danger to the safety of others.</a:t>
            </a:r>
          </a:p>
          <a:p>
            <a:pPr>
              <a:lnSpc>
                <a:spcPct val="90000"/>
              </a:lnSpc>
              <a:spcAft>
                <a:spcPts val="600"/>
              </a:spcAft>
              <a:buClr>
                <a:schemeClr val="accent2"/>
              </a:buClr>
              <a:buSzPct val="92000"/>
            </a:pPr>
            <a:r>
              <a:rPr lang="en-US" sz="2000" noProof="0">
                <a:solidFill>
                  <a:schemeClr val="tx2"/>
                </a:solidFill>
                <a:ea typeface="+mn-ea"/>
                <a:cs typeface="+mn-cs"/>
              </a:rPr>
              <a:t>When dealing with a client expressing homicidal intent, crisis counselors must always keep the ethical obligation of public safety and the duty to warn at the forefront of their minds, even with low-threat clients.</a:t>
            </a:r>
          </a:p>
        </p:txBody>
      </p:sp>
    </p:spTree>
    <p:extLst>
      <p:ext uri="{BB962C8B-B14F-4D97-AF65-F5344CB8AC3E}">
        <p14:creationId xmlns:p14="http://schemas.microsoft.com/office/powerpoint/2010/main" val="34481788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13" name="Rectangle 12">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15" name="Rectangle 14">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17" name="Rectangle 16">
            <a:extLst>
              <a:ext uri="{FF2B5EF4-FFF2-40B4-BE49-F238E27FC236}">
                <a16:creationId xmlns:a16="http://schemas.microsoft.com/office/drawing/2014/main" id="{5BB74D4E-F243-4A10-813D-500A14025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useBgFill="1">
        <p:nvSpPr>
          <p:cNvPr id="19" name="Rectangle 18">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21" name="Rectangle 20">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935" y="485678"/>
            <a:ext cx="3131058"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19367" y="1113764"/>
            <a:ext cx="2452312" cy="4624327"/>
          </a:xfrm>
        </p:spPr>
        <p:txBody>
          <a:bodyPr vert="horz" lIns="91440" tIns="45720" rIns="91440" bIns="45720" rtlCol="0" anchor="ctr">
            <a:normAutofit/>
          </a:bodyPr>
          <a:lstStyle/>
          <a:p>
            <a:pPr>
              <a:spcBef>
                <a:spcPct val="0"/>
              </a:spcBef>
            </a:pPr>
            <a:r>
              <a:rPr lang="en-US" sz="2800" b="0" cap="all" noProof="0">
                <a:solidFill>
                  <a:srgbClr val="FFFFFF"/>
                </a:solidFill>
                <a:ea typeface="+mj-ea"/>
                <a:cs typeface="+mj-cs"/>
              </a:rPr>
              <a:t>Referral</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866928" y="1113764"/>
            <a:ext cx="4581135" cy="4624327"/>
          </a:xfrm>
        </p:spPr>
        <p:txBody>
          <a:bodyPr vert="horz" lIns="91440" tIns="45720" rIns="91440" bIns="45720" rtlCol="0" anchor="ctr">
            <a:normAutofit/>
          </a:bodyPr>
          <a:lstStyle/>
          <a:p>
            <a:pPr>
              <a:lnSpc>
                <a:spcPct val="90000"/>
              </a:lnSpc>
              <a:spcAft>
                <a:spcPts val="600"/>
              </a:spcAft>
              <a:buClr>
                <a:schemeClr val="accent2"/>
              </a:buClr>
              <a:buSzPct val="92000"/>
            </a:pPr>
            <a:r>
              <a:rPr lang="en-US" sz="1800" noProof="0" dirty="0">
                <a:solidFill>
                  <a:schemeClr val="tx2"/>
                </a:solidFill>
                <a:ea typeface="+mn-ea"/>
                <a:cs typeface="+mn-cs"/>
              </a:rPr>
              <a:t>Because of the danger to others and the possible existence of mental disorders in homicidal clients, counselors usually refer clients to or work collaboratively with other mental health providers, particularly psychiatrists, when treating clients who pose a threat to others.</a:t>
            </a:r>
          </a:p>
          <a:p>
            <a:pPr>
              <a:lnSpc>
                <a:spcPct val="90000"/>
              </a:lnSpc>
              <a:spcAft>
                <a:spcPts val="600"/>
              </a:spcAft>
              <a:buClr>
                <a:schemeClr val="accent2"/>
              </a:buClr>
              <a:buSzPct val="92000"/>
            </a:pPr>
            <a:r>
              <a:rPr lang="en-US" sz="1800" noProof="0" dirty="0">
                <a:solidFill>
                  <a:schemeClr val="tx2"/>
                </a:solidFill>
                <a:ea typeface="+mn-ea"/>
                <a:cs typeface="+mn-cs"/>
              </a:rPr>
              <a:t>Violent clients often need the help of specialists in forensic mental health, and it is a good idea for crisis counselors to be familiar with forensic specialists in their local area.</a:t>
            </a:r>
          </a:p>
          <a:p>
            <a:pPr>
              <a:lnSpc>
                <a:spcPct val="90000"/>
              </a:lnSpc>
              <a:spcAft>
                <a:spcPts val="600"/>
              </a:spcAft>
              <a:buClr>
                <a:schemeClr val="accent2"/>
              </a:buClr>
              <a:buSzPct val="92000"/>
            </a:pPr>
            <a:r>
              <a:rPr lang="en-US" sz="1800" noProof="0" dirty="0">
                <a:solidFill>
                  <a:schemeClr val="tx2"/>
                </a:solidFill>
                <a:ea typeface="+mn-ea"/>
                <a:cs typeface="+mn-cs"/>
              </a:rPr>
              <a:t>In instances with out-of-control and impulsive clients, homicidal and suicidal ideation may coexist and, therefore, such a client poses a threat to both self and others.</a:t>
            </a:r>
          </a:p>
        </p:txBody>
      </p:sp>
    </p:spTree>
    <p:extLst>
      <p:ext uri="{BB962C8B-B14F-4D97-AF65-F5344CB8AC3E}">
        <p14:creationId xmlns:p14="http://schemas.microsoft.com/office/powerpoint/2010/main" val="3727933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13" name="Rectangle 12">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15" name="Rectangle 14">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17" name="Rectangle 16">
            <a:extLst>
              <a:ext uri="{FF2B5EF4-FFF2-40B4-BE49-F238E27FC236}">
                <a16:creationId xmlns:a16="http://schemas.microsoft.com/office/drawing/2014/main" id="{5BB74D4E-F243-4A10-813D-500A14025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19" name="Rectangle 18">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35894" y="641653"/>
            <a:ext cx="8272212" cy="1095560"/>
          </a:xfrm>
        </p:spPr>
        <p:txBody>
          <a:bodyPr vert="horz" lIns="91440" tIns="45720" rIns="91440" bIns="45720" rtlCol="0" anchor="t">
            <a:normAutofit/>
          </a:bodyPr>
          <a:lstStyle/>
          <a:p>
            <a:pPr>
              <a:spcBef>
                <a:spcPct val="0"/>
              </a:spcBef>
            </a:pPr>
            <a:r>
              <a:rPr lang="en-US" sz="2800" b="0" cap="all" noProof="0">
                <a:solidFill>
                  <a:schemeClr val="accent2"/>
                </a:solidFill>
                <a:ea typeface="+mj-ea"/>
                <a:cs typeface="+mj-cs"/>
              </a:rPr>
              <a:t>Treatment Options </a:t>
            </a:r>
          </a:p>
        </p:txBody>
      </p:sp>
      <p:sp>
        <p:nvSpPr>
          <p:cNvPr id="21" name="Rectangle 20">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899" y="457201"/>
            <a:ext cx="847420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435894" y="1879600"/>
            <a:ext cx="8272211" cy="3979200"/>
          </a:xfrm>
        </p:spPr>
        <p:txBody>
          <a:bodyPr vert="horz" lIns="91440" tIns="45720" rIns="91440" bIns="45720" rtlCol="0" anchor="ctr">
            <a:normAutofit/>
          </a:bodyPr>
          <a:lstStyle/>
          <a:p>
            <a:pPr>
              <a:spcAft>
                <a:spcPts val="600"/>
              </a:spcAft>
              <a:buClr>
                <a:schemeClr val="accent2"/>
              </a:buClr>
              <a:buSzPct val="92000"/>
            </a:pPr>
            <a:r>
              <a:rPr lang="en-US" sz="2100" noProof="0" dirty="0">
                <a:solidFill>
                  <a:schemeClr val="accent2">
                    <a:lumMod val="50000"/>
                  </a:schemeClr>
                </a:solidFill>
                <a:ea typeface="+mn-ea"/>
                <a:cs typeface="+mn-cs"/>
              </a:rPr>
              <a:t>A </a:t>
            </a:r>
            <a:r>
              <a:rPr lang="en-US" sz="2100" b="1" noProof="0" dirty="0">
                <a:solidFill>
                  <a:schemeClr val="accent2">
                    <a:lumMod val="50000"/>
                  </a:schemeClr>
                </a:solidFill>
                <a:ea typeface="+mn-ea"/>
                <a:cs typeface="+mn-cs"/>
              </a:rPr>
              <a:t>therapeutic alliance </a:t>
            </a:r>
            <a:r>
              <a:rPr lang="en-US" sz="2100" noProof="0" dirty="0">
                <a:solidFill>
                  <a:schemeClr val="accent2">
                    <a:lumMod val="50000"/>
                  </a:schemeClr>
                </a:solidFill>
                <a:ea typeface="+mn-ea"/>
                <a:cs typeface="+mn-cs"/>
              </a:rPr>
              <a:t>is particularly imperative with potential homicide offenders, since client investment in treatment compliance is necessary for public safety.</a:t>
            </a:r>
          </a:p>
          <a:p>
            <a:pPr>
              <a:spcAft>
                <a:spcPts val="600"/>
              </a:spcAft>
              <a:buClr>
                <a:schemeClr val="accent2"/>
              </a:buClr>
              <a:buSzPct val="92000"/>
            </a:pPr>
            <a:r>
              <a:rPr lang="en-US" sz="2100" noProof="0" dirty="0">
                <a:solidFill>
                  <a:schemeClr val="accent2">
                    <a:lumMod val="50000"/>
                  </a:schemeClr>
                </a:solidFill>
                <a:ea typeface="+mn-ea"/>
                <a:cs typeface="+mn-cs"/>
              </a:rPr>
              <a:t>Once the immediate homicidal crisis has been dealt with, the </a:t>
            </a:r>
            <a:r>
              <a:rPr lang="en-US" sz="2100" b="1" noProof="0" dirty="0">
                <a:solidFill>
                  <a:schemeClr val="accent2">
                    <a:lumMod val="50000"/>
                  </a:schemeClr>
                </a:solidFill>
                <a:ea typeface="+mn-ea"/>
                <a:cs typeface="+mn-cs"/>
              </a:rPr>
              <a:t>safety of others has been assured,</a:t>
            </a:r>
            <a:r>
              <a:rPr lang="en-US" sz="2100" noProof="0" dirty="0">
                <a:solidFill>
                  <a:schemeClr val="accent2">
                    <a:lumMod val="50000"/>
                  </a:schemeClr>
                </a:solidFill>
                <a:ea typeface="+mn-ea"/>
                <a:cs typeface="+mn-cs"/>
              </a:rPr>
              <a:t> and appropriate medical treatment has begun, long-term treatment planning can proceed.</a:t>
            </a:r>
          </a:p>
          <a:p>
            <a:pPr>
              <a:spcAft>
                <a:spcPts val="600"/>
              </a:spcAft>
              <a:buClr>
                <a:schemeClr val="accent2"/>
              </a:buClr>
              <a:buSzPct val="92000"/>
            </a:pPr>
            <a:r>
              <a:rPr lang="en-US" sz="2100" b="1" noProof="0" dirty="0">
                <a:solidFill>
                  <a:schemeClr val="accent2">
                    <a:lumMod val="50000"/>
                  </a:schemeClr>
                </a:solidFill>
                <a:ea typeface="+mn-ea"/>
                <a:cs typeface="+mn-cs"/>
              </a:rPr>
              <a:t>Ongoing assessment </a:t>
            </a:r>
            <a:r>
              <a:rPr lang="en-US" sz="2100" noProof="0" dirty="0">
                <a:solidFill>
                  <a:schemeClr val="accent2">
                    <a:lumMod val="50000"/>
                  </a:schemeClr>
                </a:solidFill>
                <a:ea typeface="+mn-ea"/>
                <a:cs typeface="+mn-cs"/>
              </a:rPr>
              <a:t>of the client is crucial to both treatment outcomes and public safety</a:t>
            </a:r>
            <a:r>
              <a:rPr lang="en-US" sz="2100" dirty="0">
                <a:solidFill>
                  <a:schemeClr val="accent2">
                    <a:lumMod val="50000"/>
                  </a:schemeClr>
                </a:solidFill>
                <a:ea typeface="+mn-ea"/>
                <a:cs typeface="+mn-cs"/>
              </a:rPr>
              <a:t>.</a:t>
            </a:r>
            <a:endParaRPr lang="en-US" sz="2100" noProof="0" dirty="0">
              <a:solidFill>
                <a:schemeClr val="accent2">
                  <a:lumMod val="50000"/>
                </a:schemeClr>
              </a:solidFill>
              <a:ea typeface="+mn-ea"/>
              <a:cs typeface="+mn-cs"/>
            </a:endParaRPr>
          </a:p>
        </p:txBody>
      </p:sp>
    </p:spTree>
    <p:extLst>
      <p:ext uri="{BB962C8B-B14F-4D97-AF65-F5344CB8AC3E}">
        <p14:creationId xmlns:p14="http://schemas.microsoft.com/office/powerpoint/2010/main" val="16297049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13" name="Rectangle 12">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15" name="Rectangle 14">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17" name="Rectangle 16">
            <a:extLst>
              <a:ext uri="{FF2B5EF4-FFF2-40B4-BE49-F238E27FC236}">
                <a16:creationId xmlns:a16="http://schemas.microsoft.com/office/drawing/2014/main" id="{5BB74D4E-F243-4A10-813D-500A14025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useBgFill="1">
        <p:nvSpPr>
          <p:cNvPr id="19" name="Rectangle 18">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21" name="Rectangle 20">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935" y="485678"/>
            <a:ext cx="3131058"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Gill Sans MT" panose="020B0502020104020203"/>
              <a:ea typeface="+mn-ea"/>
              <a:cs typeface="+mn-cs"/>
              <a:sym typeface="Arial"/>
            </a:endParaRPr>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19367" y="1113764"/>
            <a:ext cx="2452312" cy="4624327"/>
          </a:xfrm>
        </p:spPr>
        <p:txBody>
          <a:bodyPr vert="horz" lIns="91440" tIns="45720" rIns="91440" bIns="45720" rtlCol="0" anchor="ctr">
            <a:normAutofit/>
          </a:bodyPr>
          <a:lstStyle/>
          <a:p>
            <a:pPr>
              <a:spcBef>
                <a:spcPct val="0"/>
              </a:spcBef>
            </a:pPr>
            <a:r>
              <a:rPr lang="en-US" sz="2800" b="0" cap="all" noProof="0" dirty="0">
                <a:solidFill>
                  <a:srgbClr val="FFFFFF"/>
                </a:solidFill>
                <a:ea typeface="+mj-ea"/>
                <a:cs typeface="+mj-cs"/>
              </a:rPr>
              <a:t>Needs of Survivors of Homicide Loss</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866928" y="181156"/>
            <a:ext cx="4581135" cy="6556074"/>
          </a:xfrm>
        </p:spPr>
        <p:txBody>
          <a:bodyPr vert="horz" lIns="91440" tIns="45720" rIns="91440" bIns="45720" rtlCol="0" anchor="ctr">
            <a:normAutofit/>
          </a:bodyPr>
          <a:lstStyle/>
          <a:p>
            <a:pPr>
              <a:lnSpc>
                <a:spcPct val="90000"/>
              </a:lnSpc>
              <a:spcAft>
                <a:spcPts val="600"/>
              </a:spcAft>
              <a:buClr>
                <a:schemeClr val="accent2"/>
              </a:buClr>
              <a:buSzPct val="92000"/>
            </a:pPr>
            <a:r>
              <a:rPr lang="en-US" sz="1600" noProof="0" dirty="0">
                <a:solidFill>
                  <a:schemeClr val="tx2"/>
                </a:solidFill>
                <a:ea typeface="+mn-ea"/>
                <a:cs typeface="+mn-cs"/>
              </a:rPr>
              <a:t>Homicide survivors may:</a:t>
            </a:r>
          </a:p>
          <a:p>
            <a:pPr>
              <a:lnSpc>
                <a:spcPct val="90000"/>
              </a:lnSpc>
              <a:spcAft>
                <a:spcPts val="600"/>
              </a:spcAft>
              <a:buClr>
                <a:schemeClr val="accent2"/>
              </a:buClr>
              <a:buSzPct val="92000"/>
            </a:pPr>
            <a:r>
              <a:rPr lang="en-US" sz="1600" noProof="0" dirty="0">
                <a:solidFill>
                  <a:schemeClr val="tx2"/>
                </a:solidFill>
                <a:ea typeface="+mn-ea"/>
                <a:cs typeface="+mn-cs"/>
              </a:rPr>
              <a:t> </a:t>
            </a:r>
            <a:r>
              <a:rPr lang="en-US" sz="1600" dirty="0">
                <a:solidFill>
                  <a:schemeClr val="tx2"/>
                </a:solidFill>
                <a:ea typeface="+mn-ea"/>
                <a:cs typeface="+mn-cs"/>
              </a:rPr>
              <a:t>E</a:t>
            </a:r>
            <a:r>
              <a:rPr lang="en-US" sz="1600" noProof="0" dirty="0" err="1">
                <a:solidFill>
                  <a:schemeClr val="tx2"/>
                </a:solidFill>
                <a:ea typeface="+mn-ea"/>
                <a:cs typeface="+mn-cs"/>
              </a:rPr>
              <a:t>xperience</a:t>
            </a:r>
            <a:r>
              <a:rPr lang="en-US" sz="1600" noProof="0" dirty="0">
                <a:solidFill>
                  <a:schemeClr val="tx2"/>
                </a:solidFill>
                <a:ea typeface="+mn-ea"/>
                <a:cs typeface="+mn-cs"/>
              </a:rPr>
              <a:t> symptoms consistent with complicated grief due.</a:t>
            </a:r>
          </a:p>
          <a:p>
            <a:pPr>
              <a:lnSpc>
                <a:spcPct val="90000"/>
              </a:lnSpc>
              <a:spcAft>
                <a:spcPts val="600"/>
              </a:spcAft>
              <a:buClr>
                <a:schemeClr val="accent2"/>
              </a:buClr>
              <a:buSzPct val="92000"/>
            </a:pPr>
            <a:r>
              <a:rPr lang="en-US" sz="1600" dirty="0">
                <a:solidFill>
                  <a:schemeClr val="tx2"/>
                </a:solidFill>
                <a:ea typeface="+mn-ea"/>
                <a:cs typeface="+mn-cs"/>
              </a:rPr>
              <a:t>N</a:t>
            </a:r>
            <a:r>
              <a:rPr lang="en-US" sz="1600" noProof="0" dirty="0" err="1">
                <a:solidFill>
                  <a:schemeClr val="tx2"/>
                </a:solidFill>
                <a:ea typeface="+mn-ea"/>
                <a:cs typeface="+mn-cs"/>
              </a:rPr>
              <a:t>eed</a:t>
            </a:r>
            <a:r>
              <a:rPr lang="en-US" sz="1600" noProof="0" dirty="0">
                <a:solidFill>
                  <a:schemeClr val="tx2"/>
                </a:solidFill>
                <a:ea typeface="+mn-ea"/>
                <a:cs typeface="+mn-cs"/>
              </a:rPr>
              <a:t> to be able to openly express what has happened to them and to fight for change in a system where they have felt injustice. </a:t>
            </a:r>
          </a:p>
          <a:p>
            <a:pPr>
              <a:lnSpc>
                <a:spcPct val="90000"/>
              </a:lnSpc>
              <a:spcAft>
                <a:spcPts val="600"/>
              </a:spcAft>
              <a:buClr>
                <a:schemeClr val="accent2"/>
              </a:buClr>
              <a:buSzPct val="92000"/>
            </a:pPr>
            <a:r>
              <a:rPr lang="en-US" sz="1600" dirty="0">
                <a:solidFill>
                  <a:schemeClr val="tx2"/>
                </a:solidFill>
                <a:ea typeface="+mn-ea"/>
                <a:cs typeface="+mn-cs"/>
              </a:rPr>
              <a:t>Want to f</a:t>
            </a:r>
            <a:r>
              <a:rPr lang="en-US" sz="1600" noProof="0" dirty="0" err="1">
                <a:solidFill>
                  <a:schemeClr val="tx2"/>
                </a:solidFill>
                <a:ea typeface="+mn-ea"/>
                <a:cs typeface="+mn-cs"/>
              </a:rPr>
              <a:t>ind</a:t>
            </a:r>
            <a:r>
              <a:rPr lang="en-US" sz="1600" noProof="0" dirty="0">
                <a:solidFill>
                  <a:schemeClr val="tx2"/>
                </a:solidFill>
                <a:ea typeface="+mn-ea"/>
                <a:cs typeface="+mn-cs"/>
              </a:rPr>
              <a:t> meaning in the death of their loved one by working to benefit others experiencing similar circumstances; this gives meaning to the loss as well as purpose to the survivor.</a:t>
            </a:r>
          </a:p>
          <a:p>
            <a:pPr>
              <a:lnSpc>
                <a:spcPct val="90000"/>
              </a:lnSpc>
              <a:spcAft>
                <a:spcPts val="600"/>
              </a:spcAft>
              <a:buClr>
                <a:schemeClr val="accent2"/>
              </a:buClr>
              <a:buSzPct val="92000"/>
            </a:pPr>
            <a:r>
              <a:rPr lang="en-US" sz="1600" noProof="0" dirty="0">
                <a:solidFill>
                  <a:schemeClr val="tx2"/>
                </a:solidFill>
                <a:ea typeface="+mn-ea"/>
                <a:cs typeface="+mn-cs"/>
              </a:rPr>
              <a:t>Crisis counselors should:</a:t>
            </a:r>
          </a:p>
          <a:p>
            <a:pPr lvl="1">
              <a:lnSpc>
                <a:spcPct val="90000"/>
              </a:lnSpc>
              <a:spcAft>
                <a:spcPts val="600"/>
              </a:spcAft>
              <a:buClr>
                <a:schemeClr val="accent2"/>
              </a:buClr>
              <a:buSzPct val="92000"/>
            </a:pPr>
            <a:r>
              <a:rPr lang="en-US" sz="1600" dirty="0">
                <a:solidFill>
                  <a:schemeClr val="tx2"/>
                </a:solidFill>
                <a:ea typeface="+mn-ea"/>
                <a:cs typeface="+mn-cs"/>
              </a:rPr>
              <a:t>B</a:t>
            </a:r>
            <a:r>
              <a:rPr lang="en-US" sz="1600" noProof="0" dirty="0">
                <a:solidFill>
                  <a:schemeClr val="tx2"/>
                </a:solidFill>
                <a:ea typeface="+mn-ea"/>
                <a:cs typeface="+mn-cs"/>
              </a:rPr>
              <a:t>e prepared for complex and varied reactions.</a:t>
            </a:r>
          </a:p>
          <a:p>
            <a:pPr lvl="1">
              <a:lnSpc>
                <a:spcPct val="90000"/>
              </a:lnSpc>
              <a:spcAft>
                <a:spcPts val="600"/>
              </a:spcAft>
              <a:buClr>
                <a:schemeClr val="accent2"/>
              </a:buClr>
              <a:buSzPct val="92000"/>
            </a:pPr>
            <a:r>
              <a:rPr lang="en-US" sz="1600" dirty="0">
                <a:solidFill>
                  <a:schemeClr val="tx2"/>
                </a:solidFill>
                <a:ea typeface="+mn-ea"/>
                <a:cs typeface="+mn-cs"/>
              </a:rPr>
              <a:t>B</a:t>
            </a:r>
            <a:r>
              <a:rPr lang="en-US" sz="1600" noProof="0" dirty="0">
                <a:solidFill>
                  <a:schemeClr val="tx2"/>
                </a:solidFill>
                <a:ea typeface="+mn-ea"/>
                <a:cs typeface="+mn-cs"/>
              </a:rPr>
              <a:t>e sensitive to cultural differences in grief expression.</a:t>
            </a:r>
          </a:p>
          <a:p>
            <a:pPr marL="345600" lvl="1" indent="0">
              <a:lnSpc>
                <a:spcPct val="90000"/>
              </a:lnSpc>
              <a:spcAft>
                <a:spcPts val="600"/>
              </a:spcAft>
              <a:buClr>
                <a:schemeClr val="accent2"/>
              </a:buClr>
              <a:buSzPct val="92000"/>
              <a:buNone/>
            </a:pPr>
            <a:endParaRPr lang="en-US" sz="1100" noProof="0" dirty="0">
              <a:solidFill>
                <a:schemeClr val="tx2"/>
              </a:solidFill>
              <a:ea typeface="+mn-ea"/>
              <a:cs typeface="+mn-cs"/>
            </a:endParaRPr>
          </a:p>
        </p:txBody>
      </p:sp>
    </p:spTree>
    <p:extLst>
      <p:ext uri="{BB962C8B-B14F-4D97-AF65-F5344CB8AC3E}">
        <p14:creationId xmlns:p14="http://schemas.microsoft.com/office/powerpoint/2010/main" val="34790516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E3DD1ED9-7847-4E1F-8455-6A5ECF646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31">
            <a:extLst>
              <a:ext uri="{FF2B5EF4-FFF2-40B4-BE49-F238E27FC236}">
                <a16:creationId xmlns:a16="http://schemas.microsoft.com/office/drawing/2014/main" id="{31A3DFEF-67D3-4CCE-BFE8-397D542A4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33">
            <a:extLst>
              <a:ext uri="{FF2B5EF4-FFF2-40B4-BE49-F238E27FC236}">
                <a16:creationId xmlns:a16="http://schemas.microsoft.com/office/drawing/2014/main" id="{24E4445D-D137-4867-B463-009D641E9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35">
            <a:extLst>
              <a:ext uri="{FF2B5EF4-FFF2-40B4-BE49-F238E27FC236}">
                <a16:creationId xmlns:a16="http://schemas.microsoft.com/office/drawing/2014/main" id="{9239343D-682B-4C59-A34A-69D332A71C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38" name="Rectangle 37">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935" y="485678"/>
            <a:ext cx="3131058"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19367" y="1113764"/>
            <a:ext cx="2452312" cy="4624327"/>
          </a:xfrm>
        </p:spPr>
        <p:txBody>
          <a:bodyPr vert="horz" lIns="91440" tIns="45720" rIns="91440" bIns="45720" rtlCol="0" anchor="ctr">
            <a:normAutofit/>
          </a:bodyPr>
          <a:lstStyle/>
          <a:p>
            <a:pPr>
              <a:spcBef>
                <a:spcPct val="0"/>
              </a:spcBef>
            </a:pPr>
            <a:r>
              <a:rPr lang="en-US" sz="2000" b="0" cap="all" noProof="0">
                <a:solidFill>
                  <a:srgbClr val="FFFFFF"/>
                </a:solidFill>
                <a:ea typeface="+mj-ea"/>
                <a:cs typeface="+mj-cs"/>
              </a:rPr>
              <a:t>Special Considerations Related to Crisis</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866928" y="1113764"/>
            <a:ext cx="4581135" cy="4624327"/>
          </a:xfrm>
        </p:spPr>
        <p:txBody>
          <a:bodyPr vert="horz" lIns="91440" tIns="45720" rIns="91440" bIns="45720" rtlCol="0" anchor="ctr">
            <a:normAutofit/>
          </a:bodyPr>
          <a:lstStyle/>
          <a:p>
            <a:pPr lvl="1">
              <a:spcAft>
                <a:spcPts val="600"/>
              </a:spcAft>
              <a:buClr>
                <a:schemeClr val="accent2"/>
              </a:buClr>
              <a:buSzPct val="92000"/>
              <a:buFont typeface="Wingdings 2" panose="05020102010507070707" pitchFamily="18" charset="2"/>
              <a:buChar char=""/>
            </a:pPr>
            <a:r>
              <a:rPr lang="en-US" noProof="0">
                <a:solidFill>
                  <a:schemeClr val="tx2"/>
                </a:solidFill>
                <a:ea typeface="+mn-ea"/>
                <a:cs typeface="+mn-cs"/>
              </a:rPr>
              <a:t>Negligence and malpractice</a:t>
            </a:r>
          </a:p>
          <a:p>
            <a:pPr lvl="1">
              <a:spcAft>
                <a:spcPts val="600"/>
              </a:spcAft>
              <a:buClr>
                <a:schemeClr val="accent2"/>
              </a:buClr>
              <a:buSzPct val="92000"/>
              <a:buFont typeface="Wingdings 2" panose="05020102010507070707" pitchFamily="18" charset="2"/>
              <a:buChar char=""/>
            </a:pPr>
            <a:r>
              <a:rPr lang="en-US" noProof="0">
                <a:solidFill>
                  <a:schemeClr val="tx2"/>
                </a:solidFill>
                <a:ea typeface="+mn-ea"/>
                <a:cs typeface="+mn-cs"/>
              </a:rPr>
              <a:t>Documentation and record keeping</a:t>
            </a:r>
          </a:p>
          <a:p>
            <a:pPr lvl="1">
              <a:spcAft>
                <a:spcPts val="600"/>
              </a:spcAft>
              <a:buClr>
                <a:schemeClr val="accent2"/>
              </a:buClr>
              <a:buSzPct val="92000"/>
              <a:buFont typeface="Wingdings 2" panose="05020102010507070707" pitchFamily="18" charset="2"/>
              <a:buChar char=""/>
            </a:pPr>
            <a:r>
              <a:rPr lang="en-US" noProof="0">
                <a:solidFill>
                  <a:schemeClr val="tx2"/>
                </a:solidFill>
                <a:ea typeface="+mn-ea"/>
                <a:cs typeface="+mn-cs"/>
              </a:rPr>
              <a:t>Informed consent</a:t>
            </a:r>
          </a:p>
          <a:p>
            <a:pPr lvl="1">
              <a:spcAft>
                <a:spcPts val="600"/>
              </a:spcAft>
              <a:buClr>
                <a:schemeClr val="accent2"/>
              </a:buClr>
              <a:buSzPct val="92000"/>
              <a:buFont typeface="Wingdings 2" panose="05020102010507070707" pitchFamily="18" charset="2"/>
              <a:buChar char=""/>
            </a:pPr>
            <a:r>
              <a:rPr lang="en-US" noProof="0">
                <a:solidFill>
                  <a:schemeClr val="tx2"/>
                </a:solidFill>
                <a:ea typeface="+mn-ea"/>
                <a:cs typeface="+mn-cs"/>
              </a:rPr>
              <a:t>Confidentiality</a:t>
            </a:r>
          </a:p>
          <a:p>
            <a:pPr lvl="1">
              <a:spcAft>
                <a:spcPts val="600"/>
              </a:spcAft>
              <a:buClr>
                <a:schemeClr val="accent2"/>
              </a:buClr>
              <a:buSzPct val="92000"/>
              <a:buFont typeface="Wingdings 2" panose="05020102010507070707" pitchFamily="18" charset="2"/>
              <a:buChar char=""/>
            </a:pPr>
            <a:r>
              <a:rPr lang="en-US" noProof="0">
                <a:solidFill>
                  <a:schemeClr val="tx2"/>
                </a:solidFill>
                <a:ea typeface="+mn-ea"/>
                <a:cs typeface="+mn-cs"/>
              </a:rPr>
              <a:t>Termination in crisis intervention</a:t>
            </a:r>
          </a:p>
        </p:txBody>
      </p:sp>
    </p:spTree>
    <p:extLst>
      <p:ext uri="{BB962C8B-B14F-4D97-AF65-F5344CB8AC3E}">
        <p14:creationId xmlns:p14="http://schemas.microsoft.com/office/powerpoint/2010/main" val="30749508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99F183-99EE-4B1F-BA64-21A07922A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B783A767-5AFC-40D0-A72C-09036EA17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41262CAC-6BC8-43F9-9113-770A2772F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1AA2CCB6-DFD2-41CD-96FE-0140B7935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3085765"/>
            <a:ext cx="8447150"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8" name="Rectangle 17">
            <a:extLst>
              <a:ext uri="{FF2B5EF4-FFF2-40B4-BE49-F238E27FC236}">
                <a16:creationId xmlns:a16="http://schemas.microsoft.com/office/drawing/2014/main" id="{3A0F039B-5DD9-421A-9389-1F31ABD9B2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23900"/>
            <a:ext cx="9144000" cy="61341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69D13A-B238-A499-3AA2-A275D0485069}"/>
              </a:ext>
            </a:extLst>
          </p:cNvPr>
          <p:cNvSpPr>
            <a:spLocks noGrp="1"/>
          </p:cNvSpPr>
          <p:nvPr>
            <p:ph type="title"/>
          </p:nvPr>
        </p:nvSpPr>
        <p:spPr>
          <a:xfrm>
            <a:off x="435893" y="723901"/>
            <a:ext cx="8245162" cy="1428750"/>
          </a:xfrm>
        </p:spPr>
        <p:txBody>
          <a:bodyPr vert="horz" lIns="91440" tIns="45720" rIns="91440" bIns="45720" rtlCol="0" anchor="b">
            <a:normAutofit/>
          </a:bodyPr>
          <a:lstStyle/>
          <a:p>
            <a:pPr>
              <a:spcBef>
                <a:spcPct val="0"/>
              </a:spcBef>
            </a:pPr>
            <a:r>
              <a:rPr lang="en-US" b="0" cap="all">
                <a:solidFill>
                  <a:schemeClr val="accent1"/>
                </a:solidFill>
                <a:ea typeface="+mj-ea"/>
                <a:cs typeface="+mj-cs"/>
              </a:rPr>
              <a:t>Negligence and Malpractice</a:t>
            </a:r>
          </a:p>
        </p:txBody>
      </p:sp>
      <p:pic>
        <p:nvPicPr>
          <p:cNvPr id="5" name="Content Placeholder 4">
            <a:extLst>
              <a:ext uri="{FF2B5EF4-FFF2-40B4-BE49-F238E27FC236}">
                <a16:creationId xmlns:a16="http://schemas.microsoft.com/office/drawing/2014/main" id="{D7F3C160-E036-6503-E4CF-1155A98CB979}"/>
              </a:ext>
            </a:extLst>
          </p:cNvPr>
          <p:cNvPicPr>
            <a:picLocks noGrp="1" noChangeAspect="1"/>
          </p:cNvPicPr>
          <p:nvPr>
            <p:ph sz="quarter" idx="13"/>
          </p:nvPr>
        </p:nvPicPr>
        <p:blipFill>
          <a:blip r:embed="rId2"/>
          <a:stretch>
            <a:fillRect/>
          </a:stretch>
        </p:blipFill>
        <p:spPr>
          <a:xfrm>
            <a:off x="476592" y="2790605"/>
            <a:ext cx="7315203" cy="3602736"/>
          </a:xfrm>
          <a:prstGeom prst="rect">
            <a:avLst/>
          </a:prstGeom>
        </p:spPr>
      </p:pic>
    </p:spTree>
    <p:extLst>
      <p:ext uri="{BB962C8B-B14F-4D97-AF65-F5344CB8AC3E}">
        <p14:creationId xmlns:p14="http://schemas.microsoft.com/office/powerpoint/2010/main" val="40061163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3DD1ED9-7847-4E1F-8455-6A5ECF646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1A3DFEF-67D3-4CCE-BFE8-397D542A4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24E4445D-D137-4867-B463-009D641E9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9239343D-682B-4C59-A34A-69D332A71C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35894" y="641653"/>
            <a:ext cx="8272212" cy="1095560"/>
          </a:xfrm>
        </p:spPr>
        <p:txBody>
          <a:bodyPr vert="horz" lIns="91440" tIns="45720" rIns="91440" bIns="45720" rtlCol="0" anchor="t">
            <a:normAutofit/>
          </a:bodyPr>
          <a:lstStyle/>
          <a:p>
            <a:pPr>
              <a:spcBef>
                <a:spcPct val="0"/>
              </a:spcBef>
            </a:pPr>
            <a:r>
              <a:rPr lang="en-US" sz="2800" b="0" cap="all" noProof="0">
                <a:solidFill>
                  <a:schemeClr val="accent2"/>
                </a:solidFill>
                <a:ea typeface="+mj-ea"/>
                <a:cs typeface="+mj-cs"/>
              </a:rPr>
              <a:t>Negligence and Malpractice</a:t>
            </a:r>
          </a:p>
        </p:txBody>
      </p:sp>
      <p:sp>
        <p:nvSpPr>
          <p:cNvPr id="21" name="Rectangle 20">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899" y="457201"/>
            <a:ext cx="847420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435894" y="1879600"/>
            <a:ext cx="8272211" cy="3979200"/>
          </a:xfrm>
        </p:spPr>
        <p:txBody>
          <a:bodyPr vert="horz" lIns="91440" tIns="45720" rIns="91440" bIns="45720" rtlCol="0" anchor="ctr">
            <a:normAutofit/>
          </a:bodyPr>
          <a:lstStyle/>
          <a:p>
            <a:pPr>
              <a:lnSpc>
                <a:spcPct val="90000"/>
              </a:lnSpc>
              <a:spcAft>
                <a:spcPts val="600"/>
              </a:spcAft>
              <a:buClr>
                <a:schemeClr val="accent2"/>
              </a:buClr>
              <a:buSzPct val="92000"/>
              <a:buFont typeface="Wingdings 2" panose="05020102010507070707" pitchFamily="18" charset="2"/>
              <a:buChar char=""/>
            </a:pPr>
            <a:r>
              <a:rPr lang="en-US" sz="1800" noProof="0" dirty="0">
                <a:solidFill>
                  <a:schemeClr val="accent2">
                    <a:lumMod val="50000"/>
                  </a:schemeClr>
                </a:solidFill>
                <a:ea typeface="+mn-ea"/>
                <a:cs typeface="+mn-cs"/>
              </a:rPr>
              <a:t>A breach of duty owed to another is considered </a:t>
            </a:r>
            <a:r>
              <a:rPr lang="en-US" sz="1800" b="1" noProof="0" dirty="0">
                <a:solidFill>
                  <a:schemeClr val="accent2">
                    <a:lumMod val="50000"/>
                  </a:schemeClr>
                </a:solidFill>
                <a:ea typeface="+mn-ea"/>
                <a:cs typeface="+mn-cs"/>
              </a:rPr>
              <a:t>negligence</a:t>
            </a:r>
            <a:r>
              <a:rPr lang="en-US" sz="1800" noProof="0" dirty="0">
                <a:solidFill>
                  <a:schemeClr val="accent2">
                    <a:lumMod val="50000"/>
                  </a:schemeClr>
                </a:solidFill>
                <a:ea typeface="+mn-ea"/>
                <a:cs typeface="+mn-cs"/>
              </a:rPr>
              <a:t>; negligence that occurs in a professional setting is </a:t>
            </a:r>
            <a:r>
              <a:rPr lang="en-US" sz="1800" b="1" noProof="0" dirty="0">
                <a:solidFill>
                  <a:schemeClr val="accent2">
                    <a:lumMod val="50000"/>
                  </a:schemeClr>
                </a:solidFill>
                <a:ea typeface="+mn-ea"/>
                <a:cs typeface="+mn-cs"/>
              </a:rPr>
              <a:t>malpractice</a:t>
            </a:r>
            <a:r>
              <a:rPr lang="en-US" sz="1800" noProof="0" dirty="0">
                <a:solidFill>
                  <a:schemeClr val="accent2">
                    <a:lumMod val="50000"/>
                  </a:schemeClr>
                </a:solidFill>
                <a:ea typeface="+mn-ea"/>
                <a:cs typeface="+mn-cs"/>
              </a:rPr>
              <a:t>.</a:t>
            </a:r>
          </a:p>
          <a:p>
            <a:pPr>
              <a:lnSpc>
                <a:spcPct val="90000"/>
              </a:lnSpc>
              <a:spcAft>
                <a:spcPts val="600"/>
              </a:spcAft>
              <a:buClr>
                <a:schemeClr val="accent2"/>
              </a:buClr>
              <a:buSzPct val="92000"/>
              <a:buFont typeface="Wingdings 2" panose="05020102010507070707" pitchFamily="18" charset="2"/>
              <a:buChar char=""/>
            </a:pPr>
            <a:r>
              <a:rPr lang="en-US" sz="1800" noProof="0" dirty="0">
                <a:solidFill>
                  <a:schemeClr val="accent2">
                    <a:lumMod val="50000"/>
                  </a:schemeClr>
                </a:solidFill>
                <a:ea typeface="+mn-ea"/>
                <a:cs typeface="+mn-cs"/>
              </a:rPr>
              <a:t>Professional negligence results when a counselor departs from the usual standard of practice that is expected of professionals in a similar situation.</a:t>
            </a:r>
          </a:p>
          <a:p>
            <a:pPr>
              <a:lnSpc>
                <a:spcPct val="90000"/>
              </a:lnSpc>
              <a:spcAft>
                <a:spcPts val="600"/>
              </a:spcAft>
              <a:buClr>
                <a:schemeClr val="accent2"/>
              </a:buClr>
              <a:buSzPct val="92000"/>
              <a:buFont typeface="Wingdings 2" panose="05020102010507070707" pitchFamily="18" charset="2"/>
              <a:buChar char=""/>
            </a:pPr>
            <a:r>
              <a:rPr lang="en-US" sz="1800" noProof="0" dirty="0">
                <a:solidFill>
                  <a:schemeClr val="accent2">
                    <a:lumMod val="50000"/>
                  </a:schemeClr>
                </a:solidFill>
                <a:ea typeface="+mn-ea"/>
                <a:cs typeface="+mn-cs"/>
              </a:rPr>
              <a:t>Malpractice is established if the court finds that a counselor has breached a professional duty, failed to take appropriate action (omission), or did something that should not have been done (commission) relative to the standard of care.</a:t>
            </a:r>
          </a:p>
          <a:p>
            <a:pPr>
              <a:lnSpc>
                <a:spcPct val="90000"/>
              </a:lnSpc>
              <a:spcAft>
                <a:spcPts val="600"/>
              </a:spcAft>
              <a:buClr>
                <a:schemeClr val="accent2"/>
              </a:buClr>
              <a:buSzPct val="92000"/>
              <a:buFont typeface="Wingdings 2" panose="05020102010507070707" pitchFamily="18" charset="2"/>
              <a:buChar char=""/>
            </a:pPr>
            <a:r>
              <a:rPr lang="en-US" sz="1800" noProof="0" dirty="0">
                <a:solidFill>
                  <a:schemeClr val="accent2">
                    <a:lumMod val="50000"/>
                  </a:schemeClr>
                </a:solidFill>
                <a:ea typeface="+mn-ea"/>
                <a:cs typeface="+mn-cs"/>
              </a:rPr>
              <a:t>To prove malpractice, four factors (the four Ds) must be present: </a:t>
            </a:r>
            <a:r>
              <a:rPr lang="en-US" sz="1800" b="1" noProof="0" dirty="0">
                <a:solidFill>
                  <a:schemeClr val="accent2">
                    <a:lumMod val="50000"/>
                  </a:schemeClr>
                </a:solidFill>
                <a:ea typeface="+mn-ea"/>
                <a:cs typeface="+mn-cs"/>
              </a:rPr>
              <a:t>“a dereliction of duty that directly results in damages”</a:t>
            </a:r>
          </a:p>
          <a:p>
            <a:pPr lvl="1">
              <a:lnSpc>
                <a:spcPct val="90000"/>
              </a:lnSpc>
              <a:spcAft>
                <a:spcPts val="600"/>
              </a:spcAft>
              <a:buClr>
                <a:schemeClr val="accent2"/>
              </a:buClr>
              <a:buSzPct val="92000"/>
              <a:buFont typeface="Wingdings 2" panose="05020102010507070707" pitchFamily="18" charset="2"/>
              <a:buChar char=""/>
            </a:pPr>
            <a:r>
              <a:rPr lang="en-US" sz="1800" noProof="0" dirty="0">
                <a:solidFill>
                  <a:schemeClr val="accent2">
                    <a:lumMod val="50000"/>
                  </a:schemeClr>
                </a:solidFill>
                <a:ea typeface="+mn-ea"/>
                <a:cs typeface="+mn-cs"/>
              </a:rPr>
              <a:t>In the event of a lawsuit, a counselor’s only defense is documentation in the case file that proves that the counselor conformed to the standard of care. A means of protection is to never practice without having professional liability insurance.</a:t>
            </a:r>
          </a:p>
        </p:txBody>
      </p:sp>
    </p:spTree>
    <p:extLst>
      <p:ext uri="{BB962C8B-B14F-4D97-AF65-F5344CB8AC3E}">
        <p14:creationId xmlns:p14="http://schemas.microsoft.com/office/powerpoint/2010/main" val="564515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6D08039-6C4E-4870-9E3D-6218263DE9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9FB31D2E-CBC8-4C4A-917F-DCB48EAEB0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FCCF4F09-0D96-42BE-AE16-84AB4E0B56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21AF87EE-372A-438E-B086-63D494ECA2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3085765"/>
            <a:ext cx="8447150"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8" name="Rectangle 17">
            <a:extLst>
              <a:ext uri="{FF2B5EF4-FFF2-40B4-BE49-F238E27FC236}">
                <a16:creationId xmlns:a16="http://schemas.microsoft.com/office/drawing/2014/main" id="{E2B38E65-3AFD-404A-BEFC-3006BCB7A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F12BC02C-BABC-AFAB-B75D-3BD3C4CA38B1}"/>
              </a:ext>
            </a:extLst>
          </p:cNvPr>
          <p:cNvPicPr>
            <a:picLocks noGrp="1" noChangeAspect="1"/>
          </p:cNvPicPr>
          <p:nvPr>
            <p:ph sz="quarter" idx="13"/>
          </p:nvPr>
        </p:nvPicPr>
        <p:blipFill>
          <a:blip r:embed="rId2"/>
          <a:srcRect l="1247" r="11517" b="-1"/>
          <a:stretch>
            <a:fillRect/>
          </a:stretch>
        </p:blipFill>
        <p:spPr>
          <a:xfrm>
            <a:off x="334900" y="723899"/>
            <a:ext cx="5623962" cy="5676901"/>
          </a:xfrm>
          <a:prstGeom prst="rect">
            <a:avLst/>
          </a:prstGeom>
        </p:spPr>
      </p:pic>
      <p:sp>
        <p:nvSpPr>
          <p:cNvPr id="20" name="Rectangle 19">
            <a:extLst>
              <a:ext uri="{FF2B5EF4-FFF2-40B4-BE49-F238E27FC236}">
                <a16:creationId xmlns:a16="http://schemas.microsoft.com/office/drawing/2014/main" id="{AE598562-3047-4BC2-BFF9-F39420474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723899"/>
            <a:ext cx="277749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F6D773D-A0BF-8028-9B7F-A6E4E7B22A0F}"/>
              </a:ext>
            </a:extLst>
          </p:cNvPr>
          <p:cNvSpPr>
            <a:spLocks noGrp="1"/>
          </p:cNvSpPr>
          <p:nvPr>
            <p:ph type="title"/>
          </p:nvPr>
        </p:nvSpPr>
        <p:spPr>
          <a:xfrm>
            <a:off x="6264764" y="2652296"/>
            <a:ext cx="2311182" cy="2085869"/>
          </a:xfrm>
        </p:spPr>
        <p:txBody>
          <a:bodyPr vert="horz" lIns="91440" tIns="45720" rIns="91440" bIns="45720" rtlCol="0" anchor="b">
            <a:noAutofit/>
          </a:bodyPr>
          <a:lstStyle/>
          <a:p>
            <a:pPr>
              <a:spcBef>
                <a:spcPct val="0"/>
              </a:spcBef>
            </a:pPr>
            <a:r>
              <a:rPr lang="en-US" sz="1800" b="0" cap="all" dirty="0">
                <a:solidFill>
                  <a:srgbClr val="FFFFFF"/>
                </a:solidFill>
                <a:ea typeface="+mj-ea"/>
                <a:cs typeface="+mj-cs"/>
              </a:rPr>
              <a:t>chrome-extension://</a:t>
            </a:r>
            <a:r>
              <a:rPr lang="en-US" sz="1800" b="0" cap="all" dirty="0" err="1">
                <a:solidFill>
                  <a:srgbClr val="FFFFFF"/>
                </a:solidFill>
                <a:ea typeface="+mj-ea"/>
                <a:cs typeface="+mj-cs"/>
              </a:rPr>
              <a:t>efaidnbmnnnibpcajpcglclefindmkaj</a:t>
            </a:r>
            <a:r>
              <a:rPr lang="en-US" sz="1800" b="0" cap="all" dirty="0">
                <a:solidFill>
                  <a:srgbClr val="FFFFFF"/>
                </a:solidFill>
                <a:ea typeface="+mj-ea"/>
                <a:cs typeface="+mj-cs"/>
              </a:rPr>
              <a:t>/https://www.hpso.com/getmedia/a3cd0d3c-d774-4103-8c74-8804d719b4d0/CNA_CLS_COUN24_061824_CF_PROD_ASIZE_SEC.pdf</a:t>
            </a:r>
          </a:p>
        </p:txBody>
      </p:sp>
      <p:grpSp>
        <p:nvGrpSpPr>
          <p:cNvPr id="22" name="Group 21">
            <a:extLst>
              <a:ext uri="{FF2B5EF4-FFF2-40B4-BE49-F238E27FC236}">
                <a16:creationId xmlns:a16="http://schemas.microsoft.com/office/drawing/2014/main" id="{C19E0D66-E86B-461B-B58E-7FB356BB03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4900" y="453643"/>
            <a:ext cx="8474200" cy="98554"/>
            <a:chOff x="446534" y="453643"/>
            <a:chExt cx="11298933" cy="98554"/>
          </a:xfrm>
        </p:grpSpPr>
        <p:sp>
          <p:nvSpPr>
            <p:cNvPr id="23" name="Rectangle 22">
              <a:extLst>
                <a:ext uri="{FF2B5EF4-FFF2-40B4-BE49-F238E27FC236}">
                  <a16:creationId xmlns:a16="http://schemas.microsoft.com/office/drawing/2014/main" id="{ED2C7D57-D78E-413F-958A-00ABC85043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1596FEE5-A0CD-4B5D-B4C1-785801908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28A81341-6C47-4992-BD01-6BCF3A3499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Tree>
    <p:extLst>
      <p:ext uri="{BB962C8B-B14F-4D97-AF65-F5344CB8AC3E}">
        <p14:creationId xmlns:p14="http://schemas.microsoft.com/office/powerpoint/2010/main" val="11864331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3DD1ED9-7847-4E1F-8455-6A5ECF646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1A3DFEF-67D3-4CCE-BFE8-397D542A4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24E4445D-D137-4867-B463-009D641E9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9239343D-682B-4C59-A34A-69D332A71C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35894" y="641653"/>
            <a:ext cx="8272212" cy="1095560"/>
          </a:xfrm>
        </p:spPr>
        <p:txBody>
          <a:bodyPr vert="horz" lIns="91440" tIns="45720" rIns="91440" bIns="45720" rtlCol="0" anchor="t">
            <a:normAutofit/>
          </a:bodyPr>
          <a:lstStyle/>
          <a:p>
            <a:pPr>
              <a:spcBef>
                <a:spcPct val="0"/>
              </a:spcBef>
            </a:pPr>
            <a:r>
              <a:rPr lang="en-US" sz="2800" b="0" cap="all" noProof="0">
                <a:solidFill>
                  <a:schemeClr val="accent2"/>
                </a:solidFill>
                <a:ea typeface="+mj-ea"/>
                <a:cs typeface="+mj-cs"/>
              </a:rPr>
              <a:t>Documentation and Record Keeping</a:t>
            </a:r>
          </a:p>
        </p:txBody>
      </p:sp>
      <p:sp>
        <p:nvSpPr>
          <p:cNvPr id="21" name="Rectangle 20">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899" y="457201"/>
            <a:ext cx="847420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435894" y="1005840"/>
            <a:ext cx="8272211" cy="5629136"/>
          </a:xfrm>
        </p:spPr>
        <p:txBody>
          <a:bodyPr vert="horz" lIns="91440" tIns="45720" rIns="91440" bIns="45720" rtlCol="0" anchor="ctr">
            <a:normAutofit/>
          </a:bodyPr>
          <a:lstStyle/>
          <a:p>
            <a:pPr marL="0" indent="0" algn="ctr">
              <a:lnSpc>
                <a:spcPct val="90000"/>
              </a:lnSpc>
              <a:spcAft>
                <a:spcPts val="600"/>
              </a:spcAft>
              <a:buClr>
                <a:schemeClr val="accent2"/>
              </a:buClr>
              <a:buSzPct val="92000"/>
              <a:buNone/>
            </a:pPr>
            <a:r>
              <a:rPr lang="en-US" sz="3600" b="1" noProof="0" dirty="0">
                <a:solidFill>
                  <a:schemeClr val="accent2">
                    <a:lumMod val="50000"/>
                  </a:schemeClr>
                </a:solidFill>
                <a:ea typeface="+mn-ea"/>
                <a:cs typeface="+mn-cs"/>
              </a:rPr>
              <a:t>“If it’s not written down, it didn’t happen.”</a:t>
            </a:r>
          </a:p>
          <a:p>
            <a:pPr>
              <a:lnSpc>
                <a:spcPct val="90000"/>
              </a:lnSpc>
              <a:spcAft>
                <a:spcPts val="600"/>
              </a:spcAft>
              <a:buClr>
                <a:schemeClr val="accent2"/>
              </a:buClr>
              <a:buSzPct val="92000"/>
              <a:buFont typeface="Wingdings 2" panose="05020102010507070707" pitchFamily="18" charset="2"/>
              <a:buChar char=""/>
            </a:pPr>
            <a:r>
              <a:rPr lang="en-US" sz="2000" noProof="0" dirty="0">
                <a:solidFill>
                  <a:schemeClr val="accent2">
                    <a:lumMod val="50000"/>
                  </a:schemeClr>
                </a:solidFill>
                <a:ea typeface="+mn-ea"/>
                <a:cs typeface="+mn-cs"/>
              </a:rPr>
              <a:t>Documentation is an essential part of the standard of care of the counseling relationship.</a:t>
            </a:r>
          </a:p>
          <a:p>
            <a:pPr>
              <a:lnSpc>
                <a:spcPct val="90000"/>
              </a:lnSpc>
              <a:spcAft>
                <a:spcPts val="600"/>
              </a:spcAft>
              <a:buClr>
                <a:schemeClr val="accent2"/>
              </a:buClr>
              <a:buSzPct val="92000"/>
              <a:buFont typeface="Wingdings 2" panose="05020102010507070707" pitchFamily="18" charset="2"/>
              <a:buChar char=""/>
            </a:pPr>
            <a:r>
              <a:rPr lang="en-US" sz="2000" noProof="0" dirty="0">
                <a:solidFill>
                  <a:schemeClr val="accent2">
                    <a:lumMod val="50000"/>
                  </a:schemeClr>
                </a:solidFill>
                <a:ea typeface="+mn-ea"/>
                <a:cs typeface="+mn-cs"/>
              </a:rPr>
              <a:t>Good documentation is particularly crucial in crisis situations such as suicide, homicide, mandated reporting (e.g., children, older adults, vulnerable persons), and disaster relief where the risk of litigation increases.</a:t>
            </a:r>
          </a:p>
          <a:p>
            <a:pPr>
              <a:lnSpc>
                <a:spcPct val="90000"/>
              </a:lnSpc>
              <a:spcAft>
                <a:spcPts val="600"/>
              </a:spcAft>
              <a:buClr>
                <a:schemeClr val="accent2"/>
              </a:buClr>
              <a:buSzPct val="92000"/>
              <a:buFont typeface="Wingdings 2" panose="05020102010507070707" pitchFamily="18" charset="2"/>
              <a:buChar char=""/>
            </a:pPr>
            <a:r>
              <a:rPr lang="en-US" sz="2000" noProof="0" dirty="0">
                <a:solidFill>
                  <a:schemeClr val="accent2">
                    <a:lumMod val="50000"/>
                  </a:schemeClr>
                </a:solidFill>
                <a:ea typeface="+mn-ea"/>
                <a:cs typeface="+mn-cs"/>
              </a:rPr>
              <a:t>Inappropriate information should not be included in client records, meaning anything that is not treatment related and that could be problematic if viewed by others.</a:t>
            </a:r>
          </a:p>
          <a:p>
            <a:pPr>
              <a:lnSpc>
                <a:spcPct val="90000"/>
              </a:lnSpc>
              <a:spcAft>
                <a:spcPts val="600"/>
              </a:spcAft>
              <a:buClr>
                <a:schemeClr val="accent2"/>
              </a:buClr>
              <a:buSzPct val="92000"/>
              <a:buFont typeface="Wingdings 2" panose="05020102010507070707" pitchFamily="18" charset="2"/>
              <a:buChar char=""/>
            </a:pPr>
            <a:r>
              <a:rPr lang="en-US" sz="2000" noProof="0" dirty="0">
                <a:solidFill>
                  <a:schemeClr val="accent2">
                    <a:lumMod val="50000"/>
                  </a:schemeClr>
                </a:solidFill>
                <a:ea typeface="+mn-ea"/>
                <a:cs typeface="+mn-cs"/>
              </a:rPr>
              <a:t>Crisis conditions (e.g., a disaster site) are not always conducive to writing case notes, but counselors working with clients in crisis need to clearly document exact dates, pertinent details, assessments, and treatment decisions.</a:t>
            </a:r>
          </a:p>
        </p:txBody>
      </p:sp>
    </p:spTree>
    <p:extLst>
      <p:ext uri="{BB962C8B-B14F-4D97-AF65-F5344CB8AC3E}">
        <p14:creationId xmlns:p14="http://schemas.microsoft.com/office/powerpoint/2010/main" val="15290845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8FD5326-9F0A-481B-8415-14B6BFB852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7A268CD7-AFA8-49FF-8494-036157361B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6">
            <a:extLst>
              <a:ext uri="{FF2B5EF4-FFF2-40B4-BE49-F238E27FC236}">
                <a16:creationId xmlns:a16="http://schemas.microsoft.com/office/drawing/2014/main" id="{A0897FCD-4816-4E4A-A524-078453D87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a:extLst>
              <a:ext uri="{FF2B5EF4-FFF2-40B4-BE49-F238E27FC236}">
                <a16:creationId xmlns:a16="http://schemas.microsoft.com/office/drawing/2014/main" id="{2ED953D6-5A73-4461-BB18-1E759E7A63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30">
            <a:extLst>
              <a:ext uri="{FF2B5EF4-FFF2-40B4-BE49-F238E27FC236}">
                <a16:creationId xmlns:a16="http://schemas.microsoft.com/office/drawing/2014/main" id="{6DC969F4-277E-4F95-9ABB-0421358B0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1"/>
          </a:xfrm>
          <a:prstGeom prst="rect">
            <a:avLst/>
          </a:prstGeom>
          <a:solidFill>
            <a:srgbClr val="FFF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559671" y="1037967"/>
            <a:ext cx="2290568" cy="4709131"/>
          </a:xfrm>
        </p:spPr>
        <p:txBody>
          <a:bodyPr vert="horz" lIns="91440" tIns="45720" rIns="91440" bIns="45720" rtlCol="0" anchor="ctr">
            <a:normAutofit/>
          </a:bodyPr>
          <a:lstStyle/>
          <a:p>
            <a:pPr>
              <a:spcBef>
                <a:spcPct val="0"/>
              </a:spcBef>
            </a:pPr>
            <a:r>
              <a:rPr lang="en-US" sz="2800" b="0" cap="all" noProof="0" dirty="0">
                <a:solidFill>
                  <a:schemeClr val="accent1"/>
                </a:solidFill>
                <a:ea typeface="+mj-ea"/>
                <a:cs typeface="+mj-cs"/>
              </a:rPr>
              <a:t>Informed Consent in Crisis Settings</a:t>
            </a:r>
          </a:p>
        </p:txBody>
      </p:sp>
      <p:sp>
        <p:nvSpPr>
          <p:cNvPr id="33" name="Rectangle 32">
            <a:extLst>
              <a:ext uri="{FF2B5EF4-FFF2-40B4-BE49-F238E27FC236}">
                <a16:creationId xmlns:a16="http://schemas.microsoft.com/office/drawing/2014/main" id="{DBB62B70-0FFB-4EBC-A23C-3EE215C71C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34">
            <a:extLst>
              <a:ext uri="{FF2B5EF4-FFF2-40B4-BE49-F238E27FC236}">
                <a16:creationId xmlns:a16="http://schemas.microsoft.com/office/drawing/2014/main" id="{4F448DF1-A468-4624-99E7-933CC6207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6F7DD6E9-9BF0-44B2-A5B9-1CE2477A47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85E2BD0E-96C7-4908-AD02-AD9AC69C93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5138" y="723898"/>
            <a:ext cx="5623962" cy="567690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8" name="Content Placeholder 2">
            <a:extLst>
              <a:ext uri="{FF2B5EF4-FFF2-40B4-BE49-F238E27FC236}">
                <a16:creationId xmlns:a16="http://schemas.microsoft.com/office/drawing/2014/main" id="{8260637E-A7C6-D358-B2B0-4BC418EAF066}"/>
              </a:ext>
            </a:extLst>
          </p:cNvPr>
          <p:cNvGraphicFramePr>
            <a:graphicFrameLocks noGrp="1"/>
          </p:cNvGraphicFramePr>
          <p:nvPr>
            <p:ph sz="quarter" idx="13"/>
            <p:extLst>
              <p:ext uri="{D42A27DB-BD31-4B8C-83A1-F6EECF244321}">
                <p14:modId xmlns:p14="http://schemas.microsoft.com/office/powerpoint/2010/main" val="1872379530"/>
              </p:ext>
            </p:extLst>
          </p:nvPr>
        </p:nvGraphicFramePr>
        <p:xfrm>
          <a:off x="3448828" y="1037967"/>
          <a:ext cx="5259278" cy="4709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5821790"/>
      </p:ext>
    </p:extLst>
  </p:cSld>
  <p:clrMapOvr>
    <a:overrideClrMapping bg1="dk1" tx1="lt1" bg2="dk2" tx2="lt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3DD1ED9-7847-4E1F-8455-6A5ECF646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1A3DFEF-67D3-4CCE-BFE8-397D542A4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24E4445D-D137-4867-B463-009D641E9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9239343D-682B-4C59-A34A-69D332A71C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35894" y="641653"/>
            <a:ext cx="8272212" cy="1095560"/>
          </a:xfrm>
        </p:spPr>
        <p:txBody>
          <a:bodyPr vert="horz" lIns="91440" tIns="45720" rIns="91440" bIns="45720" rtlCol="0" anchor="t">
            <a:normAutofit/>
          </a:bodyPr>
          <a:lstStyle/>
          <a:p>
            <a:pPr>
              <a:spcBef>
                <a:spcPct val="0"/>
              </a:spcBef>
            </a:pPr>
            <a:r>
              <a:rPr lang="en-US" sz="2800" b="0" cap="all" noProof="0">
                <a:solidFill>
                  <a:schemeClr val="accent2"/>
                </a:solidFill>
                <a:ea typeface="+mj-ea"/>
                <a:cs typeface="+mj-cs"/>
              </a:rPr>
              <a:t>Confidentiality</a:t>
            </a:r>
          </a:p>
        </p:txBody>
      </p:sp>
      <p:sp>
        <p:nvSpPr>
          <p:cNvPr id="21" name="Rectangle 20">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899" y="457201"/>
            <a:ext cx="847420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435894" y="1879600"/>
            <a:ext cx="8272211" cy="3979200"/>
          </a:xfrm>
        </p:spPr>
        <p:txBody>
          <a:bodyPr vert="horz" lIns="91440" tIns="45720" rIns="91440" bIns="45720" rtlCol="0" anchor="ctr">
            <a:normAutofit/>
          </a:bodyPr>
          <a:lstStyle/>
          <a:p>
            <a:pPr>
              <a:lnSpc>
                <a:spcPct val="90000"/>
              </a:lnSpc>
              <a:spcAft>
                <a:spcPts val="600"/>
              </a:spcAft>
              <a:buClr>
                <a:schemeClr val="accent2"/>
              </a:buClr>
              <a:buSzPct val="92000"/>
              <a:buFont typeface="Wingdings 2" panose="05020102010507070707" pitchFamily="18" charset="2"/>
              <a:buChar char=""/>
            </a:pPr>
            <a:r>
              <a:rPr lang="en-US" sz="2100" noProof="0">
                <a:solidFill>
                  <a:schemeClr val="accent2">
                    <a:lumMod val="50000"/>
                  </a:schemeClr>
                </a:solidFill>
                <a:ea typeface="+mn-ea"/>
                <a:cs typeface="+mn-cs"/>
              </a:rPr>
              <a:t>Confidentiality is “the professional, ethical, and legal obligation of counselors that they not disclose client information revealed during counseling without the client’s written consent” (Gladding, 2017).</a:t>
            </a:r>
          </a:p>
          <a:p>
            <a:pPr>
              <a:lnSpc>
                <a:spcPct val="90000"/>
              </a:lnSpc>
              <a:spcAft>
                <a:spcPts val="600"/>
              </a:spcAft>
              <a:buClr>
                <a:schemeClr val="accent2"/>
              </a:buClr>
              <a:buSzPct val="92000"/>
              <a:buFont typeface="Wingdings 2" panose="05020102010507070707" pitchFamily="18" charset="2"/>
              <a:buChar char=""/>
            </a:pPr>
            <a:r>
              <a:rPr lang="en-US" sz="2100" noProof="0">
                <a:solidFill>
                  <a:schemeClr val="accent2">
                    <a:lumMod val="50000"/>
                  </a:schemeClr>
                </a:solidFill>
                <a:ea typeface="+mn-ea"/>
                <a:cs typeface="+mn-cs"/>
              </a:rPr>
              <a:t>In crisis and disaster circumstances, provisions for confidentiality are certainly more challenging; however, the ethical standards and requirements of the profession still apply.</a:t>
            </a:r>
          </a:p>
          <a:p>
            <a:pPr>
              <a:lnSpc>
                <a:spcPct val="90000"/>
              </a:lnSpc>
              <a:spcAft>
                <a:spcPts val="600"/>
              </a:spcAft>
              <a:buClr>
                <a:schemeClr val="accent2"/>
              </a:buClr>
              <a:buSzPct val="92000"/>
              <a:buFont typeface="Wingdings 2" panose="05020102010507070707" pitchFamily="18" charset="2"/>
              <a:buChar char=""/>
            </a:pPr>
            <a:r>
              <a:rPr lang="en-US" sz="2100" noProof="0">
                <a:solidFill>
                  <a:schemeClr val="accent2">
                    <a:lumMod val="50000"/>
                  </a:schemeClr>
                </a:solidFill>
                <a:ea typeface="+mn-ea"/>
                <a:cs typeface="+mn-cs"/>
              </a:rPr>
              <a:t>Counselors working with children need to explain confidentiality in developmentally appropriate language. Parents and guardians are often hypervigilant and overprotective during crisis interventions, so counselors must be clear about boundaries and limitations while still establishing rapport, a therapeutic alliance, and intervening to benefit the child.</a:t>
            </a:r>
          </a:p>
        </p:txBody>
      </p:sp>
    </p:spTree>
    <p:extLst>
      <p:ext uri="{BB962C8B-B14F-4D97-AF65-F5344CB8AC3E}">
        <p14:creationId xmlns:p14="http://schemas.microsoft.com/office/powerpoint/2010/main" val="2645408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3DD1ED9-7847-4E1F-8455-6A5ECF646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31A3DFEF-67D3-4CCE-BFE8-397D542A4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a:extLst>
              <a:ext uri="{FF2B5EF4-FFF2-40B4-BE49-F238E27FC236}">
                <a16:creationId xmlns:a16="http://schemas.microsoft.com/office/drawing/2014/main" id="{24E4445D-D137-4867-B463-009D641E9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31">
            <a:extLst>
              <a:ext uri="{FF2B5EF4-FFF2-40B4-BE49-F238E27FC236}">
                <a16:creationId xmlns:a16="http://schemas.microsoft.com/office/drawing/2014/main" id="{9239343D-682B-4C59-A34A-69D332A71C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34" name="Rectangle 33">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935" y="485678"/>
            <a:ext cx="3131058"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19367" y="1113764"/>
            <a:ext cx="2452312" cy="4624327"/>
          </a:xfrm>
        </p:spPr>
        <p:txBody>
          <a:bodyPr vert="horz" lIns="91440" tIns="45720" rIns="91440" bIns="45720" rtlCol="0" anchor="ctr">
            <a:normAutofit/>
          </a:bodyPr>
          <a:lstStyle/>
          <a:p>
            <a:pPr>
              <a:spcBef>
                <a:spcPct val="0"/>
              </a:spcBef>
            </a:pPr>
            <a:r>
              <a:rPr lang="en-US" sz="2400" b="0" cap="all" noProof="0">
                <a:solidFill>
                  <a:srgbClr val="FFFFFF"/>
                </a:solidFill>
                <a:ea typeface="+mj-ea"/>
                <a:cs typeface="+mj-cs"/>
              </a:rPr>
              <a:t>Termination in Crisis Intervention</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866928" y="1113764"/>
            <a:ext cx="4581135" cy="4624327"/>
          </a:xfrm>
        </p:spPr>
        <p:txBody>
          <a:bodyPr vert="horz" lIns="91440" tIns="45720" rIns="91440" bIns="45720" rtlCol="0" anchor="ctr">
            <a:normAutofit/>
          </a:bodyPr>
          <a:lstStyle/>
          <a:p>
            <a:pPr>
              <a:lnSpc>
                <a:spcPct val="90000"/>
              </a:lnSpc>
              <a:spcAft>
                <a:spcPts val="600"/>
              </a:spcAft>
              <a:buClr>
                <a:schemeClr val="accent2"/>
              </a:buClr>
              <a:buSzPct val="92000"/>
              <a:buFont typeface="Wingdings 2" panose="05020102010507070707" pitchFamily="18" charset="2"/>
              <a:buChar char=""/>
            </a:pPr>
            <a:r>
              <a:rPr lang="en-US" sz="1600" noProof="0" dirty="0">
                <a:solidFill>
                  <a:schemeClr val="tx2"/>
                </a:solidFill>
                <a:ea typeface="+mn-ea"/>
                <a:cs typeface="+mn-cs"/>
              </a:rPr>
              <a:t>Appropriate termination should not only bring closure for the crisis counseling relationship but also bolster the goals and plans laid out in the crisis counseling process.</a:t>
            </a:r>
          </a:p>
          <a:p>
            <a:pPr>
              <a:lnSpc>
                <a:spcPct val="90000"/>
              </a:lnSpc>
              <a:spcAft>
                <a:spcPts val="600"/>
              </a:spcAft>
              <a:buClr>
                <a:schemeClr val="accent2"/>
              </a:buClr>
              <a:buSzPct val="92000"/>
              <a:buFont typeface="Wingdings 2" panose="05020102010507070707" pitchFamily="18" charset="2"/>
              <a:buChar char=""/>
            </a:pPr>
            <a:r>
              <a:rPr lang="en-US" sz="1600" noProof="0" dirty="0">
                <a:solidFill>
                  <a:schemeClr val="tx2"/>
                </a:solidFill>
                <a:ea typeface="+mn-ea"/>
                <a:cs typeface="+mn-cs"/>
              </a:rPr>
              <a:t>The ACA Code of Ethics (2014) prohibits abandonment;. </a:t>
            </a:r>
            <a:r>
              <a:rPr lang="en-US" sz="1600" dirty="0">
                <a:solidFill>
                  <a:schemeClr val="tx2"/>
                </a:solidFill>
                <a:ea typeface="+mn-ea"/>
                <a:cs typeface="+mn-cs"/>
              </a:rPr>
              <a:t>T</a:t>
            </a:r>
            <a:r>
              <a:rPr lang="en-US" sz="1600" noProof="0" dirty="0">
                <a:solidFill>
                  <a:schemeClr val="tx2"/>
                </a:solidFill>
                <a:ea typeface="+mn-ea"/>
                <a:cs typeface="+mn-cs"/>
              </a:rPr>
              <a:t>he counselor provides the client with referral information for other appropriate mental health providers.</a:t>
            </a:r>
          </a:p>
          <a:p>
            <a:pPr>
              <a:lnSpc>
                <a:spcPct val="90000"/>
              </a:lnSpc>
              <a:spcAft>
                <a:spcPts val="600"/>
              </a:spcAft>
              <a:buClr>
                <a:schemeClr val="accent2"/>
              </a:buClr>
              <a:buSzPct val="92000"/>
              <a:buFont typeface="Wingdings 2" panose="05020102010507070707" pitchFamily="18" charset="2"/>
              <a:buChar char=""/>
            </a:pPr>
            <a:r>
              <a:rPr lang="en-US" sz="1600" noProof="0" dirty="0">
                <a:solidFill>
                  <a:schemeClr val="tx2"/>
                </a:solidFill>
                <a:ea typeface="+mn-ea"/>
                <a:cs typeface="+mn-cs"/>
              </a:rPr>
              <a:t>A final termination summary should be added to the client file. Bond and </a:t>
            </a:r>
            <a:r>
              <a:rPr lang="en-US" sz="1600" noProof="0" dirty="0" err="1">
                <a:solidFill>
                  <a:schemeClr val="tx2"/>
                </a:solidFill>
                <a:ea typeface="+mn-ea"/>
                <a:cs typeface="+mn-cs"/>
              </a:rPr>
              <a:t>Mitchels</a:t>
            </a:r>
            <a:r>
              <a:rPr lang="en-US" sz="1600" noProof="0" dirty="0">
                <a:solidFill>
                  <a:schemeClr val="tx2"/>
                </a:solidFill>
                <a:ea typeface="+mn-ea"/>
                <a:cs typeface="+mn-cs"/>
              </a:rPr>
              <a:t> (2014) recommend that this summary include the reason for termination, a summary of progress, the final diagnostic impression, a follow-up plan, and other pertinent information.</a:t>
            </a:r>
          </a:p>
        </p:txBody>
      </p:sp>
    </p:spTree>
    <p:extLst>
      <p:ext uri="{BB962C8B-B14F-4D97-AF65-F5344CB8AC3E}">
        <p14:creationId xmlns:p14="http://schemas.microsoft.com/office/powerpoint/2010/main" val="10624597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18FD5326-9F0A-481B-8415-14B6BFB852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4" name="Rectangle 43">
            <a:extLst>
              <a:ext uri="{FF2B5EF4-FFF2-40B4-BE49-F238E27FC236}">
                <a16:creationId xmlns:a16="http://schemas.microsoft.com/office/drawing/2014/main" id="{7A268CD7-AFA8-49FF-8494-036157361B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6" name="Rectangle 45">
            <a:extLst>
              <a:ext uri="{FF2B5EF4-FFF2-40B4-BE49-F238E27FC236}">
                <a16:creationId xmlns:a16="http://schemas.microsoft.com/office/drawing/2014/main" id="{A0897FCD-4816-4E4A-A524-078453D87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8" name="Rectangle 47">
            <a:extLst>
              <a:ext uri="{FF2B5EF4-FFF2-40B4-BE49-F238E27FC236}">
                <a16:creationId xmlns:a16="http://schemas.microsoft.com/office/drawing/2014/main" id="{2ED953D6-5A73-4461-BB18-1E759E7A63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0" name="Rectangle 49">
            <a:extLst>
              <a:ext uri="{FF2B5EF4-FFF2-40B4-BE49-F238E27FC236}">
                <a16:creationId xmlns:a16="http://schemas.microsoft.com/office/drawing/2014/main" id="{6DC969F4-277E-4F95-9ABB-0421358B0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1"/>
          </a:xfrm>
          <a:prstGeom prst="rect">
            <a:avLst/>
          </a:prstGeom>
          <a:solidFill>
            <a:srgbClr val="FFF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559671" y="1037967"/>
            <a:ext cx="2290568" cy="4709131"/>
          </a:xfrm>
        </p:spPr>
        <p:txBody>
          <a:bodyPr vert="horz" lIns="91440" tIns="45720" rIns="91440" bIns="45720" rtlCol="0" anchor="ctr">
            <a:normAutofit/>
          </a:bodyPr>
          <a:lstStyle/>
          <a:p>
            <a:pPr>
              <a:spcBef>
                <a:spcPct val="0"/>
              </a:spcBef>
            </a:pPr>
            <a:r>
              <a:rPr lang="en-US" sz="1800" b="0" cap="all" noProof="0">
                <a:solidFill>
                  <a:schemeClr val="accent1"/>
                </a:solidFill>
                <a:ea typeface="+mj-ea"/>
                <a:cs typeface="+mj-cs"/>
              </a:rPr>
              <a:t>Spiritual Considerations</a:t>
            </a:r>
          </a:p>
        </p:txBody>
      </p:sp>
      <p:sp>
        <p:nvSpPr>
          <p:cNvPr id="52" name="Rectangle 51">
            <a:extLst>
              <a:ext uri="{FF2B5EF4-FFF2-40B4-BE49-F238E27FC236}">
                <a16:creationId xmlns:a16="http://schemas.microsoft.com/office/drawing/2014/main" id="{DBB62B70-0FFB-4EBC-A23C-3EE215C71C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4" name="Rectangle 53">
            <a:extLst>
              <a:ext uri="{FF2B5EF4-FFF2-40B4-BE49-F238E27FC236}">
                <a16:creationId xmlns:a16="http://schemas.microsoft.com/office/drawing/2014/main" id="{4F448DF1-A468-4624-99E7-933CC6207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6" name="Rectangle 55">
            <a:extLst>
              <a:ext uri="{FF2B5EF4-FFF2-40B4-BE49-F238E27FC236}">
                <a16:creationId xmlns:a16="http://schemas.microsoft.com/office/drawing/2014/main" id="{6F7DD6E9-9BF0-44B2-A5B9-1CE2477A47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8" name="Rectangle 57">
            <a:extLst>
              <a:ext uri="{FF2B5EF4-FFF2-40B4-BE49-F238E27FC236}">
                <a16:creationId xmlns:a16="http://schemas.microsoft.com/office/drawing/2014/main" id="{85E2BD0E-96C7-4908-AD02-AD9AC69C93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5138" y="723898"/>
            <a:ext cx="5623962" cy="567690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38" name="Content Placeholder 2">
            <a:extLst>
              <a:ext uri="{FF2B5EF4-FFF2-40B4-BE49-F238E27FC236}">
                <a16:creationId xmlns:a16="http://schemas.microsoft.com/office/drawing/2014/main" id="{1033B3B3-D5CA-88BD-3E8A-F0A121A989B0}"/>
              </a:ext>
            </a:extLst>
          </p:cNvPr>
          <p:cNvGraphicFramePr>
            <a:graphicFrameLocks noGrp="1"/>
          </p:cNvGraphicFramePr>
          <p:nvPr>
            <p:ph sz="quarter" idx="13"/>
            <p:extLst>
              <p:ext uri="{D42A27DB-BD31-4B8C-83A1-F6EECF244321}">
                <p14:modId xmlns:p14="http://schemas.microsoft.com/office/powerpoint/2010/main" val="4060527102"/>
              </p:ext>
            </p:extLst>
          </p:nvPr>
        </p:nvGraphicFramePr>
        <p:xfrm>
          <a:off x="3448828" y="1037967"/>
          <a:ext cx="5259278" cy="4709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3638648"/>
      </p:ext>
    </p:extLst>
  </p:cSld>
  <p:clrMapOvr>
    <a:overrideClrMapping bg1="dk1" tx1="lt1" bg2="dk2" tx2="lt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8FD5326-9F0A-481B-8415-14B6BFB852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a:extLst>
              <a:ext uri="{FF2B5EF4-FFF2-40B4-BE49-F238E27FC236}">
                <a16:creationId xmlns:a16="http://schemas.microsoft.com/office/drawing/2014/main" id="{7A268CD7-AFA8-49FF-8494-036157361B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30">
            <a:extLst>
              <a:ext uri="{FF2B5EF4-FFF2-40B4-BE49-F238E27FC236}">
                <a16:creationId xmlns:a16="http://schemas.microsoft.com/office/drawing/2014/main" id="{A0897FCD-4816-4E4A-A524-078453D87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32">
            <a:extLst>
              <a:ext uri="{FF2B5EF4-FFF2-40B4-BE49-F238E27FC236}">
                <a16:creationId xmlns:a16="http://schemas.microsoft.com/office/drawing/2014/main" id="{2ED953D6-5A73-4461-BB18-1E759E7A63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34">
            <a:extLst>
              <a:ext uri="{FF2B5EF4-FFF2-40B4-BE49-F238E27FC236}">
                <a16:creationId xmlns:a16="http://schemas.microsoft.com/office/drawing/2014/main" id="{6DC969F4-277E-4F95-9ABB-0421358B0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1"/>
          </a:xfrm>
          <a:prstGeom prst="rect">
            <a:avLst/>
          </a:prstGeom>
          <a:solidFill>
            <a:srgbClr val="FFF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559671" y="1037967"/>
            <a:ext cx="2290568" cy="4709131"/>
          </a:xfrm>
        </p:spPr>
        <p:txBody>
          <a:bodyPr vert="horz" lIns="91440" tIns="45720" rIns="91440" bIns="45720" rtlCol="0" anchor="ctr">
            <a:normAutofit/>
          </a:bodyPr>
          <a:lstStyle/>
          <a:p>
            <a:pPr>
              <a:spcBef>
                <a:spcPct val="0"/>
              </a:spcBef>
            </a:pPr>
            <a:r>
              <a:rPr lang="en-US" sz="1800" b="0" cap="all" noProof="0">
                <a:solidFill>
                  <a:schemeClr val="accent1"/>
                </a:solidFill>
                <a:ea typeface="+mj-ea"/>
                <a:cs typeface="+mj-cs"/>
              </a:rPr>
              <a:t>Multicultural Considerations</a:t>
            </a:r>
          </a:p>
        </p:txBody>
      </p:sp>
      <p:sp>
        <p:nvSpPr>
          <p:cNvPr id="37" name="Rectangle 36">
            <a:extLst>
              <a:ext uri="{FF2B5EF4-FFF2-40B4-BE49-F238E27FC236}">
                <a16:creationId xmlns:a16="http://schemas.microsoft.com/office/drawing/2014/main" id="{DBB62B70-0FFB-4EBC-A23C-3EE215C71C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4F448DF1-A468-4624-99E7-933CC6207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 name="Rectangle 40">
            <a:extLst>
              <a:ext uri="{FF2B5EF4-FFF2-40B4-BE49-F238E27FC236}">
                <a16:creationId xmlns:a16="http://schemas.microsoft.com/office/drawing/2014/main" id="{6F7DD6E9-9BF0-44B2-A5B9-1CE2477A47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3" name="Rectangle 42">
            <a:extLst>
              <a:ext uri="{FF2B5EF4-FFF2-40B4-BE49-F238E27FC236}">
                <a16:creationId xmlns:a16="http://schemas.microsoft.com/office/drawing/2014/main" id="{85E2BD0E-96C7-4908-AD02-AD9AC69C93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5138" y="723898"/>
            <a:ext cx="5623962" cy="567690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23" name="Content Placeholder 2">
            <a:extLst>
              <a:ext uri="{FF2B5EF4-FFF2-40B4-BE49-F238E27FC236}">
                <a16:creationId xmlns:a16="http://schemas.microsoft.com/office/drawing/2014/main" id="{174A3439-03D0-9958-34C7-B790701F0490}"/>
              </a:ext>
            </a:extLst>
          </p:cNvPr>
          <p:cNvGraphicFramePr>
            <a:graphicFrameLocks noGrp="1"/>
          </p:cNvGraphicFramePr>
          <p:nvPr>
            <p:ph sz="quarter" idx="13"/>
            <p:extLst>
              <p:ext uri="{D42A27DB-BD31-4B8C-83A1-F6EECF244321}">
                <p14:modId xmlns:p14="http://schemas.microsoft.com/office/powerpoint/2010/main" val="1212058325"/>
              </p:ext>
            </p:extLst>
          </p:nvPr>
        </p:nvGraphicFramePr>
        <p:xfrm>
          <a:off x="3448828" y="1037967"/>
          <a:ext cx="5259278" cy="4709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14575160"/>
      </p:ext>
    </p:extLst>
  </p:cSld>
  <p:clrMapOvr>
    <a:overrideClrMapping bg1="dk1" tx1="lt1" bg2="dk2" tx2="lt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E3DD1ED9-7847-4E1F-8455-6A5ECF646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6" name="Rectangle 55">
            <a:extLst>
              <a:ext uri="{FF2B5EF4-FFF2-40B4-BE49-F238E27FC236}">
                <a16:creationId xmlns:a16="http://schemas.microsoft.com/office/drawing/2014/main" id="{31A3DFEF-67D3-4CCE-BFE8-397D542A4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8" name="Rectangle 57">
            <a:extLst>
              <a:ext uri="{FF2B5EF4-FFF2-40B4-BE49-F238E27FC236}">
                <a16:creationId xmlns:a16="http://schemas.microsoft.com/office/drawing/2014/main" id="{24E4445D-D137-4867-B463-009D641E9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9" name="Rectangle 58">
            <a:extLst>
              <a:ext uri="{FF2B5EF4-FFF2-40B4-BE49-F238E27FC236}">
                <a16:creationId xmlns:a16="http://schemas.microsoft.com/office/drawing/2014/main" id="{9239343D-682B-4C59-A34A-69D332A71C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60" name="Rectangle 59">
            <a:extLst>
              <a:ext uri="{FF2B5EF4-FFF2-40B4-BE49-F238E27FC236}">
                <a16:creationId xmlns:a16="http://schemas.microsoft.com/office/drawing/2014/main" id="{ABD35255-F6AD-483C-8736-3BA2E77D7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9E3CC4EC-DB06-46D9-AFDB-90C92162D0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230115"/>
            <a:ext cx="8447150" cy="21604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576200" y="4428836"/>
            <a:ext cx="7964550" cy="1449346"/>
          </a:xfrm>
        </p:spPr>
        <p:txBody>
          <a:bodyPr vert="horz" lIns="91440" tIns="45720" rIns="91440" bIns="45720" rtlCol="0" anchor="t">
            <a:normAutofit/>
          </a:bodyPr>
          <a:lstStyle/>
          <a:p>
            <a:pPr>
              <a:spcBef>
                <a:spcPct val="0"/>
              </a:spcBef>
            </a:pPr>
            <a:r>
              <a:rPr lang="en-US" sz="2800" b="0" cap="all" noProof="0">
                <a:solidFill>
                  <a:srgbClr val="FFFFFF"/>
                </a:solidFill>
                <a:ea typeface="+mj-ea"/>
                <a:cs typeface="+mj-cs"/>
              </a:rPr>
              <a:t>Crisis Intervention in a Technological World</a:t>
            </a:r>
          </a:p>
        </p:txBody>
      </p:sp>
      <p:sp>
        <p:nvSpPr>
          <p:cNvPr id="53" name="Rectangle 52">
            <a:extLst>
              <a:ext uri="{FF2B5EF4-FFF2-40B4-BE49-F238E27FC236}">
                <a16:creationId xmlns:a16="http://schemas.microsoft.com/office/drawing/2014/main" id="{DD1E467B-4F3D-4B02-B4F6-B1F606610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5" name="Rectangle 54">
            <a:extLst>
              <a:ext uri="{FF2B5EF4-FFF2-40B4-BE49-F238E27FC236}">
                <a16:creationId xmlns:a16="http://schemas.microsoft.com/office/drawing/2014/main" id="{92B8FFC3-0702-4F80-A25F-DCE76F0DCF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7" name="Rectangle 56">
            <a:extLst>
              <a:ext uri="{FF2B5EF4-FFF2-40B4-BE49-F238E27FC236}">
                <a16:creationId xmlns:a16="http://schemas.microsoft.com/office/drawing/2014/main" id="{660FAA44-950B-4B8B-812E-B19BA4A762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576199" y="794327"/>
            <a:ext cx="7964551" cy="3173444"/>
          </a:xfrm>
        </p:spPr>
        <p:txBody>
          <a:bodyPr vert="horz" lIns="91440" tIns="45720" rIns="91440" bIns="45720" rtlCol="0" anchor="ctr">
            <a:normAutofit/>
          </a:bodyPr>
          <a:lstStyle/>
          <a:p>
            <a:pPr>
              <a:spcAft>
                <a:spcPts val="600"/>
              </a:spcAft>
              <a:buClr>
                <a:schemeClr val="accent2"/>
              </a:buClr>
              <a:buSzPct val="92000"/>
              <a:buFont typeface="Wingdings 2" panose="05020102010507070707" pitchFamily="18" charset="2"/>
              <a:buChar char=""/>
            </a:pPr>
            <a:r>
              <a:rPr lang="en-US" sz="1700">
                <a:solidFill>
                  <a:schemeClr val="tx2"/>
                </a:solidFill>
                <a:ea typeface="+mn-ea"/>
                <a:cs typeface="+mn-cs"/>
              </a:rPr>
              <a:t>C</a:t>
            </a:r>
            <a:r>
              <a:rPr lang="en-US" sz="1700" noProof="0">
                <a:solidFill>
                  <a:schemeClr val="tx2"/>
                </a:solidFill>
                <a:ea typeface="+mn-ea"/>
                <a:cs typeface="+mn-cs"/>
              </a:rPr>
              <a:t>rises are more likely to be reported immediately to authorities and help is often obtained quickly and in some instances in real time (e.g., via Skype or Zoom).</a:t>
            </a:r>
          </a:p>
          <a:p>
            <a:pPr>
              <a:spcAft>
                <a:spcPts val="600"/>
              </a:spcAft>
              <a:buClr>
                <a:schemeClr val="accent2"/>
              </a:buClr>
              <a:buSzPct val="92000"/>
              <a:buFont typeface="Wingdings 2" panose="05020102010507070707" pitchFamily="18" charset="2"/>
              <a:buChar char=""/>
            </a:pPr>
            <a:r>
              <a:rPr lang="en-US" sz="1700" noProof="0">
                <a:solidFill>
                  <a:schemeClr val="tx2"/>
                </a:solidFill>
                <a:ea typeface="+mn-ea"/>
                <a:cs typeface="+mn-cs"/>
              </a:rPr>
              <a:t>Counselors must be aware of accurate information in real time to help clients navigate anxieties caused by false information spread by social media.</a:t>
            </a:r>
          </a:p>
          <a:p>
            <a:pPr>
              <a:spcAft>
                <a:spcPts val="600"/>
              </a:spcAft>
              <a:buClr>
                <a:schemeClr val="accent2"/>
              </a:buClr>
              <a:buSzPct val="92000"/>
              <a:buFont typeface="Wingdings 2" panose="05020102010507070707" pitchFamily="18" charset="2"/>
              <a:buChar char=""/>
            </a:pPr>
            <a:r>
              <a:rPr lang="en-US" sz="1700" noProof="0">
                <a:solidFill>
                  <a:schemeClr val="tx2"/>
                </a:solidFill>
                <a:ea typeface="+mn-ea"/>
                <a:cs typeface="+mn-cs"/>
              </a:rPr>
              <a:t>Furber et al. (2014) found that both text messaging and phone-based psychotherapy were beneficial resources for clients in crisis.</a:t>
            </a:r>
          </a:p>
          <a:p>
            <a:pPr>
              <a:spcAft>
                <a:spcPts val="600"/>
              </a:spcAft>
              <a:buClr>
                <a:schemeClr val="accent2"/>
              </a:buClr>
              <a:buSzPct val="92000"/>
              <a:buFont typeface="Wingdings 2" panose="05020102010507070707" pitchFamily="18" charset="2"/>
              <a:buChar char=""/>
            </a:pPr>
            <a:r>
              <a:rPr lang="en-US" sz="1700" noProof="0">
                <a:solidFill>
                  <a:schemeClr val="tx2"/>
                </a:solidFill>
                <a:ea typeface="+mn-ea"/>
                <a:cs typeface="+mn-cs"/>
              </a:rPr>
              <a:t>Online crisis counseling services are a valuable resource for clients in crisis who are geographically isolated, self-sequestered, or have limited access to face-to-face counseling (e.g., transportation problems, work release time).</a:t>
            </a:r>
          </a:p>
        </p:txBody>
      </p:sp>
    </p:spTree>
    <p:extLst>
      <p:ext uri="{BB962C8B-B14F-4D97-AF65-F5344CB8AC3E}">
        <p14:creationId xmlns:p14="http://schemas.microsoft.com/office/powerpoint/2010/main" val="40693334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44726-87DC-81F0-4F79-31738220D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1745E0-EF49-14A4-FAFD-F20553C68B8B}"/>
              </a:ext>
            </a:extLst>
          </p:cNvPr>
          <p:cNvSpPr>
            <a:spLocks noGrp="1"/>
          </p:cNvSpPr>
          <p:nvPr>
            <p:ph type="title"/>
          </p:nvPr>
        </p:nvSpPr>
        <p:spPr>
          <a:xfrm>
            <a:off x="435894" y="702156"/>
            <a:ext cx="8272212" cy="1013800"/>
          </a:xfrm>
        </p:spPr>
        <p:txBody>
          <a:bodyPr>
            <a:normAutofit/>
          </a:bodyPr>
          <a:lstStyle/>
          <a:p>
            <a:r>
              <a:rPr lang="en-US"/>
              <a:t>Resources</a:t>
            </a:r>
          </a:p>
        </p:txBody>
      </p:sp>
      <p:pic>
        <p:nvPicPr>
          <p:cNvPr id="7" name="Picture 5" descr="Hands holding each other's wrists and interlinked to form a circle">
            <a:extLst>
              <a:ext uri="{FF2B5EF4-FFF2-40B4-BE49-F238E27FC236}">
                <a16:creationId xmlns:a16="http://schemas.microsoft.com/office/drawing/2014/main" id="{EDE32AB3-9429-877E-9F09-DFE8E384CBA0}"/>
              </a:ext>
            </a:extLst>
          </p:cNvPr>
          <p:cNvPicPr>
            <a:picLocks noChangeAspect="1"/>
          </p:cNvPicPr>
          <p:nvPr/>
        </p:nvPicPr>
        <p:blipFill rotWithShape="1">
          <a:blip r:embed="rId2"/>
          <a:srcRect l="6352" r="25567" b="-4"/>
          <a:stretch/>
        </p:blipFill>
        <p:spPr>
          <a:xfrm>
            <a:off x="492918" y="2361056"/>
            <a:ext cx="3721894" cy="3649219"/>
          </a:xfrm>
          <a:prstGeom prst="rect">
            <a:avLst/>
          </a:prstGeom>
        </p:spPr>
      </p:pic>
      <p:sp>
        <p:nvSpPr>
          <p:cNvPr id="4" name="Content Placeholder 3">
            <a:extLst>
              <a:ext uri="{FF2B5EF4-FFF2-40B4-BE49-F238E27FC236}">
                <a16:creationId xmlns:a16="http://schemas.microsoft.com/office/drawing/2014/main" id="{A579E5B6-7C4A-3CD8-57B3-89FDBAC70551}"/>
              </a:ext>
            </a:extLst>
          </p:cNvPr>
          <p:cNvSpPr>
            <a:spLocks noGrp="1"/>
          </p:cNvSpPr>
          <p:nvPr>
            <p:ph idx="1"/>
          </p:nvPr>
        </p:nvSpPr>
        <p:spPr>
          <a:xfrm>
            <a:off x="4751853" y="2180496"/>
            <a:ext cx="3956251" cy="4045683"/>
          </a:xfrm>
        </p:spPr>
        <p:txBody>
          <a:bodyPr>
            <a:normAutofit/>
          </a:bodyPr>
          <a:lstStyle/>
          <a:p>
            <a:pPr marL="342900" indent="-342900">
              <a:buAutoNum type="arabicPeriod"/>
            </a:pPr>
            <a:r>
              <a:rPr lang="en-US" sz="2800"/>
              <a:t>National Hotline 988</a:t>
            </a:r>
          </a:p>
          <a:p>
            <a:pPr marL="342900" indent="-342900">
              <a:buAutoNum type="arabicPeriod"/>
            </a:pPr>
            <a:r>
              <a:rPr lang="en-US" sz="2800"/>
              <a:t>King County- </a:t>
            </a:r>
            <a:r>
              <a:rPr lang="en-US" sz="2800">
                <a:ea typeface="+mn-lt"/>
                <a:cs typeface="+mn-lt"/>
              </a:rPr>
              <a:t> 1-866-4-CRISIS or</a:t>
            </a:r>
            <a:r>
              <a:rPr lang="en-US" sz="2800" b="1">
                <a:ea typeface="+mn-lt"/>
                <a:cs typeface="+mn-lt"/>
              </a:rPr>
              <a:t> </a:t>
            </a:r>
            <a:r>
              <a:rPr lang="en-US" sz="2800">
                <a:ea typeface="+mn-lt"/>
                <a:cs typeface="+mn-lt"/>
              </a:rPr>
              <a:t>206-461-3222</a:t>
            </a:r>
          </a:p>
          <a:p>
            <a:pPr marL="342900" indent="-342900">
              <a:buAutoNum type="arabicPeriod"/>
            </a:pPr>
            <a:r>
              <a:rPr lang="en-US" sz="2800">
                <a:ea typeface="+mn-lt"/>
                <a:cs typeface="+mn-lt"/>
              </a:rPr>
              <a:t>Text START to 741741</a:t>
            </a:r>
          </a:p>
        </p:txBody>
      </p:sp>
    </p:spTree>
    <p:extLst>
      <p:ext uri="{BB962C8B-B14F-4D97-AF65-F5344CB8AC3E}">
        <p14:creationId xmlns:p14="http://schemas.microsoft.com/office/powerpoint/2010/main" val="2476806177"/>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3.xml><?xml version="1.0" encoding="utf-8"?>
<a:theme xmlns:a="http://schemas.openxmlformats.org/drawingml/2006/main" name="1_Dividend">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149117</TotalTime>
  <Words>4769</Words>
  <Application>Microsoft Office PowerPoint</Application>
  <PresentationFormat>On-screen Show (4:3)</PresentationFormat>
  <Paragraphs>262</Paragraphs>
  <Slides>47</Slides>
  <Notes>4</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47</vt:i4>
      </vt:variant>
    </vt:vector>
  </HeadingPairs>
  <TitlesOfParts>
    <vt:vector size="57" baseType="lpstr">
      <vt:lpstr>Gill Sans MT</vt:lpstr>
      <vt:lpstr>Calibri</vt:lpstr>
      <vt:lpstr>Arial</vt:lpstr>
      <vt:lpstr>Verdana</vt:lpstr>
      <vt:lpstr>Times New Roman</vt:lpstr>
      <vt:lpstr>Noto Sans Symbols</vt:lpstr>
      <vt:lpstr>Wingdings 2</vt:lpstr>
      <vt:lpstr>USHE</vt:lpstr>
      <vt:lpstr>Dividend</vt:lpstr>
      <vt:lpstr>1_Dividend</vt:lpstr>
      <vt:lpstr>Crisis Assessment, Intervention, and Prevention</vt:lpstr>
      <vt:lpstr>Agenda</vt:lpstr>
      <vt:lpstr>Considerations to Prevent Ethical and Legal Problems</vt:lpstr>
      <vt:lpstr>Wellness</vt:lpstr>
      <vt:lpstr>Continuing Education</vt:lpstr>
      <vt:lpstr>Peer Supervision and Consultation</vt:lpstr>
      <vt:lpstr>Ethical Decision-Making Models</vt:lpstr>
      <vt:lpstr>A Practitioner’s Guide to Ethical Decision Making (Forester-Miller &amp; Davis, 2016)</vt:lpstr>
      <vt:lpstr>Examples of Other Ethical Models</vt:lpstr>
      <vt:lpstr>Relevant Laws</vt:lpstr>
      <vt:lpstr>Health Insurance Portability and Accountability Act</vt:lpstr>
      <vt:lpstr>Addendums to HIPAA</vt:lpstr>
      <vt:lpstr>How H I P A A Affects Crisis Counseling</vt:lpstr>
      <vt:lpstr>Family Education Rights and Privacy Act</vt:lpstr>
      <vt:lpstr>What Is F E R P A?</vt:lpstr>
      <vt:lpstr>How F E R P A Affects Crisis Counseling</vt:lpstr>
      <vt:lpstr>The Application of H I P A A and F E R P A to College and University Student Records</vt:lpstr>
      <vt:lpstr>The Tarasoff versus Regents Decision (1 of 2)</vt:lpstr>
      <vt:lpstr>The Tarasoff versus Regents Decision (2 of 2)</vt:lpstr>
      <vt:lpstr>What Was the Effect of Tarasoff versus Regents?</vt:lpstr>
      <vt:lpstr>Washington Law- Duty to Warn</vt:lpstr>
      <vt:lpstr>How Tarasoff versus Regent Affects Crisis Counseling?</vt:lpstr>
      <vt:lpstr>Harm to Others</vt:lpstr>
      <vt:lpstr>Homicide</vt:lpstr>
      <vt:lpstr>Assessment of Homicide: Risk Factors</vt:lpstr>
      <vt:lpstr>School Homicide and Violence</vt:lpstr>
      <vt:lpstr>School Homicide and Violence </vt:lpstr>
      <vt:lpstr>Assessing Harm to Others</vt:lpstr>
      <vt:lpstr>School Homicide and Violence </vt:lpstr>
      <vt:lpstr>Workplace Violence and Homicide</vt:lpstr>
      <vt:lpstr>Threat Level Assessment </vt:lpstr>
      <vt:lpstr>Threat Level Assessment</vt:lpstr>
      <vt:lpstr>Referral</vt:lpstr>
      <vt:lpstr>Treatment Options </vt:lpstr>
      <vt:lpstr>Needs of Survivors of Homicide Loss</vt:lpstr>
      <vt:lpstr>Special Considerations Related to Crisis</vt:lpstr>
      <vt:lpstr>Negligence and Malpractice</vt:lpstr>
      <vt:lpstr>Negligence and Malpractice</vt:lpstr>
      <vt:lpstr>chrome-extension://efaidnbmnnnibpcajpcglclefindmkaj/https://www.hpso.com/getmedia/a3cd0d3c-d774-4103-8c74-8804d719b4d0/CNA_CLS_COUN24_061824_CF_PROD_ASIZE_SEC.pdf</vt:lpstr>
      <vt:lpstr>Documentation and Record Keeping</vt:lpstr>
      <vt:lpstr>Informed Consent in Crisis Settings</vt:lpstr>
      <vt:lpstr>Confidentiality</vt:lpstr>
      <vt:lpstr>Termination in Crisis Intervention</vt:lpstr>
      <vt:lpstr>Spiritual Considerations</vt:lpstr>
      <vt:lpstr>Multicultural Considerations</vt:lpstr>
      <vt:lpstr>Crisis Intervention in a Technological World</vt:lpstr>
      <vt:lpstr>Resources</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Crisis Assessment, Intervention, and Prevention, Fourth Edition, Chapter 3, Ethical and Legal Considerations in Crisis Counseling</dc:title>
  <dc:subject>TED</dc:subject>
  <dc:creator>Jackson-Cherry/Erford</dc:creator>
  <cp:keywords>Crisis Assessment, Intervention, and Prevention</cp:keywords>
  <dc:description>Long description alt-text is inserted in the notes pane.</dc:description>
  <cp:lastModifiedBy>Esther McCartney</cp:lastModifiedBy>
  <cp:revision>1077</cp:revision>
  <dcterms:modified xsi:type="dcterms:W3CDTF">2026-02-06T00:13:23Z</dcterms:modified>
</cp:coreProperties>
</file>