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23" r:id="rId2"/>
  </p:sldMasterIdLst>
  <p:notesMasterIdLst>
    <p:notesMasterId r:id="rId43"/>
  </p:notesMasterIdLst>
  <p:handoutMasterIdLst>
    <p:handoutMasterId r:id="rId44"/>
  </p:handoutMasterIdLst>
  <p:sldIdLst>
    <p:sldId id="451" r:id="rId3"/>
    <p:sldId id="331" r:id="rId4"/>
    <p:sldId id="491" r:id="rId5"/>
    <p:sldId id="503" r:id="rId6"/>
    <p:sldId id="468" r:id="rId7"/>
    <p:sldId id="492" r:id="rId8"/>
    <p:sldId id="493" r:id="rId9"/>
    <p:sldId id="469" r:id="rId10"/>
    <p:sldId id="494" r:id="rId11"/>
    <p:sldId id="495" r:id="rId12"/>
    <p:sldId id="470" r:id="rId13"/>
    <p:sldId id="496" r:id="rId14"/>
    <p:sldId id="497" r:id="rId15"/>
    <p:sldId id="471" r:id="rId16"/>
    <p:sldId id="472" r:id="rId17"/>
    <p:sldId id="473" r:id="rId18"/>
    <p:sldId id="474" r:id="rId19"/>
    <p:sldId id="475" r:id="rId20"/>
    <p:sldId id="476" r:id="rId21"/>
    <p:sldId id="477" r:id="rId22"/>
    <p:sldId id="478" r:id="rId23"/>
    <p:sldId id="479" r:id="rId24"/>
    <p:sldId id="480" r:id="rId25"/>
    <p:sldId id="481" r:id="rId26"/>
    <p:sldId id="482" r:id="rId27"/>
    <p:sldId id="504" r:id="rId28"/>
    <p:sldId id="483" r:id="rId29"/>
    <p:sldId id="484" r:id="rId30"/>
    <p:sldId id="505" r:id="rId31"/>
    <p:sldId id="485" r:id="rId32"/>
    <p:sldId id="502" r:id="rId33"/>
    <p:sldId id="486" r:id="rId34"/>
    <p:sldId id="487" r:id="rId35"/>
    <p:sldId id="488" r:id="rId36"/>
    <p:sldId id="489" r:id="rId37"/>
    <p:sldId id="498" r:id="rId38"/>
    <p:sldId id="490" r:id="rId39"/>
    <p:sldId id="499" r:id="rId40"/>
    <p:sldId id="500" r:id="rId41"/>
    <p:sldId id="501" r:id="rId42"/>
  </p:sldIdLst>
  <p:sldSz cx="9144000" cy="6858000" type="screen4x3"/>
  <p:notesSz cx="6858000" cy="9144000"/>
  <p:embeddedFontLst>
    <p:embeddedFont>
      <p:font typeface="Century Gothic" panose="020B0502020202020204" pitchFamily="34" charset="0"/>
      <p:regular r:id="rId45"/>
      <p:bold r:id="rId46"/>
      <p:italic r:id="rId47"/>
      <p:boldItalic r:id="rId48"/>
    </p:embeddedFont>
    <p:embeddedFont>
      <p:font typeface="Noto Sans Symbols" panose="020B0604020202020204" charset="0"/>
      <p:regular r:id="rId49"/>
      <p:bold r:id="rId50"/>
      <p:italic r:id="rId51"/>
      <p:boldItalic r:id="rId52"/>
    </p:embeddedFont>
    <p:embeddedFont>
      <p:font typeface="Verdana" panose="020B0604030504040204" pitchFamily="34" charset="0"/>
      <p:regular r:id="rId53"/>
      <p:bold r:id="rId54"/>
      <p:italic r:id="rId55"/>
      <p:boldItalic r:id="rId56"/>
    </p:embeddedFont>
    <p:embeddedFont>
      <p:font typeface="Wingdings 3" panose="05040102010807070707" pitchFamily="18" charset="2"/>
      <p:regular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0" orient="horz" pos="3974"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013B7-E8AE-42B5-8EB6-7A9CE621BBB2}" v="9" dt="2026-02-26T23:40:46.360"/>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90" autoAdjust="0"/>
    <p:restoredTop sz="69891" autoAdjust="0"/>
  </p:normalViewPr>
  <p:slideViewPr>
    <p:cSldViewPr snapToGrid="0" snapToObjects="1">
      <p:cViewPr varScale="1">
        <p:scale>
          <a:sx n="52" d="100"/>
          <a:sy n="52" d="100"/>
        </p:scale>
        <p:origin x="1008" y="40"/>
      </p:cViewPr>
      <p:guideLst>
        <p:guide pos="295"/>
        <p:guide orient="horz" pos="119"/>
        <p:guide orient="horz" pos="981"/>
        <p:guide pos="5465"/>
        <p:guide orient="horz" pos="3974"/>
        <p:guide orient="horz" pos="822"/>
      </p:guideLst>
    </p:cSldViewPr>
  </p:slideViewPr>
  <p:outlineViewPr>
    <p:cViewPr>
      <p:scale>
        <a:sx n="33" d="100"/>
        <a:sy n="33" d="100"/>
      </p:scale>
      <p:origin x="0" y="-3968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font" Target="fonts/font12.fntdata"/><Relationship Id="rId64"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handoutMaster" Target="handoutMasters/handoutMaster1.xml"/><Relationship Id="rId52" Type="http://schemas.openxmlformats.org/officeDocument/2006/relationships/font" Target="fonts/font8.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McCartney" userId="003ee287-b963-4216-80c2-e989f2d52a36" providerId="ADAL" clId="{60D34955-58AA-448D-AB0D-989AB19BD28A}"/>
    <pc:docChg chg="undo custSel addSld delSld modSld sldOrd">
      <pc:chgData name="Esther McCartney" userId="003ee287-b963-4216-80c2-e989f2d52a36" providerId="ADAL" clId="{60D34955-58AA-448D-AB0D-989AB19BD28A}" dt="2026-02-26T23:42:18.643" v="153" actId="2696"/>
      <pc:docMkLst>
        <pc:docMk/>
      </pc:docMkLst>
      <pc:sldChg chg="del">
        <pc:chgData name="Esther McCartney" userId="003ee287-b963-4216-80c2-e989f2d52a36" providerId="ADAL" clId="{60D34955-58AA-448D-AB0D-989AB19BD28A}" dt="2026-02-26T23:42:18.643" v="153" actId="2696"/>
        <pc:sldMkLst>
          <pc:docMk/>
          <pc:sldMk cId="0" sldId="298"/>
        </pc:sldMkLst>
      </pc:sldChg>
      <pc:sldChg chg="addSp delSp modSp mod setBg">
        <pc:chgData name="Esther McCartney" userId="003ee287-b963-4216-80c2-e989f2d52a36" providerId="ADAL" clId="{60D34955-58AA-448D-AB0D-989AB19BD28A}" dt="2026-02-26T23:34:46.347" v="16" actId="20577"/>
        <pc:sldMkLst>
          <pc:docMk/>
          <pc:sldMk cId="1925507194" sldId="468"/>
        </pc:sldMkLst>
        <pc:spChg chg="del">
          <ac:chgData name="Esther McCartney" userId="003ee287-b963-4216-80c2-e989f2d52a36" providerId="ADAL" clId="{60D34955-58AA-448D-AB0D-989AB19BD28A}" dt="2026-02-26T23:34:27.442" v="2" actId="478"/>
          <ac:spMkLst>
            <pc:docMk/>
            <pc:sldMk cId="1925507194" sldId="468"/>
            <ac:spMk id="2" creationId="{00000000-0000-0000-0000-000000000000}"/>
          </ac:spMkLst>
        </pc:spChg>
        <pc:spChg chg="mod">
          <ac:chgData name="Esther McCartney" userId="003ee287-b963-4216-80c2-e989f2d52a36" providerId="ADAL" clId="{60D34955-58AA-448D-AB0D-989AB19BD28A}" dt="2026-02-26T23:34:40.694" v="7" actId="26606"/>
          <ac:spMkLst>
            <pc:docMk/>
            <pc:sldMk cId="1925507194" sldId="468"/>
            <ac:spMk id="4" creationId="{00000000-0000-0000-0000-000000000000}"/>
          </ac:spMkLst>
        </pc:spChg>
        <pc:spChg chg="del">
          <ac:chgData name="Esther McCartney" userId="003ee287-b963-4216-80c2-e989f2d52a36" providerId="ADAL" clId="{60D34955-58AA-448D-AB0D-989AB19BD28A}" dt="2026-02-26T23:34:31.993" v="4" actId="478"/>
          <ac:spMkLst>
            <pc:docMk/>
            <pc:sldMk cId="1925507194" sldId="468"/>
            <ac:spMk id="5" creationId="{00000000-0000-0000-0000-000000000000}"/>
          </ac:spMkLst>
        </pc:spChg>
        <pc:spChg chg="mod">
          <ac:chgData name="Esther McCartney" userId="003ee287-b963-4216-80c2-e989f2d52a36" providerId="ADAL" clId="{60D34955-58AA-448D-AB0D-989AB19BD28A}" dt="2026-02-26T23:34:46.347" v="16" actId="20577"/>
          <ac:spMkLst>
            <pc:docMk/>
            <pc:sldMk cId="1925507194" sldId="468"/>
            <ac:spMk id="6" creationId="{9D81D9B5-B3AD-C56A-7714-EA8E7E9498E7}"/>
          </ac:spMkLst>
        </pc:spChg>
        <pc:spChg chg="add del mod">
          <ac:chgData name="Esther McCartney" userId="003ee287-b963-4216-80c2-e989f2d52a36" providerId="ADAL" clId="{60D34955-58AA-448D-AB0D-989AB19BD28A}" dt="2026-02-26T23:34:28.840" v="3" actId="478"/>
          <ac:spMkLst>
            <pc:docMk/>
            <pc:sldMk cId="1925507194" sldId="468"/>
            <ac:spMk id="7" creationId="{F2294161-8A2A-4D43-F676-0EF3A7051F87}"/>
          </ac:spMkLst>
        </pc:spChg>
        <pc:spChg chg="add del mod">
          <ac:chgData name="Esther McCartney" userId="003ee287-b963-4216-80c2-e989f2d52a36" providerId="ADAL" clId="{60D34955-58AA-448D-AB0D-989AB19BD28A}" dt="2026-02-26T23:34:34.724" v="5" actId="478"/>
          <ac:spMkLst>
            <pc:docMk/>
            <pc:sldMk cId="1925507194" sldId="468"/>
            <ac:spMk id="9" creationId="{61B757B3-128D-B5DF-7CAB-87E3C23C916D}"/>
          </ac:spMkLst>
        </pc:spChg>
        <pc:spChg chg="add">
          <ac:chgData name="Esther McCartney" userId="003ee287-b963-4216-80c2-e989f2d52a36" providerId="ADAL" clId="{60D34955-58AA-448D-AB0D-989AB19BD28A}" dt="2026-02-26T23:34:40.694" v="7" actId="26606"/>
          <ac:spMkLst>
            <pc:docMk/>
            <pc:sldMk cId="1925507194" sldId="468"/>
            <ac:spMk id="1040" creationId="{19EF6B20-23CA-444F-8D20-3A38184B63CA}"/>
          </ac:spMkLst>
        </pc:spChg>
        <pc:spChg chg="add">
          <ac:chgData name="Esther McCartney" userId="003ee287-b963-4216-80c2-e989f2d52a36" providerId="ADAL" clId="{60D34955-58AA-448D-AB0D-989AB19BD28A}" dt="2026-02-26T23:34:40.694" v="7" actId="26606"/>
          <ac:spMkLst>
            <pc:docMk/>
            <pc:sldMk cId="1925507194" sldId="468"/>
            <ac:spMk id="1050" creationId="{6C9E16AD-C39A-45E0-9155-60C082A8DDE1}"/>
          </ac:spMkLst>
        </pc:spChg>
        <pc:grpChg chg="add">
          <ac:chgData name="Esther McCartney" userId="003ee287-b963-4216-80c2-e989f2d52a36" providerId="ADAL" clId="{60D34955-58AA-448D-AB0D-989AB19BD28A}" dt="2026-02-26T23:34:40.694" v="7" actId="26606"/>
          <ac:grpSpMkLst>
            <pc:docMk/>
            <pc:sldMk cId="1925507194" sldId="468"/>
            <ac:grpSpMk id="1031" creationId="{B6583EC0-B95E-4CD4-9A9A-0C3F6FA8253F}"/>
          </ac:grpSpMkLst>
        </pc:grpChg>
        <pc:grpChg chg="add">
          <ac:chgData name="Esther McCartney" userId="003ee287-b963-4216-80c2-e989f2d52a36" providerId="ADAL" clId="{60D34955-58AA-448D-AB0D-989AB19BD28A}" dt="2026-02-26T23:34:40.694" v="7" actId="26606"/>
          <ac:grpSpMkLst>
            <pc:docMk/>
            <pc:sldMk cId="1925507194" sldId="468"/>
            <ac:grpSpMk id="1042" creationId="{4E8CF7C5-117C-459C-9B4C-82B31795175A}"/>
          </ac:grpSpMkLst>
        </pc:grpChg>
        <pc:picChg chg="add mod">
          <ac:chgData name="Esther McCartney" userId="003ee287-b963-4216-80c2-e989f2d52a36" providerId="ADAL" clId="{60D34955-58AA-448D-AB0D-989AB19BD28A}" dt="2026-02-26T23:34:40.694" v="7" actId="26606"/>
          <ac:picMkLst>
            <pc:docMk/>
            <pc:sldMk cId="1925507194" sldId="468"/>
            <ac:picMk id="1026" creationId="{9BCDA679-8C9C-AF47-A7CC-E93286902609}"/>
          </ac:picMkLst>
        </pc:picChg>
      </pc:sldChg>
      <pc:sldChg chg="addSp modSp mod setBg">
        <pc:chgData name="Esther McCartney" userId="003ee287-b963-4216-80c2-e989f2d52a36" providerId="ADAL" clId="{60D34955-58AA-448D-AB0D-989AB19BD28A}" dt="2026-02-26T23:35:51.837" v="65" actId="20577"/>
        <pc:sldMkLst>
          <pc:docMk/>
          <pc:sldMk cId="3349691774" sldId="469"/>
        </pc:sldMkLst>
        <pc:spChg chg="mod">
          <ac:chgData name="Esther McCartney" userId="003ee287-b963-4216-80c2-e989f2d52a36" providerId="ADAL" clId="{60D34955-58AA-448D-AB0D-989AB19BD28A}" dt="2026-02-26T23:35:44.474" v="61" actId="26606"/>
          <ac:spMkLst>
            <pc:docMk/>
            <pc:sldMk cId="3349691774" sldId="469"/>
            <ac:spMk id="3" creationId="{3E735150-9828-4453-F8F1-B7371D749792}"/>
          </ac:spMkLst>
        </pc:spChg>
        <pc:spChg chg="mod">
          <ac:chgData name="Esther McCartney" userId="003ee287-b963-4216-80c2-e989f2d52a36" providerId="ADAL" clId="{60D34955-58AA-448D-AB0D-989AB19BD28A}" dt="2026-02-26T23:35:51.837" v="65" actId="20577"/>
          <ac:spMkLst>
            <pc:docMk/>
            <pc:sldMk cId="3349691774" sldId="469"/>
            <ac:spMk id="6" creationId="{9D81D9B5-B3AD-C56A-7714-EA8E7E9498E7}"/>
          </ac:spMkLst>
        </pc:spChg>
        <pc:spChg chg="add">
          <ac:chgData name="Esther McCartney" userId="003ee287-b963-4216-80c2-e989f2d52a36" providerId="ADAL" clId="{60D34955-58AA-448D-AB0D-989AB19BD28A}" dt="2026-02-26T23:35:44.474" v="61" actId="26606"/>
          <ac:spMkLst>
            <pc:docMk/>
            <pc:sldMk cId="3349691774" sldId="469"/>
            <ac:spMk id="20" creationId="{3E20E404-0173-46F6-9DC4-C960A5778302}"/>
          </ac:spMkLst>
        </pc:spChg>
        <pc:spChg chg="add">
          <ac:chgData name="Esther McCartney" userId="003ee287-b963-4216-80c2-e989f2d52a36" providerId="ADAL" clId="{60D34955-58AA-448D-AB0D-989AB19BD28A}" dt="2026-02-26T23:35:44.474" v="61" actId="26606"/>
          <ac:spMkLst>
            <pc:docMk/>
            <pc:sldMk cId="3349691774" sldId="469"/>
            <ac:spMk id="22" creationId="{B219AE65-9B94-44EA-BEF3-EF4BFA169C81}"/>
          </ac:spMkLst>
        </pc:spChg>
        <pc:spChg chg="add">
          <ac:chgData name="Esther McCartney" userId="003ee287-b963-4216-80c2-e989f2d52a36" providerId="ADAL" clId="{60D34955-58AA-448D-AB0D-989AB19BD28A}" dt="2026-02-26T23:35:44.474" v="61" actId="26606"/>
          <ac:spMkLst>
            <pc:docMk/>
            <pc:sldMk cId="3349691774" sldId="469"/>
            <ac:spMk id="24" creationId="{F0C81A57-9CD5-461B-8FFE-4A8CB6CFBE01}"/>
          </ac:spMkLst>
        </pc:spChg>
        <pc:grpChg chg="add">
          <ac:chgData name="Esther McCartney" userId="003ee287-b963-4216-80c2-e989f2d52a36" providerId="ADAL" clId="{60D34955-58AA-448D-AB0D-989AB19BD28A}" dt="2026-02-26T23:35:44.474" v="61" actId="26606"/>
          <ac:grpSpMkLst>
            <pc:docMk/>
            <pc:sldMk cId="3349691774" sldId="469"/>
            <ac:grpSpMk id="11" creationId="{C8E92A9B-56BB-484E-A885-6FF999C15FE7}"/>
          </ac:grpSpMkLst>
        </pc:grpChg>
        <pc:grpChg chg="add">
          <ac:chgData name="Esther McCartney" userId="003ee287-b963-4216-80c2-e989f2d52a36" providerId="ADAL" clId="{60D34955-58AA-448D-AB0D-989AB19BD28A}" dt="2026-02-26T23:35:44.474" v="61" actId="26606"/>
          <ac:grpSpMkLst>
            <pc:docMk/>
            <pc:sldMk cId="3349691774" sldId="469"/>
            <ac:grpSpMk id="26" creationId="{3086C462-37F4-494D-8292-CCB95221CC1A}"/>
          </ac:grpSpMkLst>
        </pc:grpChg>
        <pc:cxnChg chg="add">
          <ac:chgData name="Esther McCartney" userId="003ee287-b963-4216-80c2-e989f2d52a36" providerId="ADAL" clId="{60D34955-58AA-448D-AB0D-989AB19BD28A}" dt="2026-02-26T23:35:44.474" v="61" actId="26606"/>
          <ac:cxnSpMkLst>
            <pc:docMk/>
            <pc:sldMk cId="3349691774" sldId="469"/>
            <ac:cxnSpMk id="30" creationId="{AD23B2CD-009B-425A-9616-1E1AD1D5AB46}"/>
          </ac:cxnSpMkLst>
        </pc:cxnChg>
      </pc:sldChg>
      <pc:sldChg chg="addSp modSp mod setBg">
        <pc:chgData name="Esther McCartney" userId="003ee287-b963-4216-80c2-e989f2d52a36" providerId="ADAL" clId="{60D34955-58AA-448D-AB0D-989AB19BD28A}" dt="2026-02-26T23:36:13.487" v="68" actId="26606"/>
        <pc:sldMkLst>
          <pc:docMk/>
          <pc:sldMk cId="3862986855" sldId="470"/>
        </pc:sldMkLst>
        <pc:spChg chg="mod">
          <ac:chgData name="Esther McCartney" userId="003ee287-b963-4216-80c2-e989f2d52a36" providerId="ADAL" clId="{60D34955-58AA-448D-AB0D-989AB19BD28A}" dt="2026-02-26T23:36:13.487" v="68" actId="26606"/>
          <ac:spMkLst>
            <pc:docMk/>
            <pc:sldMk cId="3862986855" sldId="470"/>
            <ac:spMk id="3" creationId="{3E735150-9828-4453-F8F1-B7371D749792}"/>
          </ac:spMkLst>
        </pc:spChg>
        <pc:spChg chg="mod">
          <ac:chgData name="Esther McCartney" userId="003ee287-b963-4216-80c2-e989f2d52a36" providerId="ADAL" clId="{60D34955-58AA-448D-AB0D-989AB19BD28A}" dt="2026-02-26T23:36:13.487" v="68" actId="26606"/>
          <ac:spMkLst>
            <pc:docMk/>
            <pc:sldMk cId="3862986855" sldId="470"/>
            <ac:spMk id="6" creationId="{9D81D9B5-B3AD-C56A-7714-EA8E7E9498E7}"/>
          </ac:spMkLst>
        </pc:spChg>
        <pc:spChg chg="add">
          <ac:chgData name="Esther McCartney" userId="003ee287-b963-4216-80c2-e989f2d52a36" providerId="ADAL" clId="{60D34955-58AA-448D-AB0D-989AB19BD28A}" dt="2026-02-26T23:36:13.487" v="68" actId="26606"/>
          <ac:spMkLst>
            <pc:docMk/>
            <pc:sldMk cId="3862986855" sldId="470"/>
            <ac:spMk id="20" creationId="{3E20E404-0173-46F6-9DC4-C960A5778302}"/>
          </ac:spMkLst>
        </pc:spChg>
        <pc:spChg chg="add">
          <ac:chgData name="Esther McCartney" userId="003ee287-b963-4216-80c2-e989f2d52a36" providerId="ADAL" clId="{60D34955-58AA-448D-AB0D-989AB19BD28A}" dt="2026-02-26T23:36:13.487" v="68" actId="26606"/>
          <ac:spMkLst>
            <pc:docMk/>
            <pc:sldMk cId="3862986855" sldId="470"/>
            <ac:spMk id="22" creationId="{B219AE65-9B94-44EA-BEF3-EF4BFA169C81}"/>
          </ac:spMkLst>
        </pc:spChg>
        <pc:spChg chg="add">
          <ac:chgData name="Esther McCartney" userId="003ee287-b963-4216-80c2-e989f2d52a36" providerId="ADAL" clId="{60D34955-58AA-448D-AB0D-989AB19BD28A}" dt="2026-02-26T23:36:13.487" v="68" actId="26606"/>
          <ac:spMkLst>
            <pc:docMk/>
            <pc:sldMk cId="3862986855" sldId="470"/>
            <ac:spMk id="24" creationId="{F0C81A57-9CD5-461B-8FFE-4A8CB6CFBE01}"/>
          </ac:spMkLst>
        </pc:spChg>
        <pc:grpChg chg="add">
          <ac:chgData name="Esther McCartney" userId="003ee287-b963-4216-80c2-e989f2d52a36" providerId="ADAL" clId="{60D34955-58AA-448D-AB0D-989AB19BD28A}" dt="2026-02-26T23:36:13.487" v="68" actId="26606"/>
          <ac:grpSpMkLst>
            <pc:docMk/>
            <pc:sldMk cId="3862986855" sldId="470"/>
            <ac:grpSpMk id="11" creationId="{C8E92A9B-56BB-484E-A885-6FF999C15FE7}"/>
          </ac:grpSpMkLst>
        </pc:grpChg>
        <pc:grpChg chg="add">
          <ac:chgData name="Esther McCartney" userId="003ee287-b963-4216-80c2-e989f2d52a36" providerId="ADAL" clId="{60D34955-58AA-448D-AB0D-989AB19BD28A}" dt="2026-02-26T23:36:13.487" v="68" actId="26606"/>
          <ac:grpSpMkLst>
            <pc:docMk/>
            <pc:sldMk cId="3862986855" sldId="470"/>
            <ac:grpSpMk id="26" creationId="{3086C462-37F4-494D-8292-CCB95221CC1A}"/>
          </ac:grpSpMkLst>
        </pc:grpChg>
        <pc:cxnChg chg="add">
          <ac:chgData name="Esther McCartney" userId="003ee287-b963-4216-80c2-e989f2d52a36" providerId="ADAL" clId="{60D34955-58AA-448D-AB0D-989AB19BD28A}" dt="2026-02-26T23:36:13.487" v="68" actId="26606"/>
          <ac:cxnSpMkLst>
            <pc:docMk/>
            <pc:sldMk cId="3862986855" sldId="470"/>
            <ac:cxnSpMk id="30" creationId="{AD23B2CD-009B-425A-9616-1E1AD1D5AB46}"/>
          </ac:cxnSpMkLst>
        </pc:cxnChg>
      </pc:sldChg>
      <pc:sldChg chg="addSp modSp mod setBg">
        <pc:chgData name="Esther McCartney" userId="003ee287-b963-4216-80c2-e989f2d52a36" providerId="ADAL" clId="{60D34955-58AA-448D-AB0D-989AB19BD28A}" dt="2026-02-26T23:36:29.700" v="71" actId="26606"/>
        <pc:sldMkLst>
          <pc:docMk/>
          <pc:sldMk cId="2032552503" sldId="471"/>
        </pc:sldMkLst>
        <pc:spChg chg="mod">
          <ac:chgData name="Esther McCartney" userId="003ee287-b963-4216-80c2-e989f2d52a36" providerId="ADAL" clId="{60D34955-58AA-448D-AB0D-989AB19BD28A}" dt="2026-02-26T23:36:29.700" v="71" actId="26606"/>
          <ac:spMkLst>
            <pc:docMk/>
            <pc:sldMk cId="2032552503" sldId="471"/>
            <ac:spMk id="3" creationId="{3E735150-9828-4453-F8F1-B7371D749792}"/>
          </ac:spMkLst>
        </pc:spChg>
        <pc:spChg chg="mod">
          <ac:chgData name="Esther McCartney" userId="003ee287-b963-4216-80c2-e989f2d52a36" providerId="ADAL" clId="{60D34955-58AA-448D-AB0D-989AB19BD28A}" dt="2026-02-26T23:36:29.700" v="71" actId="26606"/>
          <ac:spMkLst>
            <pc:docMk/>
            <pc:sldMk cId="2032552503" sldId="471"/>
            <ac:spMk id="6" creationId="{9D81D9B5-B3AD-C56A-7714-EA8E7E9498E7}"/>
          </ac:spMkLst>
        </pc:spChg>
        <pc:spChg chg="add">
          <ac:chgData name="Esther McCartney" userId="003ee287-b963-4216-80c2-e989f2d52a36" providerId="ADAL" clId="{60D34955-58AA-448D-AB0D-989AB19BD28A}" dt="2026-02-26T23:36:29.700" v="71" actId="26606"/>
          <ac:spMkLst>
            <pc:docMk/>
            <pc:sldMk cId="2032552503" sldId="471"/>
            <ac:spMk id="20" creationId="{3E20E404-0173-46F6-9DC4-C960A5778302}"/>
          </ac:spMkLst>
        </pc:spChg>
        <pc:spChg chg="add">
          <ac:chgData name="Esther McCartney" userId="003ee287-b963-4216-80c2-e989f2d52a36" providerId="ADAL" clId="{60D34955-58AA-448D-AB0D-989AB19BD28A}" dt="2026-02-26T23:36:29.700" v="71" actId="26606"/>
          <ac:spMkLst>
            <pc:docMk/>
            <pc:sldMk cId="2032552503" sldId="471"/>
            <ac:spMk id="22" creationId="{712E451E-151A-4910-BF41-6A040B65982B}"/>
          </ac:spMkLst>
        </pc:spChg>
        <pc:spChg chg="add">
          <ac:chgData name="Esther McCartney" userId="003ee287-b963-4216-80c2-e989f2d52a36" providerId="ADAL" clId="{60D34955-58AA-448D-AB0D-989AB19BD28A}" dt="2026-02-26T23:36:29.700" v="71" actId="26606"/>
          <ac:spMkLst>
            <pc:docMk/>
            <pc:sldMk cId="2032552503" sldId="471"/>
            <ac:spMk id="24" creationId="{C296EFE4-A70C-4388-9A15-3F657B6615FD}"/>
          </ac:spMkLst>
        </pc:spChg>
        <pc:spChg chg="add">
          <ac:chgData name="Esther McCartney" userId="003ee287-b963-4216-80c2-e989f2d52a36" providerId="ADAL" clId="{60D34955-58AA-448D-AB0D-989AB19BD28A}" dt="2026-02-26T23:36:29.700" v="71" actId="26606"/>
          <ac:spMkLst>
            <pc:docMk/>
            <pc:sldMk cId="2032552503" sldId="471"/>
            <ac:spMk id="26" creationId="{425EBAFC-9388-432A-BCFD-EEA2F410D8EC}"/>
          </ac:spMkLst>
        </pc:spChg>
        <pc:grpChg chg="add">
          <ac:chgData name="Esther McCartney" userId="003ee287-b963-4216-80c2-e989f2d52a36" providerId="ADAL" clId="{60D34955-58AA-448D-AB0D-989AB19BD28A}" dt="2026-02-26T23:36:29.700" v="71" actId="26606"/>
          <ac:grpSpMkLst>
            <pc:docMk/>
            <pc:sldMk cId="2032552503" sldId="471"/>
            <ac:grpSpMk id="11" creationId="{C8E92A9B-56BB-484E-A885-6FF999C15FE7}"/>
          </ac:grpSpMkLst>
        </pc:grpChg>
      </pc:sldChg>
      <pc:sldChg chg="addSp delSp modSp mod setBg">
        <pc:chgData name="Esther McCartney" userId="003ee287-b963-4216-80c2-e989f2d52a36" providerId="ADAL" clId="{60D34955-58AA-448D-AB0D-989AB19BD28A}" dt="2026-02-26T23:36:46.983" v="74" actId="26606"/>
        <pc:sldMkLst>
          <pc:docMk/>
          <pc:sldMk cId="431780454" sldId="472"/>
        </pc:sldMkLst>
        <pc:spChg chg="mod">
          <ac:chgData name="Esther McCartney" userId="003ee287-b963-4216-80c2-e989f2d52a36" providerId="ADAL" clId="{60D34955-58AA-448D-AB0D-989AB19BD28A}" dt="2026-02-26T23:36:46.983" v="74" actId="26606"/>
          <ac:spMkLst>
            <pc:docMk/>
            <pc:sldMk cId="431780454" sldId="472"/>
            <ac:spMk id="3" creationId="{3E735150-9828-4453-F8F1-B7371D749792}"/>
          </ac:spMkLst>
        </pc:spChg>
        <pc:spChg chg="mod">
          <ac:chgData name="Esther McCartney" userId="003ee287-b963-4216-80c2-e989f2d52a36" providerId="ADAL" clId="{60D34955-58AA-448D-AB0D-989AB19BD28A}" dt="2026-02-26T23:36:46.983" v="74" actId="26606"/>
          <ac:spMkLst>
            <pc:docMk/>
            <pc:sldMk cId="431780454" sldId="472"/>
            <ac:spMk id="6" creationId="{9D81D9B5-B3AD-C56A-7714-EA8E7E9498E7}"/>
          </ac:spMkLst>
        </pc:spChg>
        <pc:spChg chg="add del">
          <ac:chgData name="Esther McCartney" userId="003ee287-b963-4216-80c2-e989f2d52a36" providerId="ADAL" clId="{60D34955-58AA-448D-AB0D-989AB19BD28A}" dt="2026-02-26T23:36:46.939" v="73" actId="26606"/>
          <ac:spMkLst>
            <pc:docMk/>
            <pc:sldMk cId="431780454" sldId="472"/>
            <ac:spMk id="20" creationId="{3E20E404-0173-46F6-9DC4-C960A5778302}"/>
          </ac:spMkLst>
        </pc:spChg>
        <pc:spChg chg="add del">
          <ac:chgData name="Esther McCartney" userId="003ee287-b963-4216-80c2-e989f2d52a36" providerId="ADAL" clId="{60D34955-58AA-448D-AB0D-989AB19BD28A}" dt="2026-02-26T23:36:46.939" v="73" actId="26606"/>
          <ac:spMkLst>
            <pc:docMk/>
            <pc:sldMk cId="431780454" sldId="472"/>
            <ac:spMk id="22" creationId="{B219AE65-9B94-44EA-BEF3-EF4BFA169C81}"/>
          </ac:spMkLst>
        </pc:spChg>
        <pc:spChg chg="add del">
          <ac:chgData name="Esther McCartney" userId="003ee287-b963-4216-80c2-e989f2d52a36" providerId="ADAL" clId="{60D34955-58AA-448D-AB0D-989AB19BD28A}" dt="2026-02-26T23:36:46.939" v="73" actId="26606"/>
          <ac:spMkLst>
            <pc:docMk/>
            <pc:sldMk cId="431780454" sldId="472"/>
            <ac:spMk id="24" creationId="{F0C81A57-9CD5-461B-8FFE-4A8CB6CFBE01}"/>
          </ac:spMkLst>
        </pc:spChg>
        <pc:spChg chg="add">
          <ac:chgData name="Esther McCartney" userId="003ee287-b963-4216-80c2-e989f2d52a36" providerId="ADAL" clId="{60D34955-58AA-448D-AB0D-989AB19BD28A}" dt="2026-02-26T23:36:46.983" v="74" actId="26606"/>
          <ac:spMkLst>
            <pc:docMk/>
            <pc:sldMk cId="431780454" sldId="472"/>
            <ac:spMk id="40" creationId="{3E20E404-0173-46F6-9DC4-C960A5778302}"/>
          </ac:spMkLst>
        </pc:spChg>
        <pc:spChg chg="add">
          <ac:chgData name="Esther McCartney" userId="003ee287-b963-4216-80c2-e989f2d52a36" providerId="ADAL" clId="{60D34955-58AA-448D-AB0D-989AB19BD28A}" dt="2026-02-26T23:36:46.983" v="74" actId="26606"/>
          <ac:spMkLst>
            <pc:docMk/>
            <pc:sldMk cId="431780454" sldId="472"/>
            <ac:spMk id="41" creationId="{712E451E-151A-4910-BF41-6A040B65982B}"/>
          </ac:spMkLst>
        </pc:spChg>
        <pc:spChg chg="add">
          <ac:chgData name="Esther McCartney" userId="003ee287-b963-4216-80c2-e989f2d52a36" providerId="ADAL" clId="{60D34955-58AA-448D-AB0D-989AB19BD28A}" dt="2026-02-26T23:36:46.983" v="74" actId="26606"/>
          <ac:spMkLst>
            <pc:docMk/>
            <pc:sldMk cId="431780454" sldId="472"/>
            <ac:spMk id="42" creationId="{C296EFE4-A70C-4388-9A15-3F657B6615FD}"/>
          </ac:spMkLst>
        </pc:spChg>
        <pc:spChg chg="add">
          <ac:chgData name="Esther McCartney" userId="003ee287-b963-4216-80c2-e989f2d52a36" providerId="ADAL" clId="{60D34955-58AA-448D-AB0D-989AB19BD28A}" dt="2026-02-26T23:36:46.983" v="74" actId="26606"/>
          <ac:spMkLst>
            <pc:docMk/>
            <pc:sldMk cId="431780454" sldId="472"/>
            <ac:spMk id="43" creationId="{425EBAFC-9388-432A-BCFD-EEA2F410D8EC}"/>
          </ac:spMkLst>
        </pc:spChg>
        <pc:grpChg chg="add del">
          <ac:chgData name="Esther McCartney" userId="003ee287-b963-4216-80c2-e989f2d52a36" providerId="ADAL" clId="{60D34955-58AA-448D-AB0D-989AB19BD28A}" dt="2026-02-26T23:36:46.939" v="73" actId="26606"/>
          <ac:grpSpMkLst>
            <pc:docMk/>
            <pc:sldMk cId="431780454" sldId="472"/>
            <ac:grpSpMk id="11" creationId="{C8E92A9B-56BB-484E-A885-6FF999C15FE7}"/>
          </ac:grpSpMkLst>
        </pc:grpChg>
        <pc:grpChg chg="add del">
          <ac:chgData name="Esther McCartney" userId="003ee287-b963-4216-80c2-e989f2d52a36" providerId="ADAL" clId="{60D34955-58AA-448D-AB0D-989AB19BD28A}" dt="2026-02-26T23:36:46.939" v="73" actId="26606"/>
          <ac:grpSpMkLst>
            <pc:docMk/>
            <pc:sldMk cId="431780454" sldId="472"/>
            <ac:grpSpMk id="26" creationId="{3086C462-37F4-494D-8292-CCB95221CC1A}"/>
          </ac:grpSpMkLst>
        </pc:grpChg>
        <pc:grpChg chg="add">
          <ac:chgData name="Esther McCartney" userId="003ee287-b963-4216-80c2-e989f2d52a36" providerId="ADAL" clId="{60D34955-58AA-448D-AB0D-989AB19BD28A}" dt="2026-02-26T23:36:46.983" v="74" actId="26606"/>
          <ac:grpSpMkLst>
            <pc:docMk/>
            <pc:sldMk cId="431780454" sldId="472"/>
            <ac:grpSpMk id="32" creationId="{C8E92A9B-56BB-484E-A885-6FF999C15FE7}"/>
          </ac:grpSpMkLst>
        </pc:grpChg>
        <pc:cxnChg chg="add del">
          <ac:chgData name="Esther McCartney" userId="003ee287-b963-4216-80c2-e989f2d52a36" providerId="ADAL" clId="{60D34955-58AA-448D-AB0D-989AB19BD28A}" dt="2026-02-26T23:36:46.939" v="73" actId="26606"/>
          <ac:cxnSpMkLst>
            <pc:docMk/>
            <pc:sldMk cId="431780454" sldId="472"/>
            <ac:cxnSpMk id="30" creationId="{AD23B2CD-009B-425A-9616-1E1AD1D5AB46}"/>
          </ac:cxnSpMkLst>
        </pc:cxnChg>
      </pc:sldChg>
      <pc:sldChg chg="addSp modSp mod setBg">
        <pc:chgData name="Esther McCartney" userId="003ee287-b963-4216-80c2-e989f2d52a36" providerId="ADAL" clId="{60D34955-58AA-448D-AB0D-989AB19BD28A}" dt="2026-02-26T23:36:53.376" v="75" actId="26606"/>
        <pc:sldMkLst>
          <pc:docMk/>
          <pc:sldMk cId="1509459756" sldId="473"/>
        </pc:sldMkLst>
        <pc:spChg chg="mod">
          <ac:chgData name="Esther McCartney" userId="003ee287-b963-4216-80c2-e989f2d52a36" providerId="ADAL" clId="{60D34955-58AA-448D-AB0D-989AB19BD28A}" dt="2026-02-26T23:36:53.376" v="75" actId="26606"/>
          <ac:spMkLst>
            <pc:docMk/>
            <pc:sldMk cId="1509459756" sldId="473"/>
            <ac:spMk id="3" creationId="{3E735150-9828-4453-F8F1-B7371D749792}"/>
          </ac:spMkLst>
        </pc:spChg>
        <pc:spChg chg="mod">
          <ac:chgData name="Esther McCartney" userId="003ee287-b963-4216-80c2-e989f2d52a36" providerId="ADAL" clId="{60D34955-58AA-448D-AB0D-989AB19BD28A}" dt="2026-02-26T23:36:53.376" v="75" actId="26606"/>
          <ac:spMkLst>
            <pc:docMk/>
            <pc:sldMk cId="1509459756" sldId="473"/>
            <ac:spMk id="6" creationId="{9D81D9B5-B3AD-C56A-7714-EA8E7E9498E7}"/>
          </ac:spMkLst>
        </pc:spChg>
        <pc:spChg chg="add">
          <ac:chgData name="Esther McCartney" userId="003ee287-b963-4216-80c2-e989f2d52a36" providerId="ADAL" clId="{60D34955-58AA-448D-AB0D-989AB19BD28A}" dt="2026-02-26T23:36:53.376" v="75" actId="26606"/>
          <ac:spMkLst>
            <pc:docMk/>
            <pc:sldMk cId="1509459756" sldId="473"/>
            <ac:spMk id="20" creationId="{3E20E404-0173-46F6-9DC4-C960A5778302}"/>
          </ac:spMkLst>
        </pc:spChg>
        <pc:spChg chg="add">
          <ac:chgData name="Esther McCartney" userId="003ee287-b963-4216-80c2-e989f2d52a36" providerId="ADAL" clId="{60D34955-58AA-448D-AB0D-989AB19BD28A}" dt="2026-02-26T23:36:53.376" v="75" actId="26606"/>
          <ac:spMkLst>
            <pc:docMk/>
            <pc:sldMk cId="1509459756" sldId="473"/>
            <ac:spMk id="22" creationId="{712E451E-151A-4910-BF41-6A040B65982B}"/>
          </ac:spMkLst>
        </pc:spChg>
        <pc:spChg chg="add">
          <ac:chgData name="Esther McCartney" userId="003ee287-b963-4216-80c2-e989f2d52a36" providerId="ADAL" clId="{60D34955-58AA-448D-AB0D-989AB19BD28A}" dt="2026-02-26T23:36:53.376" v="75" actId="26606"/>
          <ac:spMkLst>
            <pc:docMk/>
            <pc:sldMk cId="1509459756" sldId="473"/>
            <ac:spMk id="24" creationId="{C296EFE4-A70C-4388-9A15-3F657B6615FD}"/>
          </ac:spMkLst>
        </pc:spChg>
        <pc:spChg chg="add">
          <ac:chgData name="Esther McCartney" userId="003ee287-b963-4216-80c2-e989f2d52a36" providerId="ADAL" clId="{60D34955-58AA-448D-AB0D-989AB19BD28A}" dt="2026-02-26T23:36:53.376" v="75" actId="26606"/>
          <ac:spMkLst>
            <pc:docMk/>
            <pc:sldMk cId="1509459756" sldId="473"/>
            <ac:spMk id="26" creationId="{425EBAFC-9388-432A-BCFD-EEA2F410D8EC}"/>
          </ac:spMkLst>
        </pc:spChg>
        <pc:grpChg chg="add">
          <ac:chgData name="Esther McCartney" userId="003ee287-b963-4216-80c2-e989f2d52a36" providerId="ADAL" clId="{60D34955-58AA-448D-AB0D-989AB19BD28A}" dt="2026-02-26T23:36:53.376" v="75" actId="26606"/>
          <ac:grpSpMkLst>
            <pc:docMk/>
            <pc:sldMk cId="1509459756" sldId="473"/>
            <ac:grpSpMk id="11" creationId="{C8E92A9B-56BB-484E-A885-6FF999C15FE7}"/>
          </ac:grpSpMkLst>
        </pc:grpChg>
      </pc:sldChg>
      <pc:sldChg chg="addSp modSp mod setBg">
        <pc:chgData name="Esther McCartney" userId="003ee287-b963-4216-80c2-e989f2d52a36" providerId="ADAL" clId="{60D34955-58AA-448D-AB0D-989AB19BD28A}" dt="2026-02-26T23:36:58.270" v="76" actId="26606"/>
        <pc:sldMkLst>
          <pc:docMk/>
          <pc:sldMk cId="3233397961" sldId="474"/>
        </pc:sldMkLst>
        <pc:spChg chg="mod">
          <ac:chgData name="Esther McCartney" userId="003ee287-b963-4216-80c2-e989f2d52a36" providerId="ADAL" clId="{60D34955-58AA-448D-AB0D-989AB19BD28A}" dt="2026-02-26T23:36:58.270" v="76" actId="26606"/>
          <ac:spMkLst>
            <pc:docMk/>
            <pc:sldMk cId="3233397961" sldId="474"/>
            <ac:spMk id="3" creationId="{3E735150-9828-4453-F8F1-B7371D749792}"/>
          </ac:spMkLst>
        </pc:spChg>
        <pc:spChg chg="mod">
          <ac:chgData name="Esther McCartney" userId="003ee287-b963-4216-80c2-e989f2d52a36" providerId="ADAL" clId="{60D34955-58AA-448D-AB0D-989AB19BD28A}" dt="2026-02-26T23:36:58.270" v="76" actId="26606"/>
          <ac:spMkLst>
            <pc:docMk/>
            <pc:sldMk cId="3233397961" sldId="474"/>
            <ac:spMk id="6" creationId="{9D81D9B5-B3AD-C56A-7714-EA8E7E9498E7}"/>
          </ac:spMkLst>
        </pc:spChg>
        <pc:spChg chg="add">
          <ac:chgData name="Esther McCartney" userId="003ee287-b963-4216-80c2-e989f2d52a36" providerId="ADAL" clId="{60D34955-58AA-448D-AB0D-989AB19BD28A}" dt="2026-02-26T23:36:58.270" v="76" actId="26606"/>
          <ac:spMkLst>
            <pc:docMk/>
            <pc:sldMk cId="3233397961" sldId="474"/>
            <ac:spMk id="20" creationId="{3E20E404-0173-46F6-9DC4-C960A5778302}"/>
          </ac:spMkLst>
        </pc:spChg>
        <pc:spChg chg="add">
          <ac:chgData name="Esther McCartney" userId="003ee287-b963-4216-80c2-e989f2d52a36" providerId="ADAL" clId="{60D34955-58AA-448D-AB0D-989AB19BD28A}" dt="2026-02-26T23:36:58.270" v="76" actId="26606"/>
          <ac:spMkLst>
            <pc:docMk/>
            <pc:sldMk cId="3233397961" sldId="474"/>
            <ac:spMk id="22" creationId="{B219AE65-9B94-44EA-BEF3-EF4BFA169C81}"/>
          </ac:spMkLst>
        </pc:spChg>
        <pc:spChg chg="add">
          <ac:chgData name="Esther McCartney" userId="003ee287-b963-4216-80c2-e989f2d52a36" providerId="ADAL" clId="{60D34955-58AA-448D-AB0D-989AB19BD28A}" dt="2026-02-26T23:36:58.270" v="76" actId="26606"/>
          <ac:spMkLst>
            <pc:docMk/>
            <pc:sldMk cId="3233397961" sldId="474"/>
            <ac:spMk id="24" creationId="{F0C81A57-9CD5-461B-8FFE-4A8CB6CFBE01}"/>
          </ac:spMkLst>
        </pc:spChg>
        <pc:grpChg chg="add">
          <ac:chgData name="Esther McCartney" userId="003ee287-b963-4216-80c2-e989f2d52a36" providerId="ADAL" clId="{60D34955-58AA-448D-AB0D-989AB19BD28A}" dt="2026-02-26T23:36:58.270" v="76" actId="26606"/>
          <ac:grpSpMkLst>
            <pc:docMk/>
            <pc:sldMk cId="3233397961" sldId="474"/>
            <ac:grpSpMk id="11" creationId="{C8E92A9B-56BB-484E-A885-6FF999C15FE7}"/>
          </ac:grpSpMkLst>
        </pc:grpChg>
        <pc:grpChg chg="add">
          <ac:chgData name="Esther McCartney" userId="003ee287-b963-4216-80c2-e989f2d52a36" providerId="ADAL" clId="{60D34955-58AA-448D-AB0D-989AB19BD28A}" dt="2026-02-26T23:36:58.270" v="76" actId="26606"/>
          <ac:grpSpMkLst>
            <pc:docMk/>
            <pc:sldMk cId="3233397961" sldId="474"/>
            <ac:grpSpMk id="26" creationId="{3086C462-37F4-494D-8292-CCB95221CC1A}"/>
          </ac:grpSpMkLst>
        </pc:grpChg>
        <pc:cxnChg chg="add">
          <ac:chgData name="Esther McCartney" userId="003ee287-b963-4216-80c2-e989f2d52a36" providerId="ADAL" clId="{60D34955-58AA-448D-AB0D-989AB19BD28A}" dt="2026-02-26T23:36:58.270" v="76" actId="26606"/>
          <ac:cxnSpMkLst>
            <pc:docMk/>
            <pc:sldMk cId="3233397961" sldId="474"/>
            <ac:cxnSpMk id="30" creationId="{AD23B2CD-009B-425A-9616-1E1AD1D5AB46}"/>
          </ac:cxnSpMkLst>
        </pc:cxnChg>
      </pc:sldChg>
      <pc:sldChg chg="addSp modSp mod setBg">
        <pc:chgData name="Esther McCartney" userId="003ee287-b963-4216-80c2-e989f2d52a36" providerId="ADAL" clId="{60D34955-58AA-448D-AB0D-989AB19BD28A}" dt="2026-02-26T23:37:02.019" v="77" actId="26606"/>
        <pc:sldMkLst>
          <pc:docMk/>
          <pc:sldMk cId="2475228006" sldId="475"/>
        </pc:sldMkLst>
        <pc:spChg chg="mod">
          <ac:chgData name="Esther McCartney" userId="003ee287-b963-4216-80c2-e989f2d52a36" providerId="ADAL" clId="{60D34955-58AA-448D-AB0D-989AB19BD28A}" dt="2026-02-26T23:37:02.019" v="77" actId="26606"/>
          <ac:spMkLst>
            <pc:docMk/>
            <pc:sldMk cId="2475228006" sldId="475"/>
            <ac:spMk id="3" creationId="{3E735150-9828-4453-F8F1-B7371D749792}"/>
          </ac:spMkLst>
        </pc:spChg>
        <pc:spChg chg="mod">
          <ac:chgData name="Esther McCartney" userId="003ee287-b963-4216-80c2-e989f2d52a36" providerId="ADAL" clId="{60D34955-58AA-448D-AB0D-989AB19BD28A}" dt="2026-02-26T23:37:02.019" v="77" actId="26606"/>
          <ac:spMkLst>
            <pc:docMk/>
            <pc:sldMk cId="2475228006" sldId="475"/>
            <ac:spMk id="6" creationId="{9D81D9B5-B3AD-C56A-7714-EA8E7E9498E7}"/>
          </ac:spMkLst>
        </pc:spChg>
        <pc:spChg chg="add">
          <ac:chgData name="Esther McCartney" userId="003ee287-b963-4216-80c2-e989f2d52a36" providerId="ADAL" clId="{60D34955-58AA-448D-AB0D-989AB19BD28A}" dt="2026-02-26T23:37:02.019" v="77" actId="26606"/>
          <ac:spMkLst>
            <pc:docMk/>
            <pc:sldMk cId="2475228006" sldId="475"/>
            <ac:spMk id="20" creationId="{3E20E404-0173-46F6-9DC4-C960A5778302}"/>
          </ac:spMkLst>
        </pc:spChg>
        <pc:spChg chg="add">
          <ac:chgData name="Esther McCartney" userId="003ee287-b963-4216-80c2-e989f2d52a36" providerId="ADAL" clId="{60D34955-58AA-448D-AB0D-989AB19BD28A}" dt="2026-02-26T23:37:02.019" v="77" actId="26606"/>
          <ac:spMkLst>
            <pc:docMk/>
            <pc:sldMk cId="2475228006" sldId="475"/>
            <ac:spMk id="22" creationId="{B219AE65-9B94-44EA-BEF3-EF4BFA169C81}"/>
          </ac:spMkLst>
        </pc:spChg>
        <pc:spChg chg="add">
          <ac:chgData name="Esther McCartney" userId="003ee287-b963-4216-80c2-e989f2d52a36" providerId="ADAL" clId="{60D34955-58AA-448D-AB0D-989AB19BD28A}" dt="2026-02-26T23:37:02.019" v="77" actId="26606"/>
          <ac:spMkLst>
            <pc:docMk/>
            <pc:sldMk cId="2475228006" sldId="475"/>
            <ac:spMk id="24" creationId="{F0C81A57-9CD5-461B-8FFE-4A8CB6CFBE01}"/>
          </ac:spMkLst>
        </pc:spChg>
        <pc:grpChg chg="add">
          <ac:chgData name="Esther McCartney" userId="003ee287-b963-4216-80c2-e989f2d52a36" providerId="ADAL" clId="{60D34955-58AA-448D-AB0D-989AB19BD28A}" dt="2026-02-26T23:37:02.019" v="77" actId="26606"/>
          <ac:grpSpMkLst>
            <pc:docMk/>
            <pc:sldMk cId="2475228006" sldId="475"/>
            <ac:grpSpMk id="11" creationId="{C8E92A9B-56BB-484E-A885-6FF999C15FE7}"/>
          </ac:grpSpMkLst>
        </pc:grpChg>
        <pc:grpChg chg="add">
          <ac:chgData name="Esther McCartney" userId="003ee287-b963-4216-80c2-e989f2d52a36" providerId="ADAL" clId="{60D34955-58AA-448D-AB0D-989AB19BD28A}" dt="2026-02-26T23:37:02.019" v="77" actId="26606"/>
          <ac:grpSpMkLst>
            <pc:docMk/>
            <pc:sldMk cId="2475228006" sldId="475"/>
            <ac:grpSpMk id="26" creationId="{3086C462-37F4-494D-8292-CCB95221CC1A}"/>
          </ac:grpSpMkLst>
        </pc:grpChg>
        <pc:cxnChg chg="add">
          <ac:chgData name="Esther McCartney" userId="003ee287-b963-4216-80c2-e989f2d52a36" providerId="ADAL" clId="{60D34955-58AA-448D-AB0D-989AB19BD28A}" dt="2026-02-26T23:37:02.019" v="77" actId="26606"/>
          <ac:cxnSpMkLst>
            <pc:docMk/>
            <pc:sldMk cId="2475228006" sldId="475"/>
            <ac:cxnSpMk id="30" creationId="{AD23B2CD-009B-425A-9616-1E1AD1D5AB46}"/>
          </ac:cxnSpMkLst>
        </pc:cxnChg>
      </pc:sldChg>
      <pc:sldChg chg="addSp modSp mod setBg">
        <pc:chgData name="Esther McCartney" userId="003ee287-b963-4216-80c2-e989f2d52a36" providerId="ADAL" clId="{60D34955-58AA-448D-AB0D-989AB19BD28A}" dt="2026-02-26T23:37:05.589" v="78" actId="26606"/>
        <pc:sldMkLst>
          <pc:docMk/>
          <pc:sldMk cId="291778844" sldId="476"/>
        </pc:sldMkLst>
        <pc:spChg chg="mod">
          <ac:chgData name="Esther McCartney" userId="003ee287-b963-4216-80c2-e989f2d52a36" providerId="ADAL" clId="{60D34955-58AA-448D-AB0D-989AB19BD28A}" dt="2026-02-26T23:37:05.589" v="78" actId="26606"/>
          <ac:spMkLst>
            <pc:docMk/>
            <pc:sldMk cId="291778844" sldId="476"/>
            <ac:spMk id="3" creationId="{3E735150-9828-4453-F8F1-B7371D749792}"/>
          </ac:spMkLst>
        </pc:spChg>
        <pc:spChg chg="mod">
          <ac:chgData name="Esther McCartney" userId="003ee287-b963-4216-80c2-e989f2d52a36" providerId="ADAL" clId="{60D34955-58AA-448D-AB0D-989AB19BD28A}" dt="2026-02-26T23:37:05.589" v="78" actId="26606"/>
          <ac:spMkLst>
            <pc:docMk/>
            <pc:sldMk cId="291778844" sldId="476"/>
            <ac:spMk id="6" creationId="{9D81D9B5-B3AD-C56A-7714-EA8E7E9498E7}"/>
          </ac:spMkLst>
        </pc:spChg>
        <pc:spChg chg="add">
          <ac:chgData name="Esther McCartney" userId="003ee287-b963-4216-80c2-e989f2d52a36" providerId="ADAL" clId="{60D34955-58AA-448D-AB0D-989AB19BD28A}" dt="2026-02-26T23:37:05.589" v="78" actId="26606"/>
          <ac:spMkLst>
            <pc:docMk/>
            <pc:sldMk cId="291778844" sldId="476"/>
            <ac:spMk id="20" creationId="{3E20E404-0173-46F6-9DC4-C960A5778302}"/>
          </ac:spMkLst>
        </pc:spChg>
        <pc:spChg chg="add">
          <ac:chgData name="Esther McCartney" userId="003ee287-b963-4216-80c2-e989f2d52a36" providerId="ADAL" clId="{60D34955-58AA-448D-AB0D-989AB19BD28A}" dt="2026-02-26T23:37:05.589" v="78" actId="26606"/>
          <ac:spMkLst>
            <pc:docMk/>
            <pc:sldMk cId="291778844" sldId="476"/>
            <ac:spMk id="22" creationId="{B219AE65-9B94-44EA-BEF3-EF4BFA169C81}"/>
          </ac:spMkLst>
        </pc:spChg>
        <pc:spChg chg="add">
          <ac:chgData name="Esther McCartney" userId="003ee287-b963-4216-80c2-e989f2d52a36" providerId="ADAL" clId="{60D34955-58AA-448D-AB0D-989AB19BD28A}" dt="2026-02-26T23:37:05.589" v="78" actId="26606"/>
          <ac:spMkLst>
            <pc:docMk/>
            <pc:sldMk cId="291778844" sldId="476"/>
            <ac:spMk id="24" creationId="{F0C81A57-9CD5-461B-8FFE-4A8CB6CFBE01}"/>
          </ac:spMkLst>
        </pc:spChg>
        <pc:grpChg chg="add">
          <ac:chgData name="Esther McCartney" userId="003ee287-b963-4216-80c2-e989f2d52a36" providerId="ADAL" clId="{60D34955-58AA-448D-AB0D-989AB19BD28A}" dt="2026-02-26T23:37:05.589" v="78" actId="26606"/>
          <ac:grpSpMkLst>
            <pc:docMk/>
            <pc:sldMk cId="291778844" sldId="476"/>
            <ac:grpSpMk id="11" creationId="{C8E92A9B-56BB-484E-A885-6FF999C15FE7}"/>
          </ac:grpSpMkLst>
        </pc:grpChg>
        <pc:grpChg chg="add">
          <ac:chgData name="Esther McCartney" userId="003ee287-b963-4216-80c2-e989f2d52a36" providerId="ADAL" clId="{60D34955-58AA-448D-AB0D-989AB19BD28A}" dt="2026-02-26T23:37:05.589" v="78" actId="26606"/>
          <ac:grpSpMkLst>
            <pc:docMk/>
            <pc:sldMk cId="291778844" sldId="476"/>
            <ac:grpSpMk id="26" creationId="{3086C462-37F4-494D-8292-CCB95221CC1A}"/>
          </ac:grpSpMkLst>
        </pc:grpChg>
        <pc:cxnChg chg="add">
          <ac:chgData name="Esther McCartney" userId="003ee287-b963-4216-80c2-e989f2d52a36" providerId="ADAL" clId="{60D34955-58AA-448D-AB0D-989AB19BD28A}" dt="2026-02-26T23:37:05.589" v="78" actId="26606"/>
          <ac:cxnSpMkLst>
            <pc:docMk/>
            <pc:sldMk cId="291778844" sldId="476"/>
            <ac:cxnSpMk id="30" creationId="{AD23B2CD-009B-425A-9616-1E1AD1D5AB46}"/>
          </ac:cxnSpMkLst>
        </pc:cxnChg>
      </pc:sldChg>
      <pc:sldChg chg="addSp modSp mod setBg">
        <pc:chgData name="Esther McCartney" userId="003ee287-b963-4216-80c2-e989f2d52a36" providerId="ADAL" clId="{60D34955-58AA-448D-AB0D-989AB19BD28A}" dt="2026-02-26T23:37:10.335" v="79" actId="26606"/>
        <pc:sldMkLst>
          <pc:docMk/>
          <pc:sldMk cId="3170625386" sldId="477"/>
        </pc:sldMkLst>
        <pc:spChg chg="mod">
          <ac:chgData name="Esther McCartney" userId="003ee287-b963-4216-80c2-e989f2d52a36" providerId="ADAL" clId="{60D34955-58AA-448D-AB0D-989AB19BD28A}" dt="2026-02-26T23:37:10.335" v="79" actId="26606"/>
          <ac:spMkLst>
            <pc:docMk/>
            <pc:sldMk cId="3170625386" sldId="477"/>
            <ac:spMk id="3" creationId="{3E735150-9828-4453-F8F1-B7371D749792}"/>
          </ac:spMkLst>
        </pc:spChg>
        <pc:spChg chg="mod">
          <ac:chgData name="Esther McCartney" userId="003ee287-b963-4216-80c2-e989f2d52a36" providerId="ADAL" clId="{60D34955-58AA-448D-AB0D-989AB19BD28A}" dt="2026-02-26T23:37:10.335" v="79" actId="26606"/>
          <ac:spMkLst>
            <pc:docMk/>
            <pc:sldMk cId="3170625386" sldId="477"/>
            <ac:spMk id="6" creationId="{9D81D9B5-B3AD-C56A-7714-EA8E7E9498E7}"/>
          </ac:spMkLst>
        </pc:spChg>
        <pc:spChg chg="add">
          <ac:chgData name="Esther McCartney" userId="003ee287-b963-4216-80c2-e989f2d52a36" providerId="ADAL" clId="{60D34955-58AA-448D-AB0D-989AB19BD28A}" dt="2026-02-26T23:37:10.335" v="79" actId="26606"/>
          <ac:spMkLst>
            <pc:docMk/>
            <pc:sldMk cId="3170625386" sldId="477"/>
            <ac:spMk id="20" creationId="{3E20E404-0173-46F6-9DC4-C960A5778302}"/>
          </ac:spMkLst>
        </pc:spChg>
        <pc:spChg chg="add">
          <ac:chgData name="Esther McCartney" userId="003ee287-b963-4216-80c2-e989f2d52a36" providerId="ADAL" clId="{60D34955-58AA-448D-AB0D-989AB19BD28A}" dt="2026-02-26T23:37:10.335" v="79" actId="26606"/>
          <ac:spMkLst>
            <pc:docMk/>
            <pc:sldMk cId="3170625386" sldId="477"/>
            <ac:spMk id="22" creationId="{B219AE65-9B94-44EA-BEF3-EF4BFA169C81}"/>
          </ac:spMkLst>
        </pc:spChg>
        <pc:spChg chg="add">
          <ac:chgData name="Esther McCartney" userId="003ee287-b963-4216-80c2-e989f2d52a36" providerId="ADAL" clId="{60D34955-58AA-448D-AB0D-989AB19BD28A}" dt="2026-02-26T23:37:10.335" v="79" actId="26606"/>
          <ac:spMkLst>
            <pc:docMk/>
            <pc:sldMk cId="3170625386" sldId="477"/>
            <ac:spMk id="24" creationId="{F0C81A57-9CD5-461B-8FFE-4A8CB6CFBE01}"/>
          </ac:spMkLst>
        </pc:spChg>
        <pc:grpChg chg="add">
          <ac:chgData name="Esther McCartney" userId="003ee287-b963-4216-80c2-e989f2d52a36" providerId="ADAL" clId="{60D34955-58AA-448D-AB0D-989AB19BD28A}" dt="2026-02-26T23:37:10.335" v="79" actId="26606"/>
          <ac:grpSpMkLst>
            <pc:docMk/>
            <pc:sldMk cId="3170625386" sldId="477"/>
            <ac:grpSpMk id="11" creationId="{C8E92A9B-56BB-484E-A885-6FF999C15FE7}"/>
          </ac:grpSpMkLst>
        </pc:grpChg>
        <pc:grpChg chg="add">
          <ac:chgData name="Esther McCartney" userId="003ee287-b963-4216-80c2-e989f2d52a36" providerId="ADAL" clId="{60D34955-58AA-448D-AB0D-989AB19BD28A}" dt="2026-02-26T23:37:10.335" v="79" actId="26606"/>
          <ac:grpSpMkLst>
            <pc:docMk/>
            <pc:sldMk cId="3170625386" sldId="477"/>
            <ac:grpSpMk id="26" creationId="{3086C462-37F4-494D-8292-CCB95221CC1A}"/>
          </ac:grpSpMkLst>
        </pc:grpChg>
        <pc:cxnChg chg="add">
          <ac:chgData name="Esther McCartney" userId="003ee287-b963-4216-80c2-e989f2d52a36" providerId="ADAL" clId="{60D34955-58AA-448D-AB0D-989AB19BD28A}" dt="2026-02-26T23:37:10.335" v="79" actId="26606"/>
          <ac:cxnSpMkLst>
            <pc:docMk/>
            <pc:sldMk cId="3170625386" sldId="477"/>
            <ac:cxnSpMk id="30" creationId="{AD23B2CD-009B-425A-9616-1E1AD1D5AB46}"/>
          </ac:cxnSpMkLst>
        </pc:cxnChg>
      </pc:sldChg>
      <pc:sldChg chg="addSp modSp mod setBg">
        <pc:chgData name="Esther McCartney" userId="003ee287-b963-4216-80c2-e989f2d52a36" providerId="ADAL" clId="{60D34955-58AA-448D-AB0D-989AB19BD28A}" dt="2026-02-26T23:37:15.605" v="80" actId="26606"/>
        <pc:sldMkLst>
          <pc:docMk/>
          <pc:sldMk cId="3281812510" sldId="478"/>
        </pc:sldMkLst>
        <pc:spChg chg="mod">
          <ac:chgData name="Esther McCartney" userId="003ee287-b963-4216-80c2-e989f2d52a36" providerId="ADAL" clId="{60D34955-58AA-448D-AB0D-989AB19BD28A}" dt="2026-02-26T23:37:15.605" v="80" actId="26606"/>
          <ac:spMkLst>
            <pc:docMk/>
            <pc:sldMk cId="3281812510" sldId="478"/>
            <ac:spMk id="3" creationId="{3E735150-9828-4453-F8F1-B7371D749792}"/>
          </ac:spMkLst>
        </pc:spChg>
        <pc:spChg chg="mod">
          <ac:chgData name="Esther McCartney" userId="003ee287-b963-4216-80c2-e989f2d52a36" providerId="ADAL" clId="{60D34955-58AA-448D-AB0D-989AB19BD28A}" dt="2026-02-26T23:37:15.605" v="80" actId="26606"/>
          <ac:spMkLst>
            <pc:docMk/>
            <pc:sldMk cId="3281812510" sldId="478"/>
            <ac:spMk id="6" creationId="{9D81D9B5-B3AD-C56A-7714-EA8E7E9498E7}"/>
          </ac:spMkLst>
        </pc:spChg>
        <pc:spChg chg="add">
          <ac:chgData name="Esther McCartney" userId="003ee287-b963-4216-80c2-e989f2d52a36" providerId="ADAL" clId="{60D34955-58AA-448D-AB0D-989AB19BD28A}" dt="2026-02-26T23:37:15.605" v="80" actId="26606"/>
          <ac:spMkLst>
            <pc:docMk/>
            <pc:sldMk cId="3281812510" sldId="478"/>
            <ac:spMk id="20" creationId="{3E20E404-0173-46F6-9DC4-C960A5778302}"/>
          </ac:spMkLst>
        </pc:spChg>
        <pc:spChg chg="add">
          <ac:chgData name="Esther McCartney" userId="003ee287-b963-4216-80c2-e989f2d52a36" providerId="ADAL" clId="{60D34955-58AA-448D-AB0D-989AB19BD28A}" dt="2026-02-26T23:37:15.605" v="80" actId="26606"/>
          <ac:spMkLst>
            <pc:docMk/>
            <pc:sldMk cId="3281812510" sldId="478"/>
            <ac:spMk id="22" creationId="{712E451E-151A-4910-BF41-6A040B65982B}"/>
          </ac:spMkLst>
        </pc:spChg>
        <pc:spChg chg="add">
          <ac:chgData name="Esther McCartney" userId="003ee287-b963-4216-80c2-e989f2d52a36" providerId="ADAL" clId="{60D34955-58AA-448D-AB0D-989AB19BD28A}" dt="2026-02-26T23:37:15.605" v="80" actId="26606"/>
          <ac:spMkLst>
            <pc:docMk/>
            <pc:sldMk cId="3281812510" sldId="478"/>
            <ac:spMk id="24" creationId="{C296EFE4-A70C-4388-9A15-3F657B6615FD}"/>
          </ac:spMkLst>
        </pc:spChg>
        <pc:spChg chg="add">
          <ac:chgData name="Esther McCartney" userId="003ee287-b963-4216-80c2-e989f2d52a36" providerId="ADAL" clId="{60D34955-58AA-448D-AB0D-989AB19BD28A}" dt="2026-02-26T23:37:15.605" v="80" actId="26606"/>
          <ac:spMkLst>
            <pc:docMk/>
            <pc:sldMk cId="3281812510" sldId="478"/>
            <ac:spMk id="26" creationId="{425EBAFC-9388-432A-BCFD-EEA2F410D8EC}"/>
          </ac:spMkLst>
        </pc:spChg>
        <pc:grpChg chg="add">
          <ac:chgData name="Esther McCartney" userId="003ee287-b963-4216-80c2-e989f2d52a36" providerId="ADAL" clId="{60D34955-58AA-448D-AB0D-989AB19BD28A}" dt="2026-02-26T23:37:15.605" v="80" actId="26606"/>
          <ac:grpSpMkLst>
            <pc:docMk/>
            <pc:sldMk cId="3281812510" sldId="478"/>
            <ac:grpSpMk id="11" creationId="{C8E92A9B-56BB-484E-A885-6FF999C15FE7}"/>
          </ac:grpSpMkLst>
        </pc:grpChg>
      </pc:sldChg>
      <pc:sldChg chg="addSp delSp modSp mod setBg">
        <pc:chgData name="Esther McCartney" userId="003ee287-b963-4216-80c2-e989f2d52a36" providerId="ADAL" clId="{60D34955-58AA-448D-AB0D-989AB19BD28A}" dt="2026-02-26T23:37:22.550" v="83" actId="26606"/>
        <pc:sldMkLst>
          <pc:docMk/>
          <pc:sldMk cId="2697253906" sldId="479"/>
        </pc:sldMkLst>
        <pc:spChg chg="mod">
          <ac:chgData name="Esther McCartney" userId="003ee287-b963-4216-80c2-e989f2d52a36" providerId="ADAL" clId="{60D34955-58AA-448D-AB0D-989AB19BD28A}" dt="2026-02-26T23:37:22.550" v="83" actId="26606"/>
          <ac:spMkLst>
            <pc:docMk/>
            <pc:sldMk cId="2697253906" sldId="479"/>
            <ac:spMk id="3" creationId="{3E735150-9828-4453-F8F1-B7371D749792}"/>
          </ac:spMkLst>
        </pc:spChg>
        <pc:spChg chg="mod">
          <ac:chgData name="Esther McCartney" userId="003ee287-b963-4216-80c2-e989f2d52a36" providerId="ADAL" clId="{60D34955-58AA-448D-AB0D-989AB19BD28A}" dt="2026-02-26T23:37:22.550" v="83" actId="26606"/>
          <ac:spMkLst>
            <pc:docMk/>
            <pc:sldMk cId="2697253906" sldId="479"/>
            <ac:spMk id="6" creationId="{9D81D9B5-B3AD-C56A-7714-EA8E7E9498E7}"/>
          </ac:spMkLst>
        </pc:spChg>
        <pc:spChg chg="add del">
          <ac:chgData name="Esther McCartney" userId="003ee287-b963-4216-80c2-e989f2d52a36" providerId="ADAL" clId="{60D34955-58AA-448D-AB0D-989AB19BD28A}" dt="2026-02-26T23:37:22.502" v="82" actId="26606"/>
          <ac:spMkLst>
            <pc:docMk/>
            <pc:sldMk cId="2697253906" sldId="479"/>
            <ac:spMk id="20" creationId="{3E20E404-0173-46F6-9DC4-C960A5778302}"/>
          </ac:spMkLst>
        </pc:spChg>
        <pc:spChg chg="add del">
          <ac:chgData name="Esther McCartney" userId="003ee287-b963-4216-80c2-e989f2d52a36" providerId="ADAL" clId="{60D34955-58AA-448D-AB0D-989AB19BD28A}" dt="2026-02-26T23:37:22.502" v="82" actId="26606"/>
          <ac:spMkLst>
            <pc:docMk/>
            <pc:sldMk cId="2697253906" sldId="479"/>
            <ac:spMk id="22" creationId="{712E451E-151A-4910-BF41-6A040B65982B}"/>
          </ac:spMkLst>
        </pc:spChg>
        <pc:spChg chg="add del">
          <ac:chgData name="Esther McCartney" userId="003ee287-b963-4216-80c2-e989f2d52a36" providerId="ADAL" clId="{60D34955-58AA-448D-AB0D-989AB19BD28A}" dt="2026-02-26T23:37:22.502" v="82" actId="26606"/>
          <ac:spMkLst>
            <pc:docMk/>
            <pc:sldMk cId="2697253906" sldId="479"/>
            <ac:spMk id="24" creationId="{C296EFE4-A70C-4388-9A15-3F657B6615FD}"/>
          </ac:spMkLst>
        </pc:spChg>
        <pc:spChg chg="add del">
          <ac:chgData name="Esther McCartney" userId="003ee287-b963-4216-80c2-e989f2d52a36" providerId="ADAL" clId="{60D34955-58AA-448D-AB0D-989AB19BD28A}" dt="2026-02-26T23:37:22.502" v="82" actId="26606"/>
          <ac:spMkLst>
            <pc:docMk/>
            <pc:sldMk cId="2697253906" sldId="479"/>
            <ac:spMk id="26" creationId="{425EBAFC-9388-432A-BCFD-EEA2F410D8EC}"/>
          </ac:spMkLst>
        </pc:spChg>
        <pc:spChg chg="add">
          <ac:chgData name="Esther McCartney" userId="003ee287-b963-4216-80c2-e989f2d52a36" providerId="ADAL" clId="{60D34955-58AA-448D-AB0D-989AB19BD28A}" dt="2026-02-26T23:37:22.550" v="83" actId="26606"/>
          <ac:spMkLst>
            <pc:docMk/>
            <pc:sldMk cId="2697253906" sldId="479"/>
            <ac:spMk id="31" creationId="{3E20E404-0173-46F6-9DC4-C960A5778302}"/>
          </ac:spMkLst>
        </pc:spChg>
        <pc:spChg chg="add">
          <ac:chgData name="Esther McCartney" userId="003ee287-b963-4216-80c2-e989f2d52a36" providerId="ADAL" clId="{60D34955-58AA-448D-AB0D-989AB19BD28A}" dt="2026-02-26T23:37:22.550" v="83" actId="26606"/>
          <ac:spMkLst>
            <pc:docMk/>
            <pc:sldMk cId="2697253906" sldId="479"/>
            <ac:spMk id="32" creationId="{B219AE65-9B94-44EA-BEF3-EF4BFA169C81}"/>
          </ac:spMkLst>
        </pc:spChg>
        <pc:spChg chg="add">
          <ac:chgData name="Esther McCartney" userId="003ee287-b963-4216-80c2-e989f2d52a36" providerId="ADAL" clId="{60D34955-58AA-448D-AB0D-989AB19BD28A}" dt="2026-02-26T23:37:22.550" v="83" actId="26606"/>
          <ac:spMkLst>
            <pc:docMk/>
            <pc:sldMk cId="2697253906" sldId="479"/>
            <ac:spMk id="33" creationId="{F0C81A57-9CD5-461B-8FFE-4A8CB6CFBE01}"/>
          </ac:spMkLst>
        </pc:spChg>
        <pc:grpChg chg="add del">
          <ac:chgData name="Esther McCartney" userId="003ee287-b963-4216-80c2-e989f2d52a36" providerId="ADAL" clId="{60D34955-58AA-448D-AB0D-989AB19BD28A}" dt="2026-02-26T23:37:22.502" v="82" actId="26606"/>
          <ac:grpSpMkLst>
            <pc:docMk/>
            <pc:sldMk cId="2697253906" sldId="479"/>
            <ac:grpSpMk id="11" creationId="{C8E92A9B-56BB-484E-A885-6FF999C15FE7}"/>
          </ac:grpSpMkLst>
        </pc:grpChg>
        <pc:grpChg chg="add">
          <ac:chgData name="Esther McCartney" userId="003ee287-b963-4216-80c2-e989f2d52a36" providerId="ADAL" clId="{60D34955-58AA-448D-AB0D-989AB19BD28A}" dt="2026-02-26T23:37:22.550" v="83" actId="26606"/>
          <ac:grpSpMkLst>
            <pc:docMk/>
            <pc:sldMk cId="2697253906" sldId="479"/>
            <ac:grpSpMk id="29" creationId="{C8E92A9B-56BB-484E-A885-6FF999C15FE7}"/>
          </ac:grpSpMkLst>
        </pc:grpChg>
        <pc:grpChg chg="add">
          <ac:chgData name="Esther McCartney" userId="003ee287-b963-4216-80c2-e989f2d52a36" providerId="ADAL" clId="{60D34955-58AA-448D-AB0D-989AB19BD28A}" dt="2026-02-26T23:37:22.550" v="83" actId="26606"/>
          <ac:grpSpMkLst>
            <pc:docMk/>
            <pc:sldMk cId="2697253906" sldId="479"/>
            <ac:grpSpMk id="34" creationId="{3086C462-37F4-494D-8292-CCB95221CC1A}"/>
          </ac:grpSpMkLst>
        </pc:grpChg>
        <pc:cxnChg chg="add">
          <ac:chgData name="Esther McCartney" userId="003ee287-b963-4216-80c2-e989f2d52a36" providerId="ADAL" clId="{60D34955-58AA-448D-AB0D-989AB19BD28A}" dt="2026-02-26T23:37:22.550" v="83" actId="26606"/>
          <ac:cxnSpMkLst>
            <pc:docMk/>
            <pc:sldMk cId="2697253906" sldId="479"/>
            <ac:cxnSpMk id="30" creationId="{AD23B2CD-009B-425A-9616-1E1AD1D5AB46}"/>
          </ac:cxnSpMkLst>
        </pc:cxnChg>
      </pc:sldChg>
      <pc:sldChg chg="addSp modSp mod setBg">
        <pc:chgData name="Esther McCartney" userId="003ee287-b963-4216-80c2-e989f2d52a36" providerId="ADAL" clId="{60D34955-58AA-448D-AB0D-989AB19BD28A}" dt="2026-02-26T23:37:25.987" v="84" actId="26606"/>
        <pc:sldMkLst>
          <pc:docMk/>
          <pc:sldMk cId="2940836907" sldId="480"/>
        </pc:sldMkLst>
        <pc:spChg chg="mod">
          <ac:chgData name="Esther McCartney" userId="003ee287-b963-4216-80c2-e989f2d52a36" providerId="ADAL" clId="{60D34955-58AA-448D-AB0D-989AB19BD28A}" dt="2026-02-26T23:37:25.987" v="84" actId="26606"/>
          <ac:spMkLst>
            <pc:docMk/>
            <pc:sldMk cId="2940836907" sldId="480"/>
            <ac:spMk id="3" creationId="{3E735150-9828-4453-F8F1-B7371D749792}"/>
          </ac:spMkLst>
        </pc:spChg>
        <pc:spChg chg="mod">
          <ac:chgData name="Esther McCartney" userId="003ee287-b963-4216-80c2-e989f2d52a36" providerId="ADAL" clId="{60D34955-58AA-448D-AB0D-989AB19BD28A}" dt="2026-02-26T23:37:25.987" v="84" actId="26606"/>
          <ac:spMkLst>
            <pc:docMk/>
            <pc:sldMk cId="2940836907" sldId="480"/>
            <ac:spMk id="6" creationId="{9D81D9B5-B3AD-C56A-7714-EA8E7E9498E7}"/>
          </ac:spMkLst>
        </pc:spChg>
        <pc:spChg chg="add">
          <ac:chgData name="Esther McCartney" userId="003ee287-b963-4216-80c2-e989f2d52a36" providerId="ADAL" clId="{60D34955-58AA-448D-AB0D-989AB19BD28A}" dt="2026-02-26T23:37:25.987" v="84" actId="26606"/>
          <ac:spMkLst>
            <pc:docMk/>
            <pc:sldMk cId="2940836907" sldId="480"/>
            <ac:spMk id="20" creationId="{3E20E404-0173-46F6-9DC4-C960A5778302}"/>
          </ac:spMkLst>
        </pc:spChg>
        <pc:spChg chg="add">
          <ac:chgData name="Esther McCartney" userId="003ee287-b963-4216-80c2-e989f2d52a36" providerId="ADAL" clId="{60D34955-58AA-448D-AB0D-989AB19BD28A}" dt="2026-02-26T23:37:25.987" v="84" actId="26606"/>
          <ac:spMkLst>
            <pc:docMk/>
            <pc:sldMk cId="2940836907" sldId="480"/>
            <ac:spMk id="22" creationId="{B219AE65-9B94-44EA-BEF3-EF4BFA169C81}"/>
          </ac:spMkLst>
        </pc:spChg>
        <pc:spChg chg="add">
          <ac:chgData name="Esther McCartney" userId="003ee287-b963-4216-80c2-e989f2d52a36" providerId="ADAL" clId="{60D34955-58AA-448D-AB0D-989AB19BD28A}" dt="2026-02-26T23:37:25.987" v="84" actId="26606"/>
          <ac:spMkLst>
            <pc:docMk/>
            <pc:sldMk cId="2940836907" sldId="480"/>
            <ac:spMk id="24" creationId="{F0C81A57-9CD5-461B-8FFE-4A8CB6CFBE01}"/>
          </ac:spMkLst>
        </pc:spChg>
        <pc:grpChg chg="add">
          <ac:chgData name="Esther McCartney" userId="003ee287-b963-4216-80c2-e989f2d52a36" providerId="ADAL" clId="{60D34955-58AA-448D-AB0D-989AB19BD28A}" dt="2026-02-26T23:37:25.987" v="84" actId="26606"/>
          <ac:grpSpMkLst>
            <pc:docMk/>
            <pc:sldMk cId="2940836907" sldId="480"/>
            <ac:grpSpMk id="11" creationId="{C8E92A9B-56BB-484E-A885-6FF999C15FE7}"/>
          </ac:grpSpMkLst>
        </pc:grpChg>
        <pc:grpChg chg="add">
          <ac:chgData name="Esther McCartney" userId="003ee287-b963-4216-80c2-e989f2d52a36" providerId="ADAL" clId="{60D34955-58AA-448D-AB0D-989AB19BD28A}" dt="2026-02-26T23:37:25.987" v="84" actId="26606"/>
          <ac:grpSpMkLst>
            <pc:docMk/>
            <pc:sldMk cId="2940836907" sldId="480"/>
            <ac:grpSpMk id="26" creationId="{3086C462-37F4-494D-8292-CCB95221CC1A}"/>
          </ac:grpSpMkLst>
        </pc:grpChg>
        <pc:cxnChg chg="add">
          <ac:chgData name="Esther McCartney" userId="003ee287-b963-4216-80c2-e989f2d52a36" providerId="ADAL" clId="{60D34955-58AA-448D-AB0D-989AB19BD28A}" dt="2026-02-26T23:37:25.987" v="84" actId="26606"/>
          <ac:cxnSpMkLst>
            <pc:docMk/>
            <pc:sldMk cId="2940836907" sldId="480"/>
            <ac:cxnSpMk id="30" creationId="{AD23B2CD-009B-425A-9616-1E1AD1D5AB46}"/>
          </ac:cxnSpMkLst>
        </pc:cxnChg>
      </pc:sldChg>
      <pc:sldChg chg="addSp delSp modSp mod setBg">
        <pc:chgData name="Esther McCartney" userId="003ee287-b963-4216-80c2-e989f2d52a36" providerId="ADAL" clId="{60D34955-58AA-448D-AB0D-989AB19BD28A}" dt="2026-02-26T23:37:42.571" v="86" actId="207"/>
        <pc:sldMkLst>
          <pc:docMk/>
          <pc:sldMk cId="131636629" sldId="481"/>
        </pc:sldMkLst>
        <pc:spChg chg="del">
          <ac:chgData name="Esther McCartney" userId="003ee287-b963-4216-80c2-e989f2d52a36" providerId="ADAL" clId="{60D34955-58AA-448D-AB0D-989AB19BD28A}" dt="2026-02-26T23:37:31.346" v="85" actId="26606"/>
          <ac:spMkLst>
            <pc:docMk/>
            <pc:sldMk cId="131636629" sldId="481"/>
            <ac:spMk id="3" creationId="{3E735150-9828-4453-F8F1-B7371D749792}"/>
          </ac:spMkLst>
        </pc:spChg>
        <pc:spChg chg="add">
          <ac:chgData name="Esther McCartney" userId="003ee287-b963-4216-80c2-e989f2d52a36" providerId="ADAL" clId="{60D34955-58AA-448D-AB0D-989AB19BD28A}" dt="2026-02-26T23:37:31.346" v="85" actId="26606"/>
          <ac:spMkLst>
            <pc:docMk/>
            <pc:sldMk cId="131636629" sldId="481"/>
            <ac:spMk id="21" creationId="{8DCAC2A9-D869-46E1-9DD3-353AE3254A13}"/>
          </ac:spMkLst>
        </pc:spChg>
        <pc:spChg chg="add">
          <ac:chgData name="Esther McCartney" userId="003ee287-b963-4216-80c2-e989f2d52a36" providerId="ADAL" clId="{60D34955-58AA-448D-AB0D-989AB19BD28A}" dt="2026-02-26T23:37:31.346" v="85" actId="26606"/>
          <ac:spMkLst>
            <pc:docMk/>
            <pc:sldMk cId="131636629" sldId="481"/>
            <ac:spMk id="23" creationId="{8682CCCE-534D-4FC6-BF2B-9BEA2F2BB482}"/>
          </ac:spMkLst>
        </pc:spChg>
        <pc:spChg chg="add">
          <ac:chgData name="Esther McCartney" userId="003ee287-b963-4216-80c2-e989f2d52a36" providerId="ADAL" clId="{60D34955-58AA-448D-AB0D-989AB19BD28A}" dt="2026-02-26T23:37:31.346" v="85" actId="26606"/>
          <ac:spMkLst>
            <pc:docMk/>
            <pc:sldMk cId="131636629" sldId="481"/>
            <ac:spMk id="25" creationId="{BC664B74-EEBB-416C-9D86-AE1FECC022DE}"/>
          </ac:spMkLst>
        </pc:spChg>
        <pc:spChg chg="add">
          <ac:chgData name="Esther McCartney" userId="003ee287-b963-4216-80c2-e989f2d52a36" providerId="ADAL" clId="{60D34955-58AA-448D-AB0D-989AB19BD28A}" dt="2026-02-26T23:37:31.346" v="85" actId="26606"/>
          <ac:spMkLst>
            <pc:docMk/>
            <pc:sldMk cId="131636629" sldId="481"/>
            <ac:spMk id="27" creationId="{52000483-C30E-42A1-8569-E1DE1F55BCAC}"/>
          </ac:spMkLst>
        </pc:spChg>
        <pc:spChg chg="add">
          <ac:chgData name="Esther McCartney" userId="003ee287-b963-4216-80c2-e989f2d52a36" providerId="ADAL" clId="{60D34955-58AA-448D-AB0D-989AB19BD28A}" dt="2026-02-26T23:37:31.346" v="85" actId="26606"/>
          <ac:spMkLst>
            <pc:docMk/>
            <pc:sldMk cId="131636629" sldId="481"/>
            <ac:spMk id="29" creationId="{A5ACD7E0-6D9A-4803-8B9B-D4602DC48C78}"/>
          </ac:spMkLst>
        </pc:spChg>
        <pc:spChg chg="add">
          <ac:chgData name="Esther McCartney" userId="003ee287-b963-4216-80c2-e989f2d52a36" providerId="ADAL" clId="{60D34955-58AA-448D-AB0D-989AB19BD28A}" dt="2026-02-26T23:37:31.346" v="85" actId="26606"/>
          <ac:spMkLst>
            <pc:docMk/>
            <pc:sldMk cId="131636629" sldId="481"/>
            <ac:spMk id="31" creationId="{C238E92D-87E7-4B27-AD36-0E1330051168}"/>
          </ac:spMkLst>
        </pc:spChg>
        <pc:spChg chg="add">
          <ac:chgData name="Esther McCartney" userId="003ee287-b963-4216-80c2-e989f2d52a36" providerId="ADAL" clId="{60D34955-58AA-448D-AB0D-989AB19BD28A}" dt="2026-02-26T23:37:31.346" v="85" actId="26606"/>
          <ac:spMkLst>
            <pc:docMk/>
            <pc:sldMk cId="131636629" sldId="481"/>
            <ac:spMk id="33" creationId="{6D0B958C-B82E-4F4B-945B-6B038D655637}"/>
          </ac:spMkLst>
        </pc:spChg>
        <pc:spChg chg="add">
          <ac:chgData name="Esther McCartney" userId="003ee287-b963-4216-80c2-e989f2d52a36" providerId="ADAL" clId="{60D34955-58AA-448D-AB0D-989AB19BD28A}" dt="2026-02-26T23:37:31.346" v="85" actId="26606"/>
          <ac:spMkLst>
            <pc:docMk/>
            <pc:sldMk cId="131636629" sldId="481"/>
            <ac:spMk id="35" creationId="{E18F3B2A-BB9B-4FB6-B8A5-2A8E5DB9321F}"/>
          </ac:spMkLst>
        </pc:spChg>
        <pc:spChg chg="add">
          <ac:chgData name="Esther McCartney" userId="003ee287-b963-4216-80c2-e989f2d52a36" providerId="ADAL" clId="{60D34955-58AA-448D-AB0D-989AB19BD28A}" dt="2026-02-26T23:37:31.346" v="85" actId="26606"/>
          <ac:spMkLst>
            <pc:docMk/>
            <pc:sldMk cId="131636629" sldId="481"/>
            <ac:spMk id="37" creationId="{C4164AEF-861B-41D1-9ED5-B81051DA7D4D}"/>
          </ac:spMkLst>
        </pc:spChg>
        <pc:graphicFrameChg chg="modGraphic">
          <ac:chgData name="Esther McCartney" userId="003ee287-b963-4216-80c2-e989f2d52a36" providerId="ADAL" clId="{60D34955-58AA-448D-AB0D-989AB19BD28A}" dt="2026-02-26T23:37:42.571" v="86" actId="207"/>
          <ac:graphicFrameMkLst>
            <pc:docMk/>
            <pc:sldMk cId="131636629" sldId="481"/>
            <ac:graphicFrameMk id="8" creationId="{D0FDF3C0-4DEE-AD79-C1CD-04300617AE49}"/>
          </ac:graphicFrameMkLst>
        </pc:graphicFrameChg>
      </pc:sldChg>
      <pc:sldChg chg="addSp delSp modSp mod setBg">
        <pc:chgData name="Esther McCartney" userId="003ee287-b963-4216-80c2-e989f2d52a36" providerId="ADAL" clId="{60D34955-58AA-448D-AB0D-989AB19BD28A}" dt="2026-02-26T23:38:45.529" v="99" actId="26606"/>
        <pc:sldMkLst>
          <pc:docMk/>
          <pc:sldMk cId="1590325647" sldId="482"/>
        </pc:sldMkLst>
        <pc:spChg chg="del mod">
          <ac:chgData name="Esther McCartney" userId="003ee287-b963-4216-80c2-e989f2d52a36" providerId="ADAL" clId="{60D34955-58AA-448D-AB0D-989AB19BD28A}" dt="2026-02-26T23:38:45.529" v="99" actId="26606"/>
          <ac:spMkLst>
            <pc:docMk/>
            <pc:sldMk cId="1590325647" sldId="482"/>
            <ac:spMk id="2" creationId="{00000000-0000-0000-0000-000000000000}"/>
          </ac:spMkLst>
        </pc:spChg>
        <pc:spChg chg="del mod">
          <ac:chgData name="Esther McCartney" userId="003ee287-b963-4216-80c2-e989f2d52a36" providerId="ADAL" clId="{60D34955-58AA-448D-AB0D-989AB19BD28A}" dt="2026-02-26T23:38:21.730" v="90" actId="478"/>
          <ac:spMkLst>
            <pc:docMk/>
            <pc:sldMk cId="1590325647" sldId="482"/>
            <ac:spMk id="4" creationId="{00000000-0000-0000-0000-000000000000}"/>
          </ac:spMkLst>
        </pc:spChg>
        <pc:spChg chg="del">
          <ac:chgData name="Esther McCartney" userId="003ee287-b963-4216-80c2-e989f2d52a36" providerId="ADAL" clId="{60D34955-58AA-448D-AB0D-989AB19BD28A}" dt="2026-02-26T23:38:35.706" v="96" actId="478"/>
          <ac:spMkLst>
            <pc:docMk/>
            <pc:sldMk cId="1590325647" sldId="482"/>
            <ac:spMk id="5" creationId="{00000000-0000-0000-0000-000000000000}"/>
          </ac:spMkLst>
        </pc:spChg>
        <pc:spChg chg="mod">
          <ac:chgData name="Esther McCartney" userId="003ee287-b963-4216-80c2-e989f2d52a36" providerId="ADAL" clId="{60D34955-58AA-448D-AB0D-989AB19BD28A}" dt="2026-02-26T23:38:45.529" v="99" actId="26606"/>
          <ac:spMkLst>
            <pc:docMk/>
            <pc:sldMk cId="1590325647" sldId="482"/>
            <ac:spMk id="6" creationId="{9D81D9B5-B3AD-C56A-7714-EA8E7E9498E7}"/>
          </ac:spMkLst>
        </pc:spChg>
        <pc:spChg chg="add del mod">
          <ac:chgData name="Esther McCartney" userId="003ee287-b963-4216-80c2-e989f2d52a36" providerId="ADAL" clId="{60D34955-58AA-448D-AB0D-989AB19BD28A}" dt="2026-02-26T23:38:38.150" v="97" actId="478"/>
          <ac:spMkLst>
            <pc:docMk/>
            <pc:sldMk cId="1590325647" sldId="482"/>
            <ac:spMk id="7" creationId="{7D24B4C4-9218-7881-4ADA-46EDA18DF970}"/>
          </ac:spMkLst>
        </pc:spChg>
        <pc:spChg chg="add">
          <ac:chgData name="Esther McCartney" userId="003ee287-b963-4216-80c2-e989f2d52a36" providerId="ADAL" clId="{60D34955-58AA-448D-AB0D-989AB19BD28A}" dt="2026-02-26T23:38:45.529" v="99" actId="26606"/>
          <ac:spMkLst>
            <pc:docMk/>
            <pc:sldMk cId="1590325647" sldId="482"/>
            <ac:spMk id="21" creationId="{8DCAC2A9-D869-46E1-9DD3-353AE3254A13}"/>
          </ac:spMkLst>
        </pc:spChg>
        <pc:spChg chg="add">
          <ac:chgData name="Esther McCartney" userId="003ee287-b963-4216-80c2-e989f2d52a36" providerId="ADAL" clId="{60D34955-58AA-448D-AB0D-989AB19BD28A}" dt="2026-02-26T23:38:45.529" v="99" actId="26606"/>
          <ac:spMkLst>
            <pc:docMk/>
            <pc:sldMk cId="1590325647" sldId="482"/>
            <ac:spMk id="23" creationId="{8682CCCE-534D-4FC6-BF2B-9BEA2F2BB482}"/>
          </ac:spMkLst>
        </pc:spChg>
        <pc:spChg chg="add">
          <ac:chgData name="Esther McCartney" userId="003ee287-b963-4216-80c2-e989f2d52a36" providerId="ADAL" clId="{60D34955-58AA-448D-AB0D-989AB19BD28A}" dt="2026-02-26T23:38:45.529" v="99" actId="26606"/>
          <ac:spMkLst>
            <pc:docMk/>
            <pc:sldMk cId="1590325647" sldId="482"/>
            <ac:spMk id="25" creationId="{BC664B74-EEBB-416C-9D86-AE1FECC022DE}"/>
          </ac:spMkLst>
        </pc:spChg>
        <pc:spChg chg="add">
          <ac:chgData name="Esther McCartney" userId="003ee287-b963-4216-80c2-e989f2d52a36" providerId="ADAL" clId="{60D34955-58AA-448D-AB0D-989AB19BD28A}" dt="2026-02-26T23:38:45.529" v="99" actId="26606"/>
          <ac:spMkLst>
            <pc:docMk/>
            <pc:sldMk cId="1590325647" sldId="482"/>
            <ac:spMk id="27" creationId="{52000483-C30E-42A1-8569-E1DE1F55BCAC}"/>
          </ac:spMkLst>
        </pc:spChg>
        <pc:spChg chg="add">
          <ac:chgData name="Esther McCartney" userId="003ee287-b963-4216-80c2-e989f2d52a36" providerId="ADAL" clId="{60D34955-58AA-448D-AB0D-989AB19BD28A}" dt="2026-02-26T23:38:45.529" v="99" actId="26606"/>
          <ac:spMkLst>
            <pc:docMk/>
            <pc:sldMk cId="1590325647" sldId="482"/>
            <ac:spMk id="31" creationId="{C238E92D-87E7-4B27-AD36-0E1330051168}"/>
          </ac:spMkLst>
        </pc:spChg>
        <pc:spChg chg="add">
          <ac:chgData name="Esther McCartney" userId="003ee287-b963-4216-80c2-e989f2d52a36" providerId="ADAL" clId="{60D34955-58AA-448D-AB0D-989AB19BD28A}" dt="2026-02-26T23:38:45.529" v="99" actId="26606"/>
          <ac:spMkLst>
            <pc:docMk/>
            <pc:sldMk cId="1590325647" sldId="482"/>
            <ac:spMk id="33" creationId="{6D0B958C-B82E-4F4B-945B-6B038D655637}"/>
          </ac:spMkLst>
        </pc:spChg>
        <pc:spChg chg="add">
          <ac:chgData name="Esther McCartney" userId="003ee287-b963-4216-80c2-e989f2d52a36" providerId="ADAL" clId="{60D34955-58AA-448D-AB0D-989AB19BD28A}" dt="2026-02-26T23:38:45.529" v="99" actId="26606"/>
          <ac:spMkLst>
            <pc:docMk/>
            <pc:sldMk cId="1590325647" sldId="482"/>
            <ac:spMk id="35" creationId="{E18F3B2A-BB9B-4FB6-B8A5-2A8E5DB9321F}"/>
          </ac:spMkLst>
        </pc:spChg>
        <pc:spChg chg="add">
          <ac:chgData name="Esther McCartney" userId="003ee287-b963-4216-80c2-e989f2d52a36" providerId="ADAL" clId="{60D34955-58AA-448D-AB0D-989AB19BD28A}" dt="2026-02-26T23:38:45.529" v="99" actId="26606"/>
          <ac:spMkLst>
            <pc:docMk/>
            <pc:sldMk cId="1590325647" sldId="482"/>
            <ac:spMk id="37" creationId="{C4164AEF-861B-41D1-9ED5-B81051DA7D4D}"/>
          </ac:spMkLst>
        </pc:spChg>
      </pc:sldChg>
      <pc:sldChg chg="addSp modSp mod setBg">
        <pc:chgData name="Esther McCartney" userId="003ee287-b963-4216-80c2-e989f2d52a36" providerId="ADAL" clId="{60D34955-58AA-448D-AB0D-989AB19BD28A}" dt="2026-02-26T23:39:31.118" v="112" actId="26606"/>
        <pc:sldMkLst>
          <pc:docMk/>
          <pc:sldMk cId="2965867851" sldId="483"/>
        </pc:sldMkLst>
        <pc:spChg chg="mod">
          <ac:chgData name="Esther McCartney" userId="003ee287-b963-4216-80c2-e989f2d52a36" providerId="ADAL" clId="{60D34955-58AA-448D-AB0D-989AB19BD28A}" dt="2026-02-26T23:39:31.118" v="112" actId="26606"/>
          <ac:spMkLst>
            <pc:docMk/>
            <pc:sldMk cId="2965867851" sldId="483"/>
            <ac:spMk id="3" creationId="{3E735150-9828-4453-F8F1-B7371D749792}"/>
          </ac:spMkLst>
        </pc:spChg>
        <pc:spChg chg="mod">
          <ac:chgData name="Esther McCartney" userId="003ee287-b963-4216-80c2-e989f2d52a36" providerId="ADAL" clId="{60D34955-58AA-448D-AB0D-989AB19BD28A}" dt="2026-02-26T23:39:31.118" v="112" actId="26606"/>
          <ac:spMkLst>
            <pc:docMk/>
            <pc:sldMk cId="2965867851" sldId="483"/>
            <ac:spMk id="6" creationId="{9D81D9B5-B3AD-C56A-7714-EA8E7E9498E7}"/>
          </ac:spMkLst>
        </pc:spChg>
        <pc:spChg chg="add">
          <ac:chgData name="Esther McCartney" userId="003ee287-b963-4216-80c2-e989f2d52a36" providerId="ADAL" clId="{60D34955-58AA-448D-AB0D-989AB19BD28A}" dt="2026-02-26T23:39:31.118" v="112" actId="26606"/>
          <ac:spMkLst>
            <pc:docMk/>
            <pc:sldMk cId="2965867851" sldId="483"/>
            <ac:spMk id="20" creationId="{3E20E404-0173-46F6-9DC4-C960A5778302}"/>
          </ac:spMkLst>
        </pc:spChg>
        <pc:spChg chg="add">
          <ac:chgData name="Esther McCartney" userId="003ee287-b963-4216-80c2-e989f2d52a36" providerId="ADAL" clId="{60D34955-58AA-448D-AB0D-989AB19BD28A}" dt="2026-02-26T23:39:31.118" v="112" actId="26606"/>
          <ac:spMkLst>
            <pc:docMk/>
            <pc:sldMk cId="2965867851" sldId="483"/>
            <ac:spMk id="22" creationId="{B219AE65-9B94-44EA-BEF3-EF4BFA169C81}"/>
          </ac:spMkLst>
        </pc:spChg>
        <pc:spChg chg="add">
          <ac:chgData name="Esther McCartney" userId="003ee287-b963-4216-80c2-e989f2d52a36" providerId="ADAL" clId="{60D34955-58AA-448D-AB0D-989AB19BD28A}" dt="2026-02-26T23:39:31.118" v="112" actId="26606"/>
          <ac:spMkLst>
            <pc:docMk/>
            <pc:sldMk cId="2965867851" sldId="483"/>
            <ac:spMk id="24" creationId="{F0C81A57-9CD5-461B-8FFE-4A8CB6CFBE01}"/>
          </ac:spMkLst>
        </pc:spChg>
        <pc:grpChg chg="add">
          <ac:chgData name="Esther McCartney" userId="003ee287-b963-4216-80c2-e989f2d52a36" providerId="ADAL" clId="{60D34955-58AA-448D-AB0D-989AB19BD28A}" dt="2026-02-26T23:39:31.118" v="112" actId="26606"/>
          <ac:grpSpMkLst>
            <pc:docMk/>
            <pc:sldMk cId="2965867851" sldId="483"/>
            <ac:grpSpMk id="11" creationId="{C8E92A9B-56BB-484E-A885-6FF999C15FE7}"/>
          </ac:grpSpMkLst>
        </pc:grpChg>
        <pc:grpChg chg="add">
          <ac:chgData name="Esther McCartney" userId="003ee287-b963-4216-80c2-e989f2d52a36" providerId="ADAL" clId="{60D34955-58AA-448D-AB0D-989AB19BD28A}" dt="2026-02-26T23:39:31.118" v="112" actId="26606"/>
          <ac:grpSpMkLst>
            <pc:docMk/>
            <pc:sldMk cId="2965867851" sldId="483"/>
            <ac:grpSpMk id="26" creationId="{3086C462-37F4-494D-8292-CCB95221CC1A}"/>
          </ac:grpSpMkLst>
        </pc:grpChg>
        <pc:cxnChg chg="add">
          <ac:chgData name="Esther McCartney" userId="003ee287-b963-4216-80c2-e989f2d52a36" providerId="ADAL" clId="{60D34955-58AA-448D-AB0D-989AB19BD28A}" dt="2026-02-26T23:39:31.118" v="112" actId="26606"/>
          <ac:cxnSpMkLst>
            <pc:docMk/>
            <pc:sldMk cId="2965867851" sldId="483"/>
            <ac:cxnSpMk id="30" creationId="{AD23B2CD-009B-425A-9616-1E1AD1D5AB46}"/>
          </ac:cxnSpMkLst>
        </pc:cxnChg>
      </pc:sldChg>
      <pc:sldChg chg="addSp delSp modSp mod">
        <pc:chgData name="Esther McCartney" userId="003ee287-b963-4216-80c2-e989f2d52a36" providerId="ADAL" clId="{60D34955-58AA-448D-AB0D-989AB19BD28A}" dt="2026-02-26T23:40:28.214" v="123" actId="207"/>
        <pc:sldMkLst>
          <pc:docMk/>
          <pc:sldMk cId="1215382301" sldId="484"/>
        </pc:sldMkLst>
        <pc:spChg chg="mod">
          <ac:chgData name="Esther McCartney" userId="003ee287-b963-4216-80c2-e989f2d52a36" providerId="ADAL" clId="{60D34955-58AA-448D-AB0D-989AB19BD28A}" dt="2026-02-26T23:40:21.005" v="121" actId="1076"/>
          <ac:spMkLst>
            <pc:docMk/>
            <pc:sldMk cId="1215382301" sldId="484"/>
            <ac:spMk id="3" creationId="{3E735150-9828-4453-F8F1-B7371D749792}"/>
          </ac:spMkLst>
        </pc:spChg>
        <pc:spChg chg="add del mod">
          <ac:chgData name="Esther McCartney" userId="003ee287-b963-4216-80c2-e989f2d52a36" providerId="ADAL" clId="{60D34955-58AA-448D-AB0D-989AB19BD28A}" dt="2026-02-26T23:40:17.367" v="120" actId="478"/>
          <ac:spMkLst>
            <pc:docMk/>
            <pc:sldMk cId="1215382301" sldId="484"/>
            <ac:spMk id="4" creationId="{09B53CD4-F1F2-D395-69E6-9B74CB5C7DE4}"/>
          </ac:spMkLst>
        </pc:spChg>
        <pc:spChg chg="mod">
          <ac:chgData name="Esther McCartney" userId="003ee287-b963-4216-80c2-e989f2d52a36" providerId="ADAL" clId="{60D34955-58AA-448D-AB0D-989AB19BD28A}" dt="2026-02-26T23:40:28.214" v="123" actId="207"/>
          <ac:spMkLst>
            <pc:docMk/>
            <pc:sldMk cId="1215382301" sldId="484"/>
            <ac:spMk id="6" creationId="{9D81D9B5-B3AD-C56A-7714-EA8E7E9498E7}"/>
          </ac:spMkLst>
        </pc:spChg>
        <pc:spChg chg="add del mod">
          <ac:chgData name="Esther McCartney" userId="003ee287-b963-4216-80c2-e989f2d52a36" providerId="ADAL" clId="{60D34955-58AA-448D-AB0D-989AB19BD28A}" dt="2026-02-26T23:40:15.152" v="119" actId="478"/>
          <ac:spMkLst>
            <pc:docMk/>
            <pc:sldMk cId="1215382301" sldId="484"/>
            <ac:spMk id="7" creationId="{C7E95616-177D-DC8C-EB2D-FE12EDED0421}"/>
          </ac:spMkLst>
        </pc:spChg>
        <pc:spChg chg="del">
          <ac:chgData name="Esther McCartney" userId="003ee287-b963-4216-80c2-e989f2d52a36" providerId="ADAL" clId="{60D34955-58AA-448D-AB0D-989AB19BD28A}" dt="2026-02-26T23:40:02.279" v="114" actId="478"/>
          <ac:spMkLst>
            <pc:docMk/>
            <pc:sldMk cId="1215382301" sldId="484"/>
            <ac:spMk id="27" creationId="{00000000-0000-0000-0000-000000000000}"/>
          </ac:spMkLst>
        </pc:spChg>
        <pc:spChg chg="del">
          <ac:chgData name="Esther McCartney" userId="003ee287-b963-4216-80c2-e989f2d52a36" providerId="ADAL" clId="{60D34955-58AA-448D-AB0D-989AB19BD28A}" dt="2026-02-26T23:40:06.157" v="115" actId="478"/>
          <ac:spMkLst>
            <pc:docMk/>
            <pc:sldMk cId="1215382301" sldId="484"/>
            <ac:spMk id="30" creationId="{00000000-0000-0000-0000-000000000000}"/>
          </ac:spMkLst>
        </pc:spChg>
      </pc:sldChg>
      <pc:sldChg chg="addSp modSp mod setBg">
        <pc:chgData name="Esther McCartney" userId="003ee287-b963-4216-80c2-e989f2d52a36" providerId="ADAL" clId="{60D34955-58AA-448D-AB0D-989AB19BD28A}" dt="2026-02-26T23:41:16.902" v="141" actId="26606"/>
        <pc:sldMkLst>
          <pc:docMk/>
          <pc:sldMk cId="3960804345" sldId="485"/>
        </pc:sldMkLst>
        <pc:spChg chg="mod">
          <ac:chgData name="Esther McCartney" userId="003ee287-b963-4216-80c2-e989f2d52a36" providerId="ADAL" clId="{60D34955-58AA-448D-AB0D-989AB19BD28A}" dt="2026-02-26T23:41:16.902" v="141" actId="26606"/>
          <ac:spMkLst>
            <pc:docMk/>
            <pc:sldMk cId="3960804345" sldId="485"/>
            <ac:spMk id="3" creationId="{3E735150-9828-4453-F8F1-B7371D749792}"/>
          </ac:spMkLst>
        </pc:spChg>
        <pc:spChg chg="mod">
          <ac:chgData name="Esther McCartney" userId="003ee287-b963-4216-80c2-e989f2d52a36" providerId="ADAL" clId="{60D34955-58AA-448D-AB0D-989AB19BD28A}" dt="2026-02-26T23:41:16.902" v="141" actId="26606"/>
          <ac:spMkLst>
            <pc:docMk/>
            <pc:sldMk cId="3960804345" sldId="485"/>
            <ac:spMk id="6" creationId="{9D81D9B5-B3AD-C56A-7714-EA8E7E9498E7}"/>
          </ac:spMkLst>
        </pc:spChg>
        <pc:spChg chg="add">
          <ac:chgData name="Esther McCartney" userId="003ee287-b963-4216-80c2-e989f2d52a36" providerId="ADAL" clId="{60D34955-58AA-448D-AB0D-989AB19BD28A}" dt="2026-02-26T23:41:16.902" v="141" actId="26606"/>
          <ac:spMkLst>
            <pc:docMk/>
            <pc:sldMk cId="3960804345" sldId="485"/>
            <ac:spMk id="20" creationId="{3E20E404-0173-46F6-9DC4-C960A5778302}"/>
          </ac:spMkLst>
        </pc:spChg>
        <pc:spChg chg="add">
          <ac:chgData name="Esther McCartney" userId="003ee287-b963-4216-80c2-e989f2d52a36" providerId="ADAL" clId="{60D34955-58AA-448D-AB0D-989AB19BD28A}" dt="2026-02-26T23:41:16.902" v="141" actId="26606"/>
          <ac:spMkLst>
            <pc:docMk/>
            <pc:sldMk cId="3960804345" sldId="485"/>
            <ac:spMk id="22" creationId="{B219AE65-9B94-44EA-BEF3-EF4BFA169C81}"/>
          </ac:spMkLst>
        </pc:spChg>
        <pc:spChg chg="add">
          <ac:chgData name="Esther McCartney" userId="003ee287-b963-4216-80c2-e989f2d52a36" providerId="ADAL" clId="{60D34955-58AA-448D-AB0D-989AB19BD28A}" dt="2026-02-26T23:41:16.902" v="141" actId="26606"/>
          <ac:spMkLst>
            <pc:docMk/>
            <pc:sldMk cId="3960804345" sldId="485"/>
            <ac:spMk id="24" creationId="{F0C81A57-9CD5-461B-8FFE-4A8CB6CFBE01}"/>
          </ac:spMkLst>
        </pc:spChg>
        <pc:grpChg chg="add">
          <ac:chgData name="Esther McCartney" userId="003ee287-b963-4216-80c2-e989f2d52a36" providerId="ADAL" clId="{60D34955-58AA-448D-AB0D-989AB19BD28A}" dt="2026-02-26T23:41:16.902" v="141" actId="26606"/>
          <ac:grpSpMkLst>
            <pc:docMk/>
            <pc:sldMk cId="3960804345" sldId="485"/>
            <ac:grpSpMk id="11" creationId="{C8E92A9B-56BB-484E-A885-6FF999C15FE7}"/>
          </ac:grpSpMkLst>
        </pc:grpChg>
        <pc:grpChg chg="add">
          <ac:chgData name="Esther McCartney" userId="003ee287-b963-4216-80c2-e989f2d52a36" providerId="ADAL" clId="{60D34955-58AA-448D-AB0D-989AB19BD28A}" dt="2026-02-26T23:41:16.902" v="141" actId="26606"/>
          <ac:grpSpMkLst>
            <pc:docMk/>
            <pc:sldMk cId="3960804345" sldId="485"/>
            <ac:grpSpMk id="26" creationId="{3086C462-37F4-494D-8292-CCB95221CC1A}"/>
          </ac:grpSpMkLst>
        </pc:grpChg>
        <pc:cxnChg chg="add">
          <ac:chgData name="Esther McCartney" userId="003ee287-b963-4216-80c2-e989f2d52a36" providerId="ADAL" clId="{60D34955-58AA-448D-AB0D-989AB19BD28A}" dt="2026-02-26T23:41:16.902" v="141" actId="26606"/>
          <ac:cxnSpMkLst>
            <pc:docMk/>
            <pc:sldMk cId="3960804345" sldId="485"/>
            <ac:cxnSpMk id="30" creationId="{AD23B2CD-009B-425A-9616-1E1AD1D5AB46}"/>
          </ac:cxnSpMkLst>
        </pc:cxnChg>
      </pc:sldChg>
      <pc:sldChg chg="addSp modSp mod setBg">
        <pc:chgData name="Esther McCartney" userId="003ee287-b963-4216-80c2-e989f2d52a36" providerId="ADAL" clId="{60D34955-58AA-448D-AB0D-989AB19BD28A}" dt="2026-02-26T23:41:24.516" v="143" actId="26606"/>
        <pc:sldMkLst>
          <pc:docMk/>
          <pc:sldMk cId="609642621" sldId="486"/>
        </pc:sldMkLst>
        <pc:spChg chg="mod">
          <ac:chgData name="Esther McCartney" userId="003ee287-b963-4216-80c2-e989f2d52a36" providerId="ADAL" clId="{60D34955-58AA-448D-AB0D-989AB19BD28A}" dt="2026-02-26T23:41:24.516" v="143" actId="26606"/>
          <ac:spMkLst>
            <pc:docMk/>
            <pc:sldMk cId="609642621" sldId="486"/>
            <ac:spMk id="3" creationId="{3E735150-9828-4453-F8F1-B7371D749792}"/>
          </ac:spMkLst>
        </pc:spChg>
        <pc:spChg chg="mod">
          <ac:chgData name="Esther McCartney" userId="003ee287-b963-4216-80c2-e989f2d52a36" providerId="ADAL" clId="{60D34955-58AA-448D-AB0D-989AB19BD28A}" dt="2026-02-26T23:41:24.516" v="143" actId="26606"/>
          <ac:spMkLst>
            <pc:docMk/>
            <pc:sldMk cId="609642621" sldId="486"/>
            <ac:spMk id="6" creationId="{9D81D9B5-B3AD-C56A-7714-EA8E7E9498E7}"/>
          </ac:spMkLst>
        </pc:spChg>
        <pc:spChg chg="add">
          <ac:chgData name="Esther McCartney" userId="003ee287-b963-4216-80c2-e989f2d52a36" providerId="ADAL" clId="{60D34955-58AA-448D-AB0D-989AB19BD28A}" dt="2026-02-26T23:41:24.516" v="143" actId="26606"/>
          <ac:spMkLst>
            <pc:docMk/>
            <pc:sldMk cId="609642621" sldId="486"/>
            <ac:spMk id="20" creationId="{3E20E404-0173-46F6-9DC4-C960A5778302}"/>
          </ac:spMkLst>
        </pc:spChg>
        <pc:spChg chg="add">
          <ac:chgData name="Esther McCartney" userId="003ee287-b963-4216-80c2-e989f2d52a36" providerId="ADAL" clId="{60D34955-58AA-448D-AB0D-989AB19BD28A}" dt="2026-02-26T23:41:24.516" v="143" actId="26606"/>
          <ac:spMkLst>
            <pc:docMk/>
            <pc:sldMk cId="609642621" sldId="486"/>
            <ac:spMk id="22" creationId="{B219AE65-9B94-44EA-BEF3-EF4BFA169C81}"/>
          </ac:spMkLst>
        </pc:spChg>
        <pc:spChg chg="add">
          <ac:chgData name="Esther McCartney" userId="003ee287-b963-4216-80c2-e989f2d52a36" providerId="ADAL" clId="{60D34955-58AA-448D-AB0D-989AB19BD28A}" dt="2026-02-26T23:41:24.516" v="143" actId="26606"/>
          <ac:spMkLst>
            <pc:docMk/>
            <pc:sldMk cId="609642621" sldId="486"/>
            <ac:spMk id="24" creationId="{F0C81A57-9CD5-461B-8FFE-4A8CB6CFBE01}"/>
          </ac:spMkLst>
        </pc:spChg>
        <pc:grpChg chg="add">
          <ac:chgData name="Esther McCartney" userId="003ee287-b963-4216-80c2-e989f2d52a36" providerId="ADAL" clId="{60D34955-58AA-448D-AB0D-989AB19BD28A}" dt="2026-02-26T23:41:24.516" v="143" actId="26606"/>
          <ac:grpSpMkLst>
            <pc:docMk/>
            <pc:sldMk cId="609642621" sldId="486"/>
            <ac:grpSpMk id="11" creationId="{C8E92A9B-56BB-484E-A885-6FF999C15FE7}"/>
          </ac:grpSpMkLst>
        </pc:grpChg>
        <pc:grpChg chg="add">
          <ac:chgData name="Esther McCartney" userId="003ee287-b963-4216-80c2-e989f2d52a36" providerId="ADAL" clId="{60D34955-58AA-448D-AB0D-989AB19BD28A}" dt="2026-02-26T23:41:24.516" v="143" actId="26606"/>
          <ac:grpSpMkLst>
            <pc:docMk/>
            <pc:sldMk cId="609642621" sldId="486"/>
            <ac:grpSpMk id="26" creationId="{3086C462-37F4-494D-8292-CCB95221CC1A}"/>
          </ac:grpSpMkLst>
        </pc:grpChg>
        <pc:cxnChg chg="add">
          <ac:chgData name="Esther McCartney" userId="003ee287-b963-4216-80c2-e989f2d52a36" providerId="ADAL" clId="{60D34955-58AA-448D-AB0D-989AB19BD28A}" dt="2026-02-26T23:41:24.516" v="143" actId="26606"/>
          <ac:cxnSpMkLst>
            <pc:docMk/>
            <pc:sldMk cId="609642621" sldId="486"/>
            <ac:cxnSpMk id="30" creationId="{AD23B2CD-009B-425A-9616-1E1AD1D5AB46}"/>
          </ac:cxnSpMkLst>
        </pc:cxnChg>
      </pc:sldChg>
      <pc:sldChg chg="addSp modSp mod setBg">
        <pc:chgData name="Esther McCartney" userId="003ee287-b963-4216-80c2-e989f2d52a36" providerId="ADAL" clId="{60D34955-58AA-448D-AB0D-989AB19BD28A}" dt="2026-02-26T23:41:30.687" v="144" actId="26606"/>
        <pc:sldMkLst>
          <pc:docMk/>
          <pc:sldMk cId="3028759624" sldId="487"/>
        </pc:sldMkLst>
        <pc:spChg chg="mod">
          <ac:chgData name="Esther McCartney" userId="003ee287-b963-4216-80c2-e989f2d52a36" providerId="ADAL" clId="{60D34955-58AA-448D-AB0D-989AB19BD28A}" dt="2026-02-26T23:41:30.687" v="144" actId="26606"/>
          <ac:spMkLst>
            <pc:docMk/>
            <pc:sldMk cId="3028759624" sldId="487"/>
            <ac:spMk id="3" creationId="{3E735150-9828-4453-F8F1-B7371D749792}"/>
          </ac:spMkLst>
        </pc:spChg>
        <pc:spChg chg="mod">
          <ac:chgData name="Esther McCartney" userId="003ee287-b963-4216-80c2-e989f2d52a36" providerId="ADAL" clId="{60D34955-58AA-448D-AB0D-989AB19BD28A}" dt="2026-02-26T23:41:30.687" v="144" actId="26606"/>
          <ac:spMkLst>
            <pc:docMk/>
            <pc:sldMk cId="3028759624" sldId="487"/>
            <ac:spMk id="6" creationId="{9D81D9B5-B3AD-C56A-7714-EA8E7E9498E7}"/>
          </ac:spMkLst>
        </pc:spChg>
        <pc:spChg chg="add">
          <ac:chgData name="Esther McCartney" userId="003ee287-b963-4216-80c2-e989f2d52a36" providerId="ADAL" clId="{60D34955-58AA-448D-AB0D-989AB19BD28A}" dt="2026-02-26T23:41:30.687" v="144" actId="26606"/>
          <ac:spMkLst>
            <pc:docMk/>
            <pc:sldMk cId="3028759624" sldId="487"/>
            <ac:spMk id="20" creationId="{3E20E404-0173-46F6-9DC4-C960A5778302}"/>
          </ac:spMkLst>
        </pc:spChg>
        <pc:spChg chg="add">
          <ac:chgData name="Esther McCartney" userId="003ee287-b963-4216-80c2-e989f2d52a36" providerId="ADAL" clId="{60D34955-58AA-448D-AB0D-989AB19BD28A}" dt="2026-02-26T23:41:30.687" v="144" actId="26606"/>
          <ac:spMkLst>
            <pc:docMk/>
            <pc:sldMk cId="3028759624" sldId="487"/>
            <ac:spMk id="22" creationId="{B219AE65-9B94-44EA-BEF3-EF4BFA169C81}"/>
          </ac:spMkLst>
        </pc:spChg>
        <pc:spChg chg="add">
          <ac:chgData name="Esther McCartney" userId="003ee287-b963-4216-80c2-e989f2d52a36" providerId="ADAL" clId="{60D34955-58AA-448D-AB0D-989AB19BD28A}" dt="2026-02-26T23:41:30.687" v="144" actId="26606"/>
          <ac:spMkLst>
            <pc:docMk/>
            <pc:sldMk cId="3028759624" sldId="487"/>
            <ac:spMk id="24" creationId="{F0C81A57-9CD5-461B-8FFE-4A8CB6CFBE01}"/>
          </ac:spMkLst>
        </pc:spChg>
        <pc:grpChg chg="add">
          <ac:chgData name="Esther McCartney" userId="003ee287-b963-4216-80c2-e989f2d52a36" providerId="ADAL" clId="{60D34955-58AA-448D-AB0D-989AB19BD28A}" dt="2026-02-26T23:41:30.687" v="144" actId="26606"/>
          <ac:grpSpMkLst>
            <pc:docMk/>
            <pc:sldMk cId="3028759624" sldId="487"/>
            <ac:grpSpMk id="11" creationId="{C8E92A9B-56BB-484E-A885-6FF999C15FE7}"/>
          </ac:grpSpMkLst>
        </pc:grpChg>
        <pc:grpChg chg="add">
          <ac:chgData name="Esther McCartney" userId="003ee287-b963-4216-80c2-e989f2d52a36" providerId="ADAL" clId="{60D34955-58AA-448D-AB0D-989AB19BD28A}" dt="2026-02-26T23:41:30.687" v="144" actId="26606"/>
          <ac:grpSpMkLst>
            <pc:docMk/>
            <pc:sldMk cId="3028759624" sldId="487"/>
            <ac:grpSpMk id="26" creationId="{3086C462-37F4-494D-8292-CCB95221CC1A}"/>
          </ac:grpSpMkLst>
        </pc:grpChg>
        <pc:cxnChg chg="add">
          <ac:chgData name="Esther McCartney" userId="003ee287-b963-4216-80c2-e989f2d52a36" providerId="ADAL" clId="{60D34955-58AA-448D-AB0D-989AB19BD28A}" dt="2026-02-26T23:41:30.687" v="144" actId="26606"/>
          <ac:cxnSpMkLst>
            <pc:docMk/>
            <pc:sldMk cId="3028759624" sldId="487"/>
            <ac:cxnSpMk id="30" creationId="{AD23B2CD-009B-425A-9616-1E1AD1D5AB46}"/>
          </ac:cxnSpMkLst>
        </pc:cxnChg>
      </pc:sldChg>
      <pc:sldChg chg="addSp modSp mod setBg">
        <pc:chgData name="Esther McCartney" userId="003ee287-b963-4216-80c2-e989f2d52a36" providerId="ADAL" clId="{60D34955-58AA-448D-AB0D-989AB19BD28A}" dt="2026-02-26T23:41:34.195" v="145" actId="26606"/>
        <pc:sldMkLst>
          <pc:docMk/>
          <pc:sldMk cId="2104342466" sldId="488"/>
        </pc:sldMkLst>
        <pc:spChg chg="mod">
          <ac:chgData name="Esther McCartney" userId="003ee287-b963-4216-80c2-e989f2d52a36" providerId="ADAL" clId="{60D34955-58AA-448D-AB0D-989AB19BD28A}" dt="2026-02-26T23:41:34.195" v="145" actId="26606"/>
          <ac:spMkLst>
            <pc:docMk/>
            <pc:sldMk cId="2104342466" sldId="488"/>
            <ac:spMk id="3" creationId="{3E735150-9828-4453-F8F1-B7371D749792}"/>
          </ac:spMkLst>
        </pc:spChg>
        <pc:spChg chg="mod">
          <ac:chgData name="Esther McCartney" userId="003ee287-b963-4216-80c2-e989f2d52a36" providerId="ADAL" clId="{60D34955-58AA-448D-AB0D-989AB19BD28A}" dt="2026-02-26T23:41:34.195" v="145" actId="26606"/>
          <ac:spMkLst>
            <pc:docMk/>
            <pc:sldMk cId="2104342466" sldId="488"/>
            <ac:spMk id="6" creationId="{9D81D9B5-B3AD-C56A-7714-EA8E7E9498E7}"/>
          </ac:spMkLst>
        </pc:spChg>
        <pc:spChg chg="add">
          <ac:chgData name="Esther McCartney" userId="003ee287-b963-4216-80c2-e989f2d52a36" providerId="ADAL" clId="{60D34955-58AA-448D-AB0D-989AB19BD28A}" dt="2026-02-26T23:41:34.195" v="145" actId="26606"/>
          <ac:spMkLst>
            <pc:docMk/>
            <pc:sldMk cId="2104342466" sldId="488"/>
            <ac:spMk id="20" creationId="{3E20E404-0173-46F6-9DC4-C960A5778302}"/>
          </ac:spMkLst>
        </pc:spChg>
        <pc:spChg chg="add">
          <ac:chgData name="Esther McCartney" userId="003ee287-b963-4216-80c2-e989f2d52a36" providerId="ADAL" clId="{60D34955-58AA-448D-AB0D-989AB19BD28A}" dt="2026-02-26T23:41:34.195" v="145" actId="26606"/>
          <ac:spMkLst>
            <pc:docMk/>
            <pc:sldMk cId="2104342466" sldId="488"/>
            <ac:spMk id="22" creationId="{B219AE65-9B94-44EA-BEF3-EF4BFA169C81}"/>
          </ac:spMkLst>
        </pc:spChg>
        <pc:spChg chg="add">
          <ac:chgData name="Esther McCartney" userId="003ee287-b963-4216-80c2-e989f2d52a36" providerId="ADAL" clId="{60D34955-58AA-448D-AB0D-989AB19BD28A}" dt="2026-02-26T23:41:34.195" v="145" actId="26606"/>
          <ac:spMkLst>
            <pc:docMk/>
            <pc:sldMk cId="2104342466" sldId="488"/>
            <ac:spMk id="24" creationId="{F0C81A57-9CD5-461B-8FFE-4A8CB6CFBE01}"/>
          </ac:spMkLst>
        </pc:spChg>
        <pc:grpChg chg="add">
          <ac:chgData name="Esther McCartney" userId="003ee287-b963-4216-80c2-e989f2d52a36" providerId="ADAL" clId="{60D34955-58AA-448D-AB0D-989AB19BD28A}" dt="2026-02-26T23:41:34.195" v="145" actId="26606"/>
          <ac:grpSpMkLst>
            <pc:docMk/>
            <pc:sldMk cId="2104342466" sldId="488"/>
            <ac:grpSpMk id="11" creationId="{C8E92A9B-56BB-484E-A885-6FF999C15FE7}"/>
          </ac:grpSpMkLst>
        </pc:grpChg>
        <pc:grpChg chg="add">
          <ac:chgData name="Esther McCartney" userId="003ee287-b963-4216-80c2-e989f2d52a36" providerId="ADAL" clId="{60D34955-58AA-448D-AB0D-989AB19BD28A}" dt="2026-02-26T23:41:34.195" v="145" actId="26606"/>
          <ac:grpSpMkLst>
            <pc:docMk/>
            <pc:sldMk cId="2104342466" sldId="488"/>
            <ac:grpSpMk id="26" creationId="{3086C462-37F4-494D-8292-CCB95221CC1A}"/>
          </ac:grpSpMkLst>
        </pc:grpChg>
        <pc:cxnChg chg="add">
          <ac:chgData name="Esther McCartney" userId="003ee287-b963-4216-80c2-e989f2d52a36" providerId="ADAL" clId="{60D34955-58AA-448D-AB0D-989AB19BD28A}" dt="2026-02-26T23:41:34.195" v="145" actId="26606"/>
          <ac:cxnSpMkLst>
            <pc:docMk/>
            <pc:sldMk cId="2104342466" sldId="488"/>
            <ac:cxnSpMk id="30" creationId="{AD23B2CD-009B-425A-9616-1E1AD1D5AB46}"/>
          </ac:cxnSpMkLst>
        </pc:cxnChg>
      </pc:sldChg>
      <pc:sldChg chg="modSp mod">
        <pc:chgData name="Esther McCartney" userId="003ee287-b963-4216-80c2-e989f2d52a36" providerId="ADAL" clId="{60D34955-58AA-448D-AB0D-989AB19BD28A}" dt="2026-02-26T23:41:50.944" v="147" actId="1076"/>
        <pc:sldMkLst>
          <pc:docMk/>
          <pc:sldMk cId="3425197421" sldId="489"/>
        </pc:sldMkLst>
        <pc:spChg chg="mod">
          <ac:chgData name="Esther McCartney" userId="003ee287-b963-4216-80c2-e989f2d52a36" providerId="ADAL" clId="{60D34955-58AA-448D-AB0D-989AB19BD28A}" dt="2026-02-26T23:41:50.944" v="147" actId="1076"/>
          <ac:spMkLst>
            <pc:docMk/>
            <pc:sldMk cId="3425197421" sldId="489"/>
            <ac:spMk id="2" creationId="{00000000-0000-0000-0000-000000000000}"/>
          </ac:spMkLst>
        </pc:spChg>
        <pc:spChg chg="mod">
          <ac:chgData name="Esther McCartney" userId="003ee287-b963-4216-80c2-e989f2d52a36" providerId="ADAL" clId="{60D34955-58AA-448D-AB0D-989AB19BD28A}" dt="2026-02-26T23:41:47.244" v="146" actId="1076"/>
          <ac:spMkLst>
            <pc:docMk/>
            <pc:sldMk cId="3425197421" sldId="489"/>
            <ac:spMk id="4" creationId="{00000000-0000-0000-0000-000000000000}"/>
          </ac:spMkLst>
        </pc:spChg>
      </pc:sldChg>
      <pc:sldChg chg="addSp modSp mod setBg">
        <pc:chgData name="Esther McCartney" userId="003ee287-b963-4216-80c2-e989f2d52a36" providerId="ADAL" clId="{60D34955-58AA-448D-AB0D-989AB19BD28A}" dt="2026-02-26T23:41:58.939" v="149" actId="26606"/>
        <pc:sldMkLst>
          <pc:docMk/>
          <pc:sldMk cId="2873796153" sldId="490"/>
        </pc:sldMkLst>
        <pc:spChg chg="mod">
          <ac:chgData name="Esther McCartney" userId="003ee287-b963-4216-80c2-e989f2d52a36" providerId="ADAL" clId="{60D34955-58AA-448D-AB0D-989AB19BD28A}" dt="2026-02-26T23:41:58.939" v="149" actId="26606"/>
          <ac:spMkLst>
            <pc:docMk/>
            <pc:sldMk cId="2873796153" sldId="490"/>
            <ac:spMk id="3" creationId="{3E735150-9828-4453-F8F1-B7371D749792}"/>
          </ac:spMkLst>
        </pc:spChg>
        <pc:spChg chg="mod">
          <ac:chgData name="Esther McCartney" userId="003ee287-b963-4216-80c2-e989f2d52a36" providerId="ADAL" clId="{60D34955-58AA-448D-AB0D-989AB19BD28A}" dt="2026-02-26T23:41:58.939" v="149" actId="26606"/>
          <ac:spMkLst>
            <pc:docMk/>
            <pc:sldMk cId="2873796153" sldId="490"/>
            <ac:spMk id="6" creationId="{9D81D9B5-B3AD-C56A-7714-EA8E7E9498E7}"/>
          </ac:spMkLst>
        </pc:spChg>
        <pc:spChg chg="add">
          <ac:chgData name="Esther McCartney" userId="003ee287-b963-4216-80c2-e989f2d52a36" providerId="ADAL" clId="{60D34955-58AA-448D-AB0D-989AB19BD28A}" dt="2026-02-26T23:41:58.939" v="149" actId="26606"/>
          <ac:spMkLst>
            <pc:docMk/>
            <pc:sldMk cId="2873796153" sldId="490"/>
            <ac:spMk id="20" creationId="{3E20E404-0173-46F6-9DC4-C960A5778302}"/>
          </ac:spMkLst>
        </pc:spChg>
        <pc:spChg chg="add">
          <ac:chgData name="Esther McCartney" userId="003ee287-b963-4216-80c2-e989f2d52a36" providerId="ADAL" clId="{60D34955-58AA-448D-AB0D-989AB19BD28A}" dt="2026-02-26T23:41:58.939" v="149" actId="26606"/>
          <ac:spMkLst>
            <pc:docMk/>
            <pc:sldMk cId="2873796153" sldId="490"/>
            <ac:spMk id="22" creationId="{B219AE65-9B94-44EA-BEF3-EF4BFA169C81}"/>
          </ac:spMkLst>
        </pc:spChg>
        <pc:spChg chg="add">
          <ac:chgData name="Esther McCartney" userId="003ee287-b963-4216-80c2-e989f2d52a36" providerId="ADAL" clId="{60D34955-58AA-448D-AB0D-989AB19BD28A}" dt="2026-02-26T23:41:58.939" v="149" actId="26606"/>
          <ac:spMkLst>
            <pc:docMk/>
            <pc:sldMk cId="2873796153" sldId="490"/>
            <ac:spMk id="24" creationId="{F0C81A57-9CD5-461B-8FFE-4A8CB6CFBE01}"/>
          </ac:spMkLst>
        </pc:spChg>
        <pc:grpChg chg="add">
          <ac:chgData name="Esther McCartney" userId="003ee287-b963-4216-80c2-e989f2d52a36" providerId="ADAL" clId="{60D34955-58AA-448D-AB0D-989AB19BD28A}" dt="2026-02-26T23:41:58.939" v="149" actId="26606"/>
          <ac:grpSpMkLst>
            <pc:docMk/>
            <pc:sldMk cId="2873796153" sldId="490"/>
            <ac:grpSpMk id="11" creationId="{C8E92A9B-56BB-484E-A885-6FF999C15FE7}"/>
          </ac:grpSpMkLst>
        </pc:grpChg>
        <pc:grpChg chg="add">
          <ac:chgData name="Esther McCartney" userId="003ee287-b963-4216-80c2-e989f2d52a36" providerId="ADAL" clId="{60D34955-58AA-448D-AB0D-989AB19BD28A}" dt="2026-02-26T23:41:58.939" v="149" actId="26606"/>
          <ac:grpSpMkLst>
            <pc:docMk/>
            <pc:sldMk cId="2873796153" sldId="490"/>
            <ac:grpSpMk id="26" creationId="{3086C462-37F4-494D-8292-CCB95221CC1A}"/>
          </ac:grpSpMkLst>
        </pc:grpChg>
        <pc:cxnChg chg="add">
          <ac:chgData name="Esther McCartney" userId="003ee287-b963-4216-80c2-e989f2d52a36" providerId="ADAL" clId="{60D34955-58AA-448D-AB0D-989AB19BD28A}" dt="2026-02-26T23:41:58.939" v="149" actId="26606"/>
          <ac:cxnSpMkLst>
            <pc:docMk/>
            <pc:sldMk cId="2873796153" sldId="490"/>
            <ac:cxnSpMk id="30" creationId="{AD23B2CD-009B-425A-9616-1E1AD1D5AB46}"/>
          </ac:cxnSpMkLst>
        </pc:cxnChg>
      </pc:sldChg>
      <pc:sldChg chg="addSp modSp mod setBg">
        <pc:chgData name="Esther McCartney" userId="003ee287-b963-4216-80c2-e989f2d52a36" providerId="ADAL" clId="{60D34955-58AA-448D-AB0D-989AB19BD28A}" dt="2026-02-26T23:35:29.371" v="51" actId="20577"/>
        <pc:sldMkLst>
          <pc:docMk/>
          <pc:sldMk cId="1301362715" sldId="492"/>
        </pc:sldMkLst>
        <pc:spChg chg="mod">
          <ac:chgData name="Esther McCartney" userId="003ee287-b963-4216-80c2-e989f2d52a36" providerId="ADAL" clId="{60D34955-58AA-448D-AB0D-989AB19BD28A}" dt="2026-02-26T23:35:24.998" v="43" actId="26606"/>
          <ac:spMkLst>
            <pc:docMk/>
            <pc:sldMk cId="1301362715" sldId="492"/>
            <ac:spMk id="3" creationId="{3E735150-9828-4453-F8F1-B7371D749792}"/>
          </ac:spMkLst>
        </pc:spChg>
        <pc:spChg chg="mod">
          <ac:chgData name="Esther McCartney" userId="003ee287-b963-4216-80c2-e989f2d52a36" providerId="ADAL" clId="{60D34955-58AA-448D-AB0D-989AB19BD28A}" dt="2026-02-26T23:35:29.371" v="51" actId="20577"/>
          <ac:spMkLst>
            <pc:docMk/>
            <pc:sldMk cId="1301362715" sldId="492"/>
            <ac:spMk id="6" creationId="{9D81D9B5-B3AD-C56A-7714-EA8E7E9498E7}"/>
          </ac:spMkLst>
        </pc:spChg>
        <pc:spChg chg="add">
          <ac:chgData name="Esther McCartney" userId="003ee287-b963-4216-80c2-e989f2d52a36" providerId="ADAL" clId="{60D34955-58AA-448D-AB0D-989AB19BD28A}" dt="2026-02-26T23:35:24.998" v="43" actId="26606"/>
          <ac:spMkLst>
            <pc:docMk/>
            <pc:sldMk cId="1301362715" sldId="492"/>
            <ac:spMk id="20" creationId="{3E20E404-0173-46F6-9DC4-C960A5778302}"/>
          </ac:spMkLst>
        </pc:spChg>
        <pc:spChg chg="add">
          <ac:chgData name="Esther McCartney" userId="003ee287-b963-4216-80c2-e989f2d52a36" providerId="ADAL" clId="{60D34955-58AA-448D-AB0D-989AB19BD28A}" dt="2026-02-26T23:35:24.998" v="43" actId="26606"/>
          <ac:spMkLst>
            <pc:docMk/>
            <pc:sldMk cId="1301362715" sldId="492"/>
            <ac:spMk id="22" creationId="{B219AE65-9B94-44EA-BEF3-EF4BFA169C81}"/>
          </ac:spMkLst>
        </pc:spChg>
        <pc:spChg chg="add">
          <ac:chgData name="Esther McCartney" userId="003ee287-b963-4216-80c2-e989f2d52a36" providerId="ADAL" clId="{60D34955-58AA-448D-AB0D-989AB19BD28A}" dt="2026-02-26T23:35:24.998" v="43" actId="26606"/>
          <ac:spMkLst>
            <pc:docMk/>
            <pc:sldMk cId="1301362715" sldId="492"/>
            <ac:spMk id="24" creationId="{F0C81A57-9CD5-461B-8FFE-4A8CB6CFBE01}"/>
          </ac:spMkLst>
        </pc:spChg>
        <pc:grpChg chg="add">
          <ac:chgData name="Esther McCartney" userId="003ee287-b963-4216-80c2-e989f2d52a36" providerId="ADAL" clId="{60D34955-58AA-448D-AB0D-989AB19BD28A}" dt="2026-02-26T23:35:24.998" v="43" actId="26606"/>
          <ac:grpSpMkLst>
            <pc:docMk/>
            <pc:sldMk cId="1301362715" sldId="492"/>
            <ac:grpSpMk id="11" creationId="{C8E92A9B-56BB-484E-A885-6FF999C15FE7}"/>
          </ac:grpSpMkLst>
        </pc:grpChg>
        <pc:grpChg chg="add">
          <ac:chgData name="Esther McCartney" userId="003ee287-b963-4216-80c2-e989f2d52a36" providerId="ADAL" clId="{60D34955-58AA-448D-AB0D-989AB19BD28A}" dt="2026-02-26T23:35:24.998" v="43" actId="26606"/>
          <ac:grpSpMkLst>
            <pc:docMk/>
            <pc:sldMk cId="1301362715" sldId="492"/>
            <ac:grpSpMk id="26" creationId="{3086C462-37F4-494D-8292-CCB95221CC1A}"/>
          </ac:grpSpMkLst>
        </pc:grpChg>
        <pc:cxnChg chg="add">
          <ac:chgData name="Esther McCartney" userId="003ee287-b963-4216-80c2-e989f2d52a36" providerId="ADAL" clId="{60D34955-58AA-448D-AB0D-989AB19BD28A}" dt="2026-02-26T23:35:24.998" v="43" actId="26606"/>
          <ac:cxnSpMkLst>
            <pc:docMk/>
            <pc:sldMk cId="1301362715" sldId="492"/>
            <ac:cxnSpMk id="30" creationId="{AD23B2CD-009B-425A-9616-1E1AD1D5AB46}"/>
          </ac:cxnSpMkLst>
        </pc:cxnChg>
      </pc:sldChg>
      <pc:sldChg chg="addSp modSp mod setBg">
        <pc:chgData name="Esther McCartney" userId="003ee287-b963-4216-80c2-e989f2d52a36" providerId="ADAL" clId="{60D34955-58AA-448D-AB0D-989AB19BD28A}" dt="2026-02-26T23:35:39.558" v="60" actId="20577"/>
        <pc:sldMkLst>
          <pc:docMk/>
          <pc:sldMk cId="4065118982" sldId="493"/>
        </pc:sldMkLst>
        <pc:spChg chg="mod">
          <ac:chgData name="Esther McCartney" userId="003ee287-b963-4216-80c2-e989f2d52a36" providerId="ADAL" clId="{60D34955-58AA-448D-AB0D-989AB19BD28A}" dt="2026-02-26T23:35:35.492" v="52" actId="26606"/>
          <ac:spMkLst>
            <pc:docMk/>
            <pc:sldMk cId="4065118982" sldId="493"/>
            <ac:spMk id="3" creationId="{3E735150-9828-4453-F8F1-B7371D749792}"/>
          </ac:spMkLst>
        </pc:spChg>
        <pc:spChg chg="mod">
          <ac:chgData name="Esther McCartney" userId="003ee287-b963-4216-80c2-e989f2d52a36" providerId="ADAL" clId="{60D34955-58AA-448D-AB0D-989AB19BD28A}" dt="2026-02-26T23:35:39.558" v="60" actId="20577"/>
          <ac:spMkLst>
            <pc:docMk/>
            <pc:sldMk cId="4065118982" sldId="493"/>
            <ac:spMk id="6" creationId="{9D81D9B5-B3AD-C56A-7714-EA8E7E9498E7}"/>
          </ac:spMkLst>
        </pc:spChg>
        <pc:spChg chg="add">
          <ac:chgData name="Esther McCartney" userId="003ee287-b963-4216-80c2-e989f2d52a36" providerId="ADAL" clId="{60D34955-58AA-448D-AB0D-989AB19BD28A}" dt="2026-02-26T23:35:35.492" v="52" actId="26606"/>
          <ac:spMkLst>
            <pc:docMk/>
            <pc:sldMk cId="4065118982" sldId="493"/>
            <ac:spMk id="20" creationId="{3E20E404-0173-46F6-9DC4-C960A5778302}"/>
          </ac:spMkLst>
        </pc:spChg>
        <pc:spChg chg="add">
          <ac:chgData name="Esther McCartney" userId="003ee287-b963-4216-80c2-e989f2d52a36" providerId="ADAL" clId="{60D34955-58AA-448D-AB0D-989AB19BD28A}" dt="2026-02-26T23:35:35.492" v="52" actId="26606"/>
          <ac:spMkLst>
            <pc:docMk/>
            <pc:sldMk cId="4065118982" sldId="493"/>
            <ac:spMk id="22" creationId="{B219AE65-9B94-44EA-BEF3-EF4BFA169C81}"/>
          </ac:spMkLst>
        </pc:spChg>
        <pc:spChg chg="add">
          <ac:chgData name="Esther McCartney" userId="003ee287-b963-4216-80c2-e989f2d52a36" providerId="ADAL" clId="{60D34955-58AA-448D-AB0D-989AB19BD28A}" dt="2026-02-26T23:35:35.492" v="52" actId="26606"/>
          <ac:spMkLst>
            <pc:docMk/>
            <pc:sldMk cId="4065118982" sldId="493"/>
            <ac:spMk id="24" creationId="{F0C81A57-9CD5-461B-8FFE-4A8CB6CFBE01}"/>
          </ac:spMkLst>
        </pc:spChg>
        <pc:grpChg chg="add">
          <ac:chgData name="Esther McCartney" userId="003ee287-b963-4216-80c2-e989f2d52a36" providerId="ADAL" clId="{60D34955-58AA-448D-AB0D-989AB19BD28A}" dt="2026-02-26T23:35:35.492" v="52" actId="26606"/>
          <ac:grpSpMkLst>
            <pc:docMk/>
            <pc:sldMk cId="4065118982" sldId="493"/>
            <ac:grpSpMk id="11" creationId="{C8E92A9B-56BB-484E-A885-6FF999C15FE7}"/>
          </ac:grpSpMkLst>
        </pc:grpChg>
        <pc:grpChg chg="add">
          <ac:chgData name="Esther McCartney" userId="003ee287-b963-4216-80c2-e989f2d52a36" providerId="ADAL" clId="{60D34955-58AA-448D-AB0D-989AB19BD28A}" dt="2026-02-26T23:35:35.492" v="52" actId="26606"/>
          <ac:grpSpMkLst>
            <pc:docMk/>
            <pc:sldMk cId="4065118982" sldId="493"/>
            <ac:grpSpMk id="26" creationId="{3086C462-37F4-494D-8292-CCB95221CC1A}"/>
          </ac:grpSpMkLst>
        </pc:grpChg>
        <pc:cxnChg chg="add">
          <ac:chgData name="Esther McCartney" userId="003ee287-b963-4216-80c2-e989f2d52a36" providerId="ADAL" clId="{60D34955-58AA-448D-AB0D-989AB19BD28A}" dt="2026-02-26T23:35:35.492" v="52" actId="26606"/>
          <ac:cxnSpMkLst>
            <pc:docMk/>
            <pc:sldMk cId="4065118982" sldId="493"/>
            <ac:cxnSpMk id="30" creationId="{AD23B2CD-009B-425A-9616-1E1AD1D5AB46}"/>
          </ac:cxnSpMkLst>
        </pc:cxnChg>
      </pc:sldChg>
      <pc:sldChg chg="addSp modSp mod setBg">
        <pc:chgData name="Esther McCartney" userId="003ee287-b963-4216-80c2-e989f2d52a36" providerId="ADAL" clId="{60D34955-58AA-448D-AB0D-989AB19BD28A}" dt="2026-02-26T23:35:59.984" v="66" actId="26606"/>
        <pc:sldMkLst>
          <pc:docMk/>
          <pc:sldMk cId="2585748917" sldId="494"/>
        </pc:sldMkLst>
        <pc:spChg chg="mod">
          <ac:chgData name="Esther McCartney" userId="003ee287-b963-4216-80c2-e989f2d52a36" providerId="ADAL" clId="{60D34955-58AA-448D-AB0D-989AB19BD28A}" dt="2026-02-26T23:35:59.984" v="66" actId="26606"/>
          <ac:spMkLst>
            <pc:docMk/>
            <pc:sldMk cId="2585748917" sldId="494"/>
            <ac:spMk id="3" creationId="{3E735150-9828-4453-F8F1-B7371D749792}"/>
          </ac:spMkLst>
        </pc:spChg>
        <pc:spChg chg="mod">
          <ac:chgData name="Esther McCartney" userId="003ee287-b963-4216-80c2-e989f2d52a36" providerId="ADAL" clId="{60D34955-58AA-448D-AB0D-989AB19BD28A}" dt="2026-02-26T23:35:59.984" v="66" actId="26606"/>
          <ac:spMkLst>
            <pc:docMk/>
            <pc:sldMk cId="2585748917" sldId="494"/>
            <ac:spMk id="6" creationId="{9D81D9B5-B3AD-C56A-7714-EA8E7E9498E7}"/>
          </ac:spMkLst>
        </pc:spChg>
        <pc:spChg chg="add">
          <ac:chgData name="Esther McCartney" userId="003ee287-b963-4216-80c2-e989f2d52a36" providerId="ADAL" clId="{60D34955-58AA-448D-AB0D-989AB19BD28A}" dt="2026-02-26T23:35:59.984" v="66" actId="26606"/>
          <ac:spMkLst>
            <pc:docMk/>
            <pc:sldMk cId="2585748917" sldId="494"/>
            <ac:spMk id="20" creationId="{3E20E404-0173-46F6-9DC4-C960A5778302}"/>
          </ac:spMkLst>
        </pc:spChg>
        <pc:spChg chg="add">
          <ac:chgData name="Esther McCartney" userId="003ee287-b963-4216-80c2-e989f2d52a36" providerId="ADAL" clId="{60D34955-58AA-448D-AB0D-989AB19BD28A}" dt="2026-02-26T23:35:59.984" v="66" actId="26606"/>
          <ac:spMkLst>
            <pc:docMk/>
            <pc:sldMk cId="2585748917" sldId="494"/>
            <ac:spMk id="22" creationId="{B219AE65-9B94-44EA-BEF3-EF4BFA169C81}"/>
          </ac:spMkLst>
        </pc:spChg>
        <pc:spChg chg="add">
          <ac:chgData name="Esther McCartney" userId="003ee287-b963-4216-80c2-e989f2d52a36" providerId="ADAL" clId="{60D34955-58AA-448D-AB0D-989AB19BD28A}" dt="2026-02-26T23:35:59.984" v="66" actId="26606"/>
          <ac:spMkLst>
            <pc:docMk/>
            <pc:sldMk cId="2585748917" sldId="494"/>
            <ac:spMk id="24" creationId="{F0C81A57-9CD5-461B-8FFE-4A8CB6CFBE01}"/>
          </ac:spMkLst>
        </pc:spChg>
        <pc:grpChg chg="add">
          <ac:chgData name="Esther McCartney" userId="003ee287-b963-4216-80c2-e989f2d52a36" providerId="ADAL" clId="{60D34955-58AA-448D-AB0D-989AB19BD28A}" dt="2026-02-26T23:35:59.984" v="66" actId="26606"/>
          <ac:grpSpMkLst>
            <pc:docMk/>
            <pc:sldMk cId="2585748917" sldId="494"/>
            <ac:grpSpMk id="11" creationId="{C8E92A9B-56BB-484E-A885-6FF999C15FE7}"/>
          </ac:grpSpMkLst>
        </pc:grpChg>
        <pc:grpChg chg="add">
          <ac:chgData name="Esther McCartney" userId="003ee287-b963-4216-80c2-e989f2d52a36" providerId="ADAL" clId="{60D34955-58AA-448D-AB0D-989AB19BD28A}" dt="2026-02-26T23:35:59.984" v="66" actId="26606"/>
          <ac:grpSpMkLst>
            <pc:docMk/>
            <pc:sldMk cId="2585748917" sldId="494"/>
            <ac:grpSpMk id="26" creationId="{3086C462-37F4-494D-8292-CCB95221CC1A}"/>
          </ac:grpSpMkLst>
        </pc:grpChg>
        <pc:cxnChg chg="add">
          <ac:chgData name="Esther McCartney" userId="003ee287-b963-4216-80c2-e989f2d52a36" providerId="ADAL" clId="{60D34955-58AA-448D-AB0D-989AB19BD28A}" dt="2026-02-26T23:35:59.984" v="66" actId="26606"/>
          <ac:cxnSpMkLst>
            <pc:docMk/>
            <pc:sldMk cId="2585748917" sldId="494"/>
            <ac:cxnSpMk id="30" creationId="{AD23B2CD-009B-425A-9616-1E1AD1D5AB46}"/>
          </ac:cxnSpMkLst>
        </pc:cxnChg>
      </pc:sldChg>
      <pc:sldChg chg="addSp modSp mod setBg">
        <pc:chgData name="Esther McCartney" userId="003ee287-b963-4216-80c2-e989f2d52a36" providerId="ADAL" clId="{60D34955-58AA-448D-AB0D-989AB19BD28A}" dt="2026-02-26T23:36:07.725" v="67" actId="26606"/>
        <pc:sldMkLst>
          <pc:docMk/>
          <pc:sldMk cId="147657423" sldId="495"/>
        </pc:sldMkLst>
        <pc:spChg chg="mod">
          <ac:chgData name="Esther McCartney" userId="003ee287-b963-4216-80c2-e989f2d52a36" providerId="ADAL" clId="{60D34955-58AA-448D-AB0D-989AB19BD28A}" dt="2026-02-26T23:36:07.725" v="67" actId="26606"/>
          <ac:spMkLst>
            <pc:docMk/>
            <pc:sldMk cId="147657423" sldId="495"/>
            <ac:spMk id="3" creationId="{3E735150-9828-4453-F8F1-B7371D749792}"/>
          </ac:spMkLst>
        </pc:spChg>
        <pc:spChg chg="mod">
          <ac:chgData name="Esther McCartney" userId="003ee287-b963-4216-80c2-e989f2d52a36" providerId="ADAL" clId="{60D34955-58AA-448D-AB0D-989AB19BD28A}" dt="2026-02-26T23:36:07.725" v="67" actId="26606"/>
          <ac:spMkLst>
            <pc:docMk/>
            <pc:sldMk cId="147657423" sldId="495"/>
            <ac:spMk id="6" creationId="{9D81D9B5-B3AD-C56A-7714-EA8E7E9498E7}"/>
          </ac:spMkLst>
        </pc:spChg>
        <pc:spChg chg="add">
          <ac:chgData name="Esther McCartney" userId="003ee287-b963-4216-80c2-e989f2d52a36" providerId="ADAL" clId="{60D34955-58AA-448D-AB0D-989AB19BD28A}" dt="2026-02-26T23:36:07.725" v="67" actId="26606"/>
          <ac:spMkLst>
            <pc:docMk/>
            <pc:sldMk cId="147657423" sldId="495"/>
            <ac:spMk id="20" creationId="{3E20E404-0173-46F6-9DC4-C960A5778302}"/>
          </ac:spMkLst>
        </pc:spChg>
        <pc:spChg chg="add">
          <ac:chgData name="Esther McCartney" userId="003ee287-b963-4216-80c2-e989f2d52a36" providerId="ADAL" clId="{60D34955-58AA-448D-AB0D-989AB19BD28A}" dt="2026-02-26T23:36:07.725" v="67" actId="26606"/>
          <ac:spMkLst>
            <pc:docMk/>
            <pc:sldMk cId="147657423" sldId="495"/>
            <ac:spMk id="22" creationId="{B219AE65-9B94-44EA-BEF3-EF4BFA169C81}"/>
          </ac:spMkLst>
        </pc:spChg>
        <pc:spChg chg="add">
          <ac:chgData name="Esther McCartney" userId="003ee287-b963-4216-80c2-e989f2d52a36" providerId="ADAL" clId="{60D34955-58AA-448D-AB0D-989AB19BD28A}" dt="2026-02-26T23:36:07.725" v="67" actId="26606"/>
          <ac:spMkLst>
            <pc:docMk/>
            <pc:sldMk cId="147657423" sldId="495"/>
            <ac:spMk id="24" creationId="{F0C81A57-9CD5-461B-8FFE-4A8CB6CFBE01}"/>
          </ac:spMkLst>
        </pc:spChg>
        <pc:grpChg chg="add">
          <ac:chgData name="Esther McCartney" userId="003ee287-b963-4216-80c2-e989f2d52a36" providerId="ADAL" clId="{60D34955-58AA-448D-AB0D-989AB19BD28A}" dt="2026-02-26T23:36:07.725" v="67" actId="26606"/>
          <ac:grpSpMkLst>
            <pc:docMk/>
            <pc:sldMk cId="147657423" sldId="495"/>
            <ac:grpSpMk id="11" creationId="{C8E92A9B-56BB-484E-A885-6FF999C15FE7}"/>
          </ac:grpSpMkLst>
        </pc:grpChg>
        <pc:grpChg chg="add">
          <ac:chgData name="Esther McCartney" userId="003ee287-b963-4216-80c2-e989f2d52a36" providerId="ADAL" clId="{60D34955-58AA-448D-AB0D-989AB19BD28A}" dt="2026-02-26T23:36:07.725" v="67" actId="26606"/>
          <ac:grpSpMkLst>
            <pc:docMk/>
            <pc:sldMk cId="147657423" sldId="495"/>
            <ac:grpSpMk id="26" creationId="{3086C462-37F4-494D-8292-CCB95221CC1A}"/>
          </ac:grpSpMkLst>
        </pc:grpChg>
        <pc:cxnChg chg="add">
          <ac:chgData name="Esther McCartney" userId="003ee287-b963-4216-80c2-e989f2d52a36" providerId="ADAL" clId="{60D34955-58AA-448D-AB0D-989AB19BD28A}" dt="2026-02-26T23:36:07.725" v="67" actId="26606"/>
          <ac:cxnSpMkLst>
            <pc:docMk/>
            <pc:sldMk cId="147657423" sldId="495"/>
            <ac:cxnSpMk id="30" creationId="{AD23B2CD-009B-425A-9616-1E1AD1D5AB46}"/>
          </ac:cxnSpMkLst>
        </pc:cxnChg>
      </pc:sldChg>
      <pc:sldChg chg="addSp modSp mod setBg">
        <pc:chgData name="Esther McCartney" userId="003ee287-b963-4216-80c2-e989f2d52a36" providerId="ADAL" clId="{60D34955-58AA-448D-AB0D-989AB19BD28A}" dt="2026-02-26T23:36:17.797" v="69" actId="26606"/>
        <pc:sldMkLst>
          <pc:docMk/>
          <pc:sldMk cId="4184839835" sldId="496"/>
        </pc:sldMkLst>
        <pc:spChg chg="mod">
          <ac:chgData name="Esther McCartney" userId="003ee287-b963-4216-80c2-e989f2d52a36" providerId="ADAL" clId="{60D34955-58AA-448D-AB0D-989AB19BD28A}" dt="2026-02-26T23:36:17.797" v="69" actId="26606"/>
          <ac:spMkLst>
            <pc:docMk/>
            <pc:sldMk cId="4184839835" sldId="496"/>
            <ac:spMk id="3" creationId="{3E735150-9828-4453-F8F1-B7371D749792}"/>
          </ac:spMkLst>
        </pc:spChg>
        <pc:spChg chg="mod">
          <ac:chgData name="Esther McCartney" userId="003ee287-b963-4216-80c2-e989f2d52a36" providerId="ADAL" clId="{60D34955-58AA-448D-AB0D-989AB19BD28A}" dt="2026-02-26T23:36:17.797" v="69" actId="26606"/>
          <ac:spMkLst>
            <pc:docMk/>
            <pc:sldMk cId="4184839835" sldId="496"/>
            <ac:spMk id="6" creationId="{9D81D9B5-B3AD-C56A-7714-EA8E7E9498E7}"/>
          </ac:spMkLst>
        </pc:spChg>
        <pc:spChg chg="add">
          <ac:chgData name="Esther McCartney" userId="003ee287-b963-4216-80c2-e989f2d52a36" providerId="ADAL" clId="{60D34955-58AA-448D-AB0D-989AB19BD28A}" dt="2026-02-26T23:36:17.797" v="69" actId="26606"/>
          <ac:spMkLst>
            <pc:docMk/>
            <pc:sldMk cId="4184839835" sldId="496"/>
            <ac:spMk id="20" creationId="{3E20E404-0173-46F6-9DC4-C960A5778302}"/>
          </ac:spMkLst>
        </pc:spChg>
        <pc:spChg chg="add">
          <ac:chgData name="Esther McCartney" userId="003ee287-b963-4216-80c2-e989f2d52a36" providerId="ADAL" clId="{60D34955-58AA-448D-AB0D-989AB19BD28A}" dt="2026-02-26T23:36:17.797" v="69" actId="26606"/>
          <ac:spMkLst>
            <pc:docMk/>
            <pc:sldMk cId="4184839835" sldId="496"/>
            <ac:spMk id="22" creationId="{B219AE65-9B94-44EA-BEF3-EF4BFA169C81}"/>
          </ac:spMkLst>
        </pc:spChg>
        <pc:spChg chg="add">
          <ac:chgData name="Esther McCartney" userId="003ee287-b963-4216-80c2-e989f2d52a36" providerId="ADAL" clId="{60D34955-58AA-448D-AB0D-989AB19BD28A}" dt="2026-02-26T23:36:17.797" v="69" actId="26606"/>
          <ac:spMkLst>
            <pc:docMk/>
            <pc:sldMk cId="4184839835" sldId="496"/>
            <ac:spMk id="24" creationId="{F0C81A57-9CD5-461B-8FFE-4A8CB6CFBE01}"/>
          </ac:spMkLst>
        </pc:spChg>
        <pc:grpChg chg="add">
          <ac:chgData name="Esther McCartney" userId="003ee287-b963-4216-80c2-e989f2d52a36" providerId="ADAL" clId="{60D34955-58AA-448D-AB0D-989AB19BD28A}" dt="2026-02-26T23:36:17.797" v="69" actId="26606"/>
          <ac:grpSpMkLst>
            <pc:docMk/>
            <pc:sldMk cId="4184839835" sldId="496"/>
            <ac:grpSpMk id="11" creationId="{C8E92A9B-56BB-484E-A885-6FF999C15FE7}"/>
          </ac:grpSpMkLst>
        </pc:grpChg>
        <pc:grpChg chg="add">
          <ac:chgData name="Esther McCartney" userId="003ee287-b963-4216-80c2-e989f2d52a36" providerId="ADAL" clId="{60D34955-58AA-448D-AB0D-989AB19BD28A}" dt="2026-02-26T23:36:17.797" v="69" actId="26606"/>
          <ac:grpSpMkLst>
            <pc:docMk/>
            <pc:sldMk cId="4184839835" sldId="496"/>
            <ac:grpSpMk id="26" creationId="{3086C462-37F4-494D-8292-CCB95221CC1A}"/>
          </ac:grpSpMkLst>
        </pc:grpChg>
        <pc:cxnChg chg="add">
          <ac:chgData name="Esther McCartney" userId="003ee287-b963-4216-80c2-e989f2d52a36" providerId="ADAL" clId="{60D34955-58AA-448D-AB0D-989AB19BD28A}" dt="2026-02-26T23:36:17.797" v="69" actId="26606"/>
          <ac:cxnSpMkLst>
            <pc:docMk/>
            <pc:sldMk cId="4184839835" sldId="496"/>
            <ac:cxnSpMk id="30" creationId="{AD23B2CD-009B-425A-9616-1E1AD1D5AB46}"/>
          </ac:cxnSpMkLst>
        </pc:cxnChg>
      </pc:sldChg>
      <pc:sldChg chg="addSp modSp mod setBg">
        <pc:chgData name="Esther McCartney" userId="003ee287-b963-4216-80c2-e989f2d52a36" providerId="ADAL" clId="{60D34955-58AA-448D-AB0D-989AB19BD28A}" dt="2026-02-26T23:36:23.881" v="70" actId="26606"/>
        <pc:sldMkLst>
          <pc:docMk/>
          <pc:sldMk cId="3790678583" sldId="497"/>
        </pc:sldMkLst>
        <pc:spChg chg="mod">
          <ac:chgData name="Esther McCartney" userId="003ee287-b963-4216-80c2-e989f2d52a36" providerId="ADAL" clId="{60D34955-58AA-448D-AB0D-989AB19BD28A}" dt="2026-02-26T23:36:23.881" v="70" actId="26606"/>
          <ac:spMkLst>
            <pc:docMk/>
            <pc:sldMk cId="3790678583" sldId="497"/>
            <ac:spMk id="3" creationId="{3E735150-9828-4453-F8F1-B7371D749792}"/>
          </ac:spMkLst>
        </pc:spChg>
        <pc:spChg chg="mod">
          <ac:chgData name="Esther McCartney" userId="003ee287-b963-4216-80c2-e989f2d52a36" providerId="ADAL" clId="{60D34955-58AA-448D-AB0D-989AB19BD28A}" dt="2026-02-26T23:36:23.881" v="70" actId="26606"/>
          <ac:spMkLst>
            <pc:docMk/>
            <pc:sldMk cId="3790678583" sldId="497"/>
            <ac:spMk id="6" creationId="{9D81D9B5-B3AD-C56A-7714-EA8E7E9498E7}"/>
          </ac:spMkLst>
        </pc:spChg>
        <pc:spChg chg="add">
          <ac:chgData name="Esther McCartney" userId="003ee287-b963-4216-80c2-e989f2d52a36" providerId="ADAL" clId="{60D34955-58AA-448D-AB0D-989AB19BD28A}" dt="2026-02-26T23:36:23.881" v="70" actId="26606"/>
          <ac:spMkLst>
            <pc:docMk/>
            <pc:sldMk cId="3790678583" sldId="497"/>
            <ac:spMk id="20" creationId="{3E20E404-0173-46F6-9DC4-C960A5778302}"/>
          </ac:spMkLst>
        </pc:spChg>
        <pc:spChg chg="add">
          <ac:chgData name="Esther McCartney" userId="003ee287-b963-4216-80c2-e989f2d52a36" providerId="ADAL" clId="{60D34955-58AA-448D-AB0D-989AB19BD28A}" dt="2026-02-26T23:36:23.881" v="70" actId="26606"/>
          <ac:spMkLst>
            <pc:docMk/>
            <pc:sldMk cId="3790678583" sldId="497"/>
            <ac:spMk id="22" creationId="{712E451E-151A-4910-BF41-6A040B65982B}"/>
          </ac:spMkLst>
        </pc:spChg>
        <pc:spChg chg="add">
          <ac:chgData name="Esther McCartney" userId="003ee287-b963-4216-80c2-e989f2d52a36" providerId="ADAL" clId="{60D34955-58AA-448D-AB0D-989AB19BD28A}" dt="2026-02-26T23:36:23.881" v="70" actId="26606"/>
          <ac:spMkLst>
            <pc:docMk/>
            <pc:sldMk cId="3790678583" sldId="497"/>
            <ac:spMk id="24" creationId="{C296EFE4-A70C-4388-9A15-3F657B6615FD}"/>
          </ac:spMkLst>
        </pc:spChg>
        <pc:spChg chg="add">
          <ac:chgData name="Esther McCartney" userId="003ee287-b963-4216-80c2-e989f2d52a36" providerId="ADAL" clId="{60D34955-58AA-448D-AB0D-989AB19BD28A}" dt="2026-02-26T23:36:23.881" v="70" actId="26606"/>
          <ac:spMkLst>
            <pc:docMk/>
            <pc:sldMk cId="3790678583" sldId="497"/>
            <ac:spMk id="26" creationId="{425EBAFC-9388-432A-BCFD-EEA2F410D8EC}"/>
          </ac:spMkLst>
        </pc:spChg>
        <pc:grpChg chg="add">
          <ac:chgData name="Esther McCartney" userId="003ee287-b963-4216-80c2-e989f2d52a36" providerId="ADAL" clId="{60D34955-58AA-448D-AB0D-989AB19BD28A}" dt="2026-02-26T23:36:23.881" v="70" actId="26606"/>
          <ac:grpSpMkLst>
            <pc:docMk/>
            <pc:sldMk cId="3790678583" sldId="497"/>
            <ac:grpSpMk id="11" creationId="{C8E92A9B-56BB-484E-A885-6FF999C15FE7}"/>
          </ac:grpSpMkLst>
        </pc:grpChg>
      </pc:sldChg>
      <pc:sldChg chg="addSp modSp mod setBg">
        <pc:chgData name="Esther McCartney" userId="003ee287-b963-4216-80c2-e989f2d52a36" providerId="ADAL" clId="{60D34955-58AA-448D-AB0D-989AB19BD28A}" dt="2026-02-26T23:41:54.641" v="148" actId="26606"/>
        <pc:sldMkLst>
          <pc:docMk/>
          <pc:sldMk cId="2718408003" sldId="498"/>
        </pc:sldMkLst>
        <pc:spChg chg="mod">
          <ac:chgData name="Esther McCartney" userId="003ee287-b963-4216-80c2-e989f2d52a36" providerId="ADAL" clId="{60D34955-58AA-448D-AB0D-989AB19BD28A}" dt="2026-02-26T23:41:54.641" v="148" actId="26606"/>
          <ac:spMkLst>
            <pc:docMk/>
            <pc:sldMk cId="2718408003" sldId="498"/>
            <ac:spMk id="3" creationId="{3E735150-9828-4453-F8F1-B7371D749792}"/>
          </ac:spMkLst>
        </pc:spChg>
        <pc:spChg chg="mod">
          <ac:chgData name="Esther McCartney" userId="003ee287-b963-4216-80c2-e989f2d52a36" providerId="ADAL" clId="{60D34955-58AA-448D-AB0D-989AB19BD28A}" dt="2026-02-26T23:41:54.641" v="148" actId="26606"/>
          <ac:spMkLst>
            <pc:docMk/>
            <pc:sldMk cId="2718408003" sldId="498"/>
            <ac:spMk id="6" creationId="{9D81D9B5-B3AD-C56A-7714-EA8E7E9498E7}"/>
          </ac:spMkLst>
        </pc:spChg>
        <pc:spChg chg="add">
          <ac:chgData name="Esther McCartney" userId="003ee287-b963-4216-80c2-e989f2d52a36" providerId="ADAL" clId="{60D34955-58AA-448D-AB0D-989AB19BD28A}" dt="2026-02-26T23:41:54.641" v="148" actId="26606"/>
          <ac:spMkLst>
            <pc:docMk/>
            <pc:sldMk cId="2718408003" sldId="498"/>
            <ac:spMk id="20" creationId="{3E20E404-0173-46F6-9DC4-C960A5778302}"/>
          </ac:spMkLst>
        </pc:spChg>
        <pc:spChg chg="add">
          <ac:chgData name="Esther McCartney" userId="003ee287-b963-4216-80c2-e989f2d52a36" providerId="ADAL" clId="{60D34955-58AA-448D-AB0D-989AB19BD28A}" dt="2026-02-26T23:41:54.641" v="148" actId="26606"/>
          <ac:spMkLst>
            <pc:docMk/>
            <pc:sldMk cId="2718408003" sldId="498"/>
            <ac:spMk id="22" creationId="{B219AE65-9B94-44EA-BEF3-EF4BFA169C81}"/>
          </ac:spMkLst>
        </pc:spChg>
        <pc:spChg chg="add">
          <ac:chgData name="Esther McCartney" userId="003ee287-b963-4216-80c2-e989f2d52a36" providerId="ADAL" clId="{60D34955-58AA-448D-AB0D-989AB19BD28A}" dt="2026-02-26T23:41:54.641" v="148" actId="26606"/>
          <ac:spMkLst>
            <pc:docMk/>
            <pc:sldMk cId="2718408003" sldId="498"/>
            <ac:spMk id="24" creationId="{F0C81A57-9CD5-461B-8FFE-4A8CB6CFBE01}"/>
          </ac:spMkLst>
        </pc:spChg>
        <pc:grpChg chg="add">
          <ac:chgData name="Esther McCartney" userId="003ee287-b963-4216-80c2-e989f2d52a36" providerId="ADAL" clId="{60D34955-58AA-448D-AB0D-989AB19BD28A}" dt="2026-02-26T23:41:54.641" v="148" actId="26606"/>
          <ac:grpSpMkLst>
            <pc:docMk/>
            <pc:sldMk cId="2718408003" sldId="498"/>
            <ac:grpSpMk id="11" creationId="{C8E92A9B-56BB-484E-A885-6FF999C15FE7}"/>
          </ac:grpSpMkLst>
        </pc:grpChg>
        <pc:grpChg chg="add">
          <ac:chgData name="Esther McCartney" userId="003ee287-b963-4216-80c2-e989f2d52a36" providerId="ADAL" clId="{60D34955-58AA-448D-AB0D-989AB19BD28A}" dt="2026-02-26T23:41:54.641" v="148" actId="26606"/>
          <ac:grpSpMkLst>
            <pc:docMk/>
            <pc:sldMk cId="2718408003" sldId="498"/>
            <ac:grpSpMk id="26" creationId="{3086C462-37F4-494D-8292-CCB95221CC1A}"/>
          </ac:grpSpMkLst>
        </pc:grpChg>
        <pc:cxnChg chg="add">
          <ac:chgData name="Esther McCartney" userId="003ee287-b963-4216-80c2-e989f2d52a36" providerId="ADAL" clId="{60D34955-58AA-448D-AB0D-989AB19BD28A}" dt="2026-02-26T23:41:54.641" v="148" actId="26606"/>
          <ac:cxnSpMkLst>
            <pc:docMk/>
            <pc:sldMk cId="2718408003" sldId="498"/>
            <ac:cxnSpMk id="30" creationId="{AD23B2CD-009B-425A-9616-1E1AD1D5AB46}"/>
          </ac:cxnSpMkLst>
        </pc:cxnChg>
      </pc:sldChg>
      <pc:sldChg chg="addSp modSp mod setBg">
        <pc:chgData name="Esther McCartney" userId="003ee287-b963-4216-80c2-e989f2d52a36" providerId="ADAL" clId="{60D34955-58AA-448D-AB0D-989AB19BD28A}" dt="2026-02-26T23:42:03.463" v="150" actId="26606"/>
        <pc:sldMkLst>
          <pc:docMk/>
          <pc:sldMk cId="190949344" sldId="499"/>
        </pc:sldMkLst>
        <pc:spChg chg="mod">
          <ac:chgData name="Esther McCartney" userId="003ee287-b963-4216-80c2-e989f2d52a36" providerId="ADAL" clId="{60D34955-58AA-448D-AB0D-989AB19BD28A}" dt="2026-02-26T23:42:03.463" v="150" actId="26606"/>
          <ac:spMkLst>
            <pc:docMk/>
            <pc:sldMk cId="190949344" sldId="499"/>
            <ac:spMk id="3" creationId="{3E735150-9828-4453-F8F1-B7371D749792}"/>
          </ac:spMkLst>
        </pc:spChg>
        <pc:spChg chg="mod">
          <ac:chgData name="Esther McCartney" userId="003ee287-b963-4216-80c2-e989f2d52a36" providerId="ADAL" clId="{60D34955-58AA-448D-AB0D-989AB19BD28A}" dt="2026-02-26T23:42:03.463" v="150" actId="26606"/>
          <ac:spMkLst>
            <pc:docMk/>
            <pc:sldMk cId="190949344" sldId="499"/>
            <ac:spMk id="6" creationId="{9D81D9B5-B3AD-C56A-7714-EA8E7E9498E7}"/>
          </ac:spMkLst>
        </pc:spChg>
        <pc:spChg chg="add">
          <ac:chgData name="Esther McCartney" userId="003ee287-b963-4216-80c2-e989f2d52a36" providerId="ADAL" clId="{60D34955-58AA-448D-AB0D-989AB19BD28A}" dt="2026-02-26T23:42:03.463" v="150" actId="26606"/>
          <ac:spMkLst>
            <pc:docMk/>
            <pc:sldMk cId="190949344" sldId="499"/>
            <ac:spMk id="20" creationId="{3E20E404-0173-46F6-9DC4-C960A5778302}"/>
          </ac:spMkLst>
        </pc:spChg>
        <pc:spChg chg="add">
          <ac:chgData name="Esther McCartney" userId="003ee287-b963-4216-80c2-e989f2d52a36" providerId="ADAL" clId="{60D34955-58AA-448D-AB0D-989AB19BD28A}" dt="2026-02-26T23:42:03.463" v="150" actId="26606"/>
          <ac:spMkLst>
            <pc:docMk/>
            <pc:sldMk cId="190949344" sldId="499"/>
            <ac:spMk id="22" creationId="{B219AE65-9B94-44EA-BEF3-EF4BFA169C81}"/>
          </ac:spMkLst>
        </pc:spChg>
        <pc:spChg chg="add">
          <ac:chgData name="Esther McCartney" userId="003ee287-b963-4216-80c2-e989f2d52a36" providerId="ADAL" clId="{60D34955-58AA-448D-AB0D-989AB19BD28A}" dt="2026-02-26T23:42:03.463" v="150" actId="26606"/>
          <ac:spMkLst>
            <pc:docMk/>
            <pc:sldMk cId="190949344" sldId="499"/>
            <ac:spMk id="24" creationId="{F0C81A57-9CD5-461B-8FFE-4A8CB6CFBE01}"/>
          </ac:spMkLst>
        </pc:spChg>
        <pc:grpChg chg="add">
          <ac:chgData name="Esther McCartney" userId="003ee287-b963-4216-80c2-e989f2d52a36" providerId="ADAL" clId="{60D34955-58AA-448D-AB0D-989AB19BD28A}" dt="2026-02-26T23:42:03.463" v="150" actId="26606"/>
          <ac:grpSpMkLst>
            <pc:docMk/>
            <pc:sldMk cId="190949344" sldId="499"/>
            <ac:grpSpMk id="11" creationId="{C8E92A9B-56BB-484E-A885-6FF999C15FE7}"/>
          </ac:grpSpMkLst>
        </pc:grpChg>
        <pc:grpChg chg="add">
          <ac:chgData name="Esther McCartney" userId="003ee287-b963-4216-80c2-e989f2d52a36" providerId="ADAL" clId="{60D34955-58AA-448D-AB0D-989AB19BD28A}" dt="2026-02-26T23:42:03.463" v="150" actId="26606"/>
          <ac:grpSpMkLst>
            <pc:docMk/>
            <pc:sldMk cId="190949344" sldId="499"/>
            <ac:grpSpMk id="26" creationId="{3086C462-37F4-494D-8292-CCB95221CC1A}"/>
          </ac:grpSpMkLst>
        </pc:grpChg>
        <pc:cxnChg chg="add">
          <ac:chgData name="Esther McCartney" userId="003ee287-b963-4216-80c2-e989f2d52a36" providerId="ADAL" clId="{60D34955-58AA-448D-AB0D-989AB19BD28A}" dt="2026-02-26T23:42:03.463" v="150" actId="26606"/>
          <ac:cxnSpMkLst>
            <pc:docMk/>
            <pc:sldMk cId="190949344" sldId="499"/>
            <ac:cxnSpMk id="30" creationId="{AD23B2CD-009B-425A-9616-1E1AD1D5AB46}"/>
          </ac:cxnSpMkLst>
        </pc:cxnChg>
      </pc:sldChg>
      <pc:sldChg chg="addSp modSp mod setBg">
        <pc:chgData name="Esther McCartney" userId="003ee287-b963-4216-80c2-e989f2d52a36" providerId="ADAL" clId="{60D34955-58AA-448D-AB0D-989AB19BD28A}" dt="2026-02-26T23:42:08.175" v="151" actId="26606"/>
        <pc:sldMkLst>
          <pc:docMk/>
          <pc:sldMk cId="1976888935" sldId="500"/>
        </pc:sldMkLst>
        <pc:spChg chg="mod">
          <ac:chgData name="Esther McCartney" userId="003ee287-b963-4216-80c2-e989f2d52a36" providerId="ADAL" clId="{60D34955-58AA-448D-AB0D-989AB19BD28A}" dt="2026-02-26T23:42:08.175" v="151" actId="26606"/>
          <ac:spMkLst>
            <pc:docMk/>
            <pc:sldMk cId="1976888935" sldId="500"/>
            <ac:spMk id="3" creationId="{3E735150-9828-4453-F8F1-B7371D749792}"/>
          </ac:spMkLst>
        </pc:spChg>
        <pc:spChg chg="mod">
          <ac:chgData name="Esther McCartney" userId="003ee287-b963-4216-80c2-e989f2d52a36" providerId="ADAL" clId="{60D34955-58AA-448D-AB0D-989AB19BD28A}" dt="2026-02-26T23:42:08.175" v="151" actId="26606"/>
          <ac:spMkLst>
            <pc:docMk/>
            <pc:sldMk cId="1976888935" sldId="500"/>
            <ac:spMk id="6" creationId="{9D81D9B5-B3AD-C56A-7714-EA8E7E9498E7}"/>
          </ac:spMkLst>
        </pc:spChg>
        <pc:spChg chg="add">
          <ac:chgData name="Esther McCartney" userId="003ee287-b963-4216-80c2-e989f2d52a36" providerId="ADAL" clId="{60D34955-58AA-448D-AB0D-989AB19BD28A}" dt="2026-02-26T23:42:08.175" v="151" actId="26606"/>
          <ac:spMkLst>
            <pc:docMk/>
            <pc:sldMk cId="1976888935" sldId="500"/>
            <ac:spMk id="20" creationId="{3E20E404-0173-46F6-9DC4-C960A5778302}"/>
          </ac:spMkLst>
        </pc:spChg>
        <pc:spChg chg="add">
          <ac:chgData name="Esther McCartney" userId="003ee287-b963-4216-80c2-e989f2d52a36" providerId="ADAL" clId="{60D34955-58AA-448D-AB0D-989AB19BD28A}" dt="2026-02-26T23:42:08.175" v="151" actId="26606"/>
          <ac:spMkLst>
            <pc:docMk/>
            <pc:sldMk cId="1976888935" sldId="500"/>
            <ac:spMk id="22" creationId="{B219AE65-9B94-44EA-BEF3-EF4BFA169C81}"/>
          </ac:spMkLst>
        </pc:spChg>
        <pc:spChg chg="add">
          <ac:chgData name="Esther McCartney" userId="003ee287-b963-4216-80c2-e989f2d52a36" providerId="ADAL" clId="{60D34955-58AA-448D-AB0D-989AB19BD28A}" dt="2026-02-26T23:42:08.175" v="151" actId="26606"/>
          <ac:spMkLst>
            <pc:docMk/>
            <pc:sldMk cId="1976888935" sldId="500"/>
            <ac:spMk id="24" creationId="{F0C81A57-9CD5-461B-8FFE-4A8CB6CFBE01}"/>
          </ac:spMkLst>
        </pc:spChg>
        <pc:grpChg chg="add">
          <ac:chgData name="Esther McCartney" userId="003ee287-b963-4216-80c2-e989f2d52a36" providerId="ADAL" clId="{60D34955-58AA-448D-AB0D-989AB19BD28A}" dt="2026-02-26T23:42:08.175" v="151" actId="26606"/>
          <ac:grpSpMkLst>
            <pc:docMk/>
            <pc:sldMk cId="1976888935" sldId="500"/>
            <ac:grpSpMk id="11" creationId="{C8E92A9B-56BB-484E-A885-6FF999C15FE7}"/>
          </ac:grpSpMkLst>
        </pc:grpChg>
        <pc:grpChg chg="add">
          <ac:chgData name="Esther McCartney" userId="003ee287-b963-4216-80c2-e989f2d52a36" providerId="ADAL" clId="{60D34955-58AA-448D-AB0D-989AB19BD28A}" dt="2026-02-26T23:42:08.175" v="151" actId="26606"/>
          <ac:grpSpMkLst>
            <pc:docMk/>
            <pc:sldMk cId="1976888935" sldId="500"/>
            <ac:grpSpMk id="26" creationId="{3086C462-37F4-494D-8292-CCB95221CC1A}"/>
          </ac:grpSpMkLst>
        </pc:grpChg>
        <pc:cxnChg chg="add">
          <ac:chgData name="Esther McCartney" userId="003ee287-b963-4216-80c2-e989f2d52a36" providerId="ADAL" clId="{60D34955-58AA-448D-AB0D-989AB19BD28A}" dt="2026-02-26T23:42:08.175" v="151" actId="26606"/>
          <ac:cxnSpMkLst>
            <pc:docMk/>
            <pc:sldMk cId="1976888935" sldId="500"/>
            <ac:cxnSpMk id="30" creationId="{AD23B2CD-009B-425A-9616-1E1AD1D5AB46}"/>
          </ac:cxnSpMkLst>
        </pc:cxnChg>
      </pc:sldChg>
      <pc:sldChg chg="addSp modSp mod setBg">
        <pc:chgData name="Esther McCartney" userId="003ee287-b963-4216-80c2-e989f2d52a36" providerId="ADAL" clId="{60D34955-58AA-448D-AB0D-989AB19BD28A}" dt="2026-02-26T23:42:14.780" v="152" actId="26606"/>
        <pc:sldMkLst>
          <pc:docMk/>
          <pc:sldMk cId="3190478313" sldId="501"/>
        </pc:sldMkLst>
        <pc:spChg chg="mod">
          <ac:chgData name="Esther McCartney" userId="003ee287-b963-4216-80c2-e989f2d52a36" providerId="ADAL" clId="{60D34955-58AA-448D-AB0D-989AB19BD28A}" dt="2026-02-26T23:42:14.780" v="152" actId="26606"/>
          <ac:spMkLst>
            <pc:docMk/>
            <pc:sldMk cId="3190478313" sldId="501"/>
            <ac:spMk id="3" creationId="{3E735150-9828-4453-F8F1-B7371D749792}"/>
          </ac:spMkLst>
        </pc:spChg>
        <pc:spChg chg="mod">
          <ac:chgData name="Esther McCartney" userId="003ee287-b963-4216-80c2-e989f2d52a36" providerId="ADAL" clId="{60D34955-58AA-448D-AB0D-989AB19BD28A}" dt="2026-02-26T23:42:14.780" v="152" actId="26606"/>
          <ac:spMkLst>
            <pc:docMk/>
            <pc:sldMk cId="3190478313" sldId="501"/>
            <ac:spMk id="6" creationId="{9D81D9B5-B3AD-C56A-7714-EA8E7E9498E7}"/>
          </ac:spMkLst>
        </pc:spChg>
        <pc:spChg chg="add">
          <ac:chgData name="Esther McCartney" userId="003ee287-b963-4216-80c2-e989f2d52a36" providerId="ADAL" clId="{60D34955-58AA-448D-AB0D-989AB19BD28A}" dt="2026-02-26T23:42:14.780" v="152" actId="26606"/>
          <ac:spMkLst>
            <pc:docMk/>
            <pc:sldMk cId="3190478313" sldId="501"/>
            <ac:spMk id="20" creationId="{3E20E404-0173-46F6-9DC4-C960A5778302}"/>
          </ac:spMkLst>
        </pc:spChg>
        <pc:spChg chg="add">
          <ac:chgData name="Esther McCartney" userId="003ee287-b963-4216-80c2-e989f2d52a36" providerId="ADAL" clId="{60D34955-58AA-448D-AB0D-989AB19BD28A}" dt="2026-02-26T23:42:14.780" v="152" actId="26606"/>
          <ac:spMkLst>
            <pc:docMk/>
            <pc:sldMk cId="3190478313" sldId="501"/>
            <ac:spMk id="22" creationId="{B219AE65-9B94-44EA-BEF3-EF4BFA169C81}"/>
          </ac:spMkLst>
        </pc:spChg>
        <pc:spChg chg="add">
          <ac:chgData name="Esther McCartney" userId="003ee287-b963-4216-80c2-e989f2d52a36" providerId="ADAL" clId="{60D34955-58AA-448D-AB0D-989AB19BD28A}" dt="2026-02-26T23:42:14.780" v="152" actId="26606"/>
          <ac:spMkLst>
            <pc:docMk/>
            <pc:sldMk cId="3190478313" sldId="501"/>
            <ac:spMk id="24" creationId="{F0C81A57-9CD5-461B-8FFE-4A8CB6CFBE01}"/>
          </ac:spMkLst>
        </pc:spChg>
        <pc:grpChg chg="add">
          <ac:chgData name="Esther McCartney" userId="003ee287-b963-4216-80c2-e989f2d52a36" providerId="ADAL" clId="{60D34955-58AA-448D-AB0D-989AB19BD28A}" dt="2026-02-26T23:42:14.780" v="152" actId="26606"/>
          <ac:grpSpMkLst>
            <pc:docMk/>
            <pc:sldMk cId="3190478313" sldId="501"/>
            <ac:grpSpMk id="11" creationId="{C8E92A9B-56BB-484E-A885-6FF999C15FE7}"/>
          </ac:grpSpMkLst>
        </pc:grpChg>
        <pc:grpChg chg="add">
          <ac:chgData name="Esther McCartney" userId="003ee287-b963-4216-80c2-e989f2d52a36" providerId="ADAL" clId="{60D34955-58AA-448D-AB0D-989AB19BD28A}" dt="2026-02-26T23:42:14.780" v="152" actId="26606"/>
          <ac:grpSpMkLst>
            <pc:docMk/>
            <pc:sldMk cId="3190478313" sldId="501"/>
            <ac:grpSpMk id="26" creationId="{3086C462-37F4-494D-8292-CCB95221CC1A}"/>
          </ac:grpSpMkLst>
        </pc:grpChg>
        <pc:cxnChg chg="add">
          <ac:chgData name="Esther McCartney" userId="003ee287-b963-4216-80c2-e989f2d52a36" providerId="ADAL" clId="{60D34955-58AA-448D-AB0D-989AB19BD28A}" dt="2026-02-26T23:42:14.780" v="152" actId="26606"/>
          <ac:cxnSpMkLst>
            <pc:docMk/>
            <pc:sldMk cId="3190478313" sldId="501"/>
            <ac:cxnSpMk id="30" creationId="{AD23B2CD-009B-425A-9616-1E1AD1D5AB46}"/>
          </ac:cxnSpMkLst>
        </pc:cxnChg>
      </pc:sldChg>
      <pc:sldChg chg="addSp modSp mod setBg">
        <pc:chgData name="Esther McCartney" userId="003ee287-b963-4216-80c2-e989f2d52a36" providerId="ADAL" clId="{60D34955-58AA-448D-AB0D-989AB19BD28A}" dt="2026-02-26T23:41:20.424" v="142" actId="26606"/>
        <pc:sldMkLst>
          <pc:docMk/>
          <pc:sldMk cId="863380577" sldId="502"/>
        </pc:sldMkLst>
        <pc:spChg chg="mod">
          <ac:chgData name="Esther McCartney" userId="003ee287-b963-4216-80c2-e989f2d52a36" providerId="ADAL" clId="{60D34955-58AA-448D-AB0D-989AB19BD28A}" dt="2026-02-26T23:41:20.424" v="142" actId="26606"/>
          <ac:spMkLst>
            <pc:docMk/>
            <pc:sldMk cId="863380577" sldId="502"/>
            <ac:spMk id="3" creationId="{3E735150-9828-4453-F8F1-B7371D749792}"/>
          </ac:spMkLst>
        </pc:spChg>
        <pc:spChg chg="mod">
          <ac:chgData name="Esther McCartney" userId="003ee287-b963-4216-80c2-e989f2d52a36" providerId="ADAL" clId="{60D34955-58AA-448D-AB0D-989AB19BD28A}" dt="2026-02-26T23:41:20.424" v="142" actId="26606"/>
          <ac:spMkLst>
            <pc:docMk/>
            <pc:sldMk cId="863380577" sldId="502"/>
            <ac:spMk id="6" creationId="{9D81D9B5-B3AD-C56A-7714-EA8E7E9498E7}"/>
          </ac:spMkLst>
        </pc:spChg>
        <pc:spChg chg="add">
          <ac:chgData name="Esther McCartney" userId="003ee287-b963-4216-80c2-e989f2d52a36" providerId="ADAL" clId="{60D34955-58AA-448D-AB0D-989AB19BD28A}" dt="2026-02-26T23:41:20.424" v="142" actId="26606"/>
          <ac:spMkLst>
            <pc:docMk/>
            <pc:sldMk cId="863380577" sldId="502"/>
            <ac:spMk id="20" creationId="{3E20E404-0173-46F6-9DC4-C960A5778302}"/>
          </ac:spMkLst>
        </pc:spChg>
        <pc:spChg chg="add">
          <ac:chgData name="Esther McCartney" userId="003ee287-b963-4216-80c2-e989f2d52a36" providerId="ADAL" clId="{60D34955-58AA-448D-AB0D-989AB19BD28A}" dt="2026-02-26T23:41:20.424" v="142" actId="26606"/>
          <ac:spMkLst>
            <pc:docMk/>
            <pc:sldMk cId="863380577" sldId="502"/>
            <ac:spMk id="22" creationId="{B219AE65-9B94-44EA-BEF3-EF4BFA169C81}"/>
          </ac:spMkLst>
        </pc:spChg>
        <pc:spChg chg="add">
          <ac:chgData name="Esther McCartney" userId="003ee287-b963-4216-80c2-e989f2d52a36" providerId="ADAL" clId="{60D34955-58AA-448D-AB0D-989AB19BD28A}" dt="2026-02-26T23:41:20.424" v="142" actId="26606"/>
          <ac:spMkLst>
            <pc:docMk/>
            <pc:sldMk cId="863380577" sldId="502"/>
            <ac:spMk id="24" creationId="{F0C81A57-9CD5-461B-8FFE-4A8CB6CFBE01}"/>
          </ac:spMkLst>
        </pc:spChg>
        <pc:grpChg chg="add">
          <ac:chgData name="Esther McCartney" userId="003ee287-b963-4216-80c2-e989f2d52a36" providerId="ADAL" clId="{60D34955-58AA-448D-AB0D-989AB19BD28A}" dt="2026-02-26T23:41:20.424" v="142" actId="26606"/>
          <ac:grpSpMkLst>
            <pc:docMk/>
            <pc:sldMk cId="863380577" sldId="502"/>
            <ac:grpSpMk id="11" creationId="{C8E92A9B-56BB-484E-A885-6FF999C15FE7}"/>
          </ac:grpSpMkLst>
        </pc:grpChg>
        <pc:grpChg chg="add">
          <ac:chgData name="Esther McCartney" userId="003ee287-b963-4216-80c2-e989f2d52a36" providerId="ADAL" clId="{60D34955-58AA-448D-AB0D-989AB19BD28A}" dt="2026-02-26T23:41:20.424" v="142" actId="26606"/>
          <ac:grpSpMkLst>
            <pc:docMk/>
            <pc:sldMk cId="863380577" sldId="502"/>
            <ac:grpSpMk id="26" creationId="{3086C462-37F4-494D-8292-CCB95221CC1A}"/>
          </ac:grpSpMkLst>
        </pc:grpChg>
        <pc:cxnChg chg="add">
          <ac:chgData name="Esther McCartney" userId="003ee287-b963-4216-80c2-e989f2d52a36" providerId="ADAL" clId="{60D34955-58AA-448D-AB0D-989AB19BD28A}" dt="2026-02-26T23:41:20.424" v="142" actId="26606"/>
          <ac:cxnSpMkLst>
            <pc:docMk/>
            <pc:sldMk cId="863380577" sldId="502"/>
            <ac:cxnSpMk id="30" creationId="{AD23B2CD-009B-425A-9616-1E1AD1D5AB46}"/>
          </ac:cxnSpMkLst>
        </pc:cxnChg>
      </pc:sldChg>
      <pc:sldChg chg="addSp delSp modSp add mod ord setBg">
        <pc:chgData name="Esther McCartney" userId="003ee287-b963-4216-80c2-e989f2d52a36" providerId="ADAL" clId="{60D34955-58AA-448D-AB0D-989AB19BD28A}" dt="2026-02-26T23:35:20.886" v="42" actId="20577"/>
        <pc:sldMkLst>
          <pc:docMk/>
          <pc:sldMk cId="56788896" sldId="503"/>
        </pc:sldMkLst>
        <pc:spChg chg="mod">
          <ac:chgData name="Esther McCartney" userId="003ee287-b963-4216-80c2-e989f2d52a36" providerId="ADAL" clId="{60D34955-58AA-448D-AB0D-989AB19BD28A}" dt="2026-02-26T23:35:16.604" v="29" actId="26606"/>
          <ac:spMkLst>
            <pc:docMk/>
            <pc:sldMk cId="56788896" sldId="503"/>
            <ac:spMk id="2" creationId="{0E483D21-2BF4-D939-E4CC-E084944FEBDD}"/>
          </ac:spMkLst>
        </pc:spChg>
        <pc:spChg chg="del">
          <ac:chgData name="Esther McCartney" userId="003ee287-b963-4216-80c2-e989f2d52a36" providerId="ADAL" clId="{60D34955-58AA-448D-AB0D-989AB19BD28A}" dt="2026-02-26T23:34:53.542" v="19" actId="478"/>
          <ac:spMkLst>
            <pc:docMk/>
            <pc:sldMk cId="56788896" sldId="503"/>
            <ac:spMk id="4" creationId="{43EE2F1F-7FB5-3BAB-D0E7-941108FBE649}"/>
          </ac:spMkLst>
        </pc:spChg>
        <pc:spChg chg="del">
          <ac:chgData name="Esther McCartney" userId="003ee287-b963-4216-80c2-e989f2d52a36" providerId="ADAL" clId="{60D34955-58AA-448D-AB0D-989AB19BD28A}" dt="2026-02-26T23:35:06.803" v="26" actId="478"/>
          <ac:spMkLst>
            <pc:docMk/>
            <pc:sldMk cId="56788896" sldId="503"/>
            <ac:spMk id="5" creationId="{013D3983-FD5F-A398-E51B-3884C40D4C89}"/>
          </ac:spMkLst>
        </pc:spChg>
        <pc:spChg chg="mod">
          <ac:chgData name="Esther McCartney" userId="003ee287-b963-4216-80c2-e989f2d52a36" providerId="ADAL" clId="{60D34955-58AA-448D-AB0D-989AB19BD28A}" dt="2026-02-26T23:35:20.886" v="42" actId="20577"/>
          <ac:spMkLst>
            <pc:docMk/>
            <pc:sldMk cId="56788896" sldId="503"/>
            <ac:spMk id="6" creationId="{C398AEC4-3433-7E7C-0A96-025FAE9EDA68}"/>
          </ac:spMkLst>
        </pc:spChg>
        <pc:spChg chg="add del mod">
          <ac:chgData name="Esther McCartney" userId="003ee287-b963-4216-80c2-e989f2d52a36" providerId="ADAL" clId="{60D34955-58AA-448D-AB0D-989AB19BD28A}" dt="2026-02-26T23:34:56.934" v="21" actId="478"/>
          <ac:spMkLst>
            <pc:docMk/>
            <pc:sldMk cId="56788896" sldId="503"/>
            <ac:spMk id="7" creationId="{7905A7CD-FC8C-B7C4-1534-B34792C72795}"/>
          </ac:spMkLst>
        </pc:spChg>
        <pc:spChg chg="add del mod">
          <ac:chgData name="Esther McCartney" userId="003ee287-b963-4216-80c2-e989f2d52a36" providerId="ADAL" clId="{60D34955-58AA-448D-AB0D-989AB19BD28A}" dt="2026-02-26T23:35:08.582" v="27" actId="478"/>
          <ac:spMkLst>
            <pc:docMk/>
            <pc:sldMk cId="56788896" sldId="503"/>
            <ac:spMk id="9" creationId="{95A0B68C-B7B9-D548-40C2-879F83215171}"/>
          </ac:spMkLst>
        </pc:spChg>
        <pc:spChg chg="add">
          <ac:chgData name="Esther McCartney" userId="003ee287-b963-4216-80c2-e989f2d52a36" providerId="ADAL" clId="{60D34955-58AA-448D-AB0D-989AB19BD28A}" dt="2026-02-26T23:35:16.604" v="29" actId="26606"/>
          <ac:spMkLst>
            <pc:docMk/>
            <pc:sldMk cId="56788896" sldId="503"/>
            <ac:spMk id="20" creationId="{3E20E404-0173-46F6-9DC4-C960A5778302}"/>
          </ac:spMkLst>
        </pc:spChg>
        <pc:spChg chg="add">
          <ac:chgData name="Esther McCartney" userId="003ee287-b963-4216-80c2-e989f2d52a36" providerId="ADAL" clId="{60D34955-58AA-448D-AB0D-989AB19BD28A}" dt="2026-02-26T23:35:16.604" v="29" actId="26606"/>
          <ac:spMkLst>
            <pc:docMk/>
            <pc:sldMk cId="56788896" sldId="503"/>
            <ac:spMk id="22" creationId="{B219AE65-9B94-44EA-BEF3-EF4BFA169C81}"/>
          </ac:spMkLst>
        </pc:spChg>
        <pc:spChg chg="add">
          <ac:chgData name="Esther McCartney" userId="003ee287-b963-4216-80c2-e989f2d52a36" providerId="ADAL" clId="{60D34955-58AA-448D-AB0D-989AB19BD28A}" dt="2026-02-26T23:35:16.604" v="29" actId="26606"/>
          <ac:spMkLst>
            <pc:docMk/>
            <pc:sldMk cId="56788896" sldId="503"/>
            <ac:spMk id="24" creationId="{F0C81A57-9CD5-461B-8FFE-4A8CB6CFBE01}"/>
          </ac:spMkLst>
        </pc:spChg>
        <pc:grpChg chg="add">
          <ac:chgData name="Esther McCartney" userId="003ee287-b963-4216-80c2-e989f2d52a36" providerId="ADAL" clId="{60D34955-58AA-448D-AB0D-989AB19BD28A}" dt="2026-02-26T23:35:16.604" v="29" actId="26606"/>
          <ac:grpSpMkLst>
            <pc:docMk/>
            <pc:sldMk cId="56788896" sldId="503"/>
            <ac:grpSpMk id="11" creationId="{C8E92A9B-56BB-484E-A885-6FF999C15FE7}"/>
          </ac:grpSpMkLst>
        </pc:grpChg>
        <pc:grpChg chg="add">
          <ac:chgData name="Esther McCartney" userId="003ee287-b963-4216-80c2-e989f2d52a36" providerId="ADAL" clId="{60D34955-58AA-448D-AB0D-989AB19BD28A}" dt="2026-02-26T23:35:16.604" v="29" actId="26606"/>
          <ac:grpSpMkLst>
            <pc:docMk/>
            <pc:sldMk cId="56788896" sldId="503"/>
            <ac:grpSpMk id="26" creationId="{3086C462-37F4-494D-8292-CCB95221CC1A}"/>
          </ac:grpSpMkLst>
        </pc:grpChg>
        <pc:picChg chg="del">
          <ac:chgData name="Esther McCartney" userId="003ee287-b963-4216-80c2-e989f2d52a36" providerId="ADAL" clId="{60D34955-58AA-448D-AB0D-989AB19BD28A}" dt="2026-02-26T23:34:54.685" v="20" actId="478"/>
          <ac:picMkLst>
            <pc:docMk/>
            <pc:sldMk cId="56788896" sldId="503"/>
            <ac:picMk id="1026" creationId="{BC20490D-EC45-5DD8-13F0-F28352F07813}"/>
          </ac:picMkLst>
        </pc:picChg>
        <pc:cxnChg chg="add">
          <ac:chgData name="Esther McCartney" userId="003ee287-b963-4216-80c2-e989f2d52a36" providerId="ADAL" clId="{60D34955-58AA-448D-AB0D-989AB19BD28A}" dt="2026-02-26T23:35:16.604" v="29" actId="26606"/>
          <ac:cxnSpMkLst>
            <pc:docMk/>
            <pc:sldMk cId="56788896" sldId="503"/>
            <ac:cxnSpMk id="30" creationId="{AD23B2CD-009B-425A-9616-1E1AD1D5AB46}"/>
          </ac:cxnSpMkLst>
        </pc:cxnChg>
      </pc:sldChg>
      <pc:sldChg chg="addSp delSp modSp add mod setBg">
        <pc:chgData name="Esther McCartney" userId="003ee287-b963-4216-80c2-e989f2d52a36" providerId="ADAL" clId="{60D34955-58AA-448D-AB0D-989AB19BD28A}" dt="2026-02-26T23:39:27" v="111" actId="12"/>
        <pc:sldMkLst>
          <pc:docMk/>
          <pc:sldMk cId="2326441904" sldId="504"/>
        </pc:sldMkLst>
        <pc:spChg chg="mod">
          <ac:chgData name="Esther McCartney" userId="003ee287-b963-4216-80c2-e989f2d52a36" providerId="ADAL" clId="{60D34955-58AA-448D-AB0D-989AB19BD28A}" dt="2026-02-26T23:39:27" v="111" actId="12"/>
          <ac:spMkLst>
            <pc:docMk/>
            <pc:sldMk cId="2326441904" sldId="504"/>
            <ac:spMk id="2" creationId="{81929953-C116-67F5-9FC2-9113798CC60B}"/>
          </ac:spMkLst>
        </pc:spChg>
        <pc:spChg chg="del">
          <ac:chgData name="Esther McCartney" userId="003ee287-b963-4216-80c2-e989f2d52a36" providerId="ADAL" clId="{60D34955-58AA-448D-AB0D-989AB19BD28A}" dt="2026-02-26T23:39:11.144" v="107" actId="478"/>
          <ac:spMkLst>
            <pc:docMk/>
            <pc:sldMk cId="2326441904" sldId="504"/>
            <ac:spMk id="4" creationId="{91AEDD50-B125-1664-7FAB-56A7B02359F0}"/>
          </ac:spMkLst>
        </pc:spChg>
        <pc:spChg chg="del">
          <ac:chgData name="Esther McCartney" userId="003ee287-b963-4216-80c2-e989f2d52a36" providerId="ADAL" clId="{60D34955-58AA-448D-AB0D-989AB19BD28A}" dt="2026-02-26T23:38:58.710" v="103" actId="478"/>
          <ac:spMkLst>
            <pc:docMk/>
            <pc:sldMk cId="2326441904" sldId="504"/>
            <ac:spMk id="5" creationId="{E4A51F34-160A-3C4B-0618-E7A4ABFB505B}"/>
          </ac:spMkLst>
        </pc:spChg>
        <pc:spChg chg="mod">
          <ac:chgData name="Esther McCartney" userId="003ee287-b963-4216-80c2-e989f2d52a36" providerId="ADAL" clId="{60D34955-58AA-448D-AB0D-989AB19BD28A}" dt="2026-02-26T23:39:19.690" v="110" actId="26606"/>
          <ac:spMkLst>
            <pc:docMk/>
            <pc:sldMk cId="2326441904" sldId="504"/>
            <ac:spMk id="6" creationId="{502018A8-4B66-69A4-BF33-CFFE29B887E7}"/>
          </ac:spMkLst>
        </pc:spChg>
        <pc:spChg chg="add del mod">
          <ac:chgData name="Esther McCartney" userId="003ee287-b963-4216-80c2-e989f2d52a36" providerId="ADAL" clId="{60D34955-58AA-448D-AB0D-989AB19BD28A}" dt="2026-02-26T23:39:01.678" v="104" actId="478"/>
          <ac:spMkLst>
            <pc:docMk/>
            <pc:sldMk cId="2326441904" sldId="504"/>
            <ac:spMk id="7" creationId="{F7566914-3DE2-FBFE-5926-A2C8E5F4741A}"/>
          </ac:spMkLst>
        </pc:spChg>
        <pc:spChg chg="add del mod">
          <ac:chgData name="Esther McCartney" userId="003ee287-b963-4216-80c2-e989f2d52a36" providerId="ADAL" clId="{60D34955-58AA-448D-AB0D-989AB19BD28A}" dt="2026-02-26T23:39:15.866" v="109" actId="478"/>
          <ac:spMkLst>
            <pc:docMk/>
            <pc:sldMk cId="2326441904" sldId="504"/>
            <ac:spMk id="9" creationId="{FD1DE5BC-4542-A29E-BDDA-19ACED79F8C5}"/>
          </ac:spMkLst>
        </pc:spChg>
        <pc:spChg chg="add">
          <ac:chgData name="Esther McCartney" userId="003ee287-b963-4216-80c2-e989f2d52a36" providerId="ADAL" clId="{60D34955-58AA-448D-AB0D-989AB19BD28A}" dt="2026-02-26T23:39:19.690" v="110" actId="26606"/>
          <ac:spMkLst>
            <pc:docMk/>
            <pc:sldMk cId="2326441904" sldId="504"/>
            <ac:spMk id="20" creationId="{3E20E404-0173-46F6-9DC4-C960A5778302}"/>
          </ac:spMkLst>
        </pc:spChg>
        <pc:spChg chg="add">
          <ac:chgData name="Esther McCartney" userId="003ee287-b963-4216-80c2-e989f2d52a36" providerId="ADAL" clId="{60D34955-58AA-448D-AB0D-989AB19BD28A}" dt="2026-02-26T23:39:19.690" v="110" actId="26606"/>
          <ac:spMkLst>
            <pc:docMk/>
            <pc:sldMk cId="2326441904" sldId="504"/>
            <ac:spMk id="22" creationId="{B219AE65-9B94-44EA-BEF3-EF4BFA169C81}"/>
          </ac:spMkLst>
        </pc:spChg>
        <pc:spChg chg="add">
          <ac:chgData name="Esther McCartney" userId="003ee287-b963-4216-80c2-e989f2d52a36" providerId="ADAL" clId="{60D34955-58AA-448D-AB0D-989AB19BD28A}" dt="2026-02-26T23:39:19.690" v="110" actId="26606"/>
          <ac:spMkLst>
            <pc:docMk/>
            <pc:sldMk cId="2326441904" sldId="504"/>
            <ac:spMk id="24" creationId="{F0C81A57-9CD5-461B-8FFE-4A8CB6CFBE01}"/>
          </ac:spMkLst>
        </pc:spChg>
        <pc:grpChg chg="add">
          <ac:chgData name="Esther McCartney" userId="003ee287-b963-4216-80c2-e989f2d52a36" providerId="ADAL" clId="{60D34955-58AA-448D-AB0D-989AB19BD28A}" dt="2026-02-26T23:39:19.690" v="110" actId="26606"/>
          <ac:grpSpMkLst>
            <pc:docMk/>
            <pc:sldMk cId="2326441904" sldId="504"/>
            <ac:grpSpMk id="11" creationId="{C8E92A9B-56BB-484E-A885-6FF999C15FE7}"/>
          </ac:grpSpMkLst>
        </pc:grpChg>
        <pc:grpChg chg="add">
          <ac:chgData name="Esther McCartney" userId="003ee287-b963-4216-80c2-e989f2d52a36" providerId="ADAL" clId="{60D34955-58AA-448D-AB0D-989AB19BD28A}" dt="2026-02-26T23:39:19.690" v="110" actId="26606"/>
          <ac:grpSpMkLst>
            <pc:docMk/>
            <pc:sldMk cId="2326441904" sldId="504"/>
            <ac:grpSpMk id="26" creationId="{3086C462-37F4-494D-8292-CCB95221CC1A}"/>
          </ac:grpSpMkLst>
        </pc:grpChg>
        <pc:cxnChg chg="add">
          <ac:chgData name="Esther McCartney" userId="003ee287-b963-4216-80c2-e989f2d52a36" providerId="ADAL" clId="{60D34955-58AA-448D-AB0D-989AB19BD28A}" dt="2026-02-26T23:39:19.690" v="110" actId="26606"/>
          <ac:cxnSpMkLst>
            <pc:docMk/>
            <pc:sldMk cId="2326441904" sldId="504"/>
            <ac:cxnSpMk id="30" creationId="{AD23B2CD-009B-425A-9616-1E1AD1D5AB46}"/>
          </ac:cxnSpMkLst>
        </pc:cxnChg>
      </pc:sldChg>
      <pc:sldChg chg="addSp delSp modSp add mod">
        <pc:chgData name="Esther McCartney" userId="003ee287-b963-4216-80c2-e989f2d52a36" providerId="ADAL" clId="{60D34955-58AA-448D-AB0D-989AB19BD28A}" dt="2026-02-26T23:41:11.037" v="140" actId="207"/>
        <pc:sldMkLst>
          <pc:docMk/>
          <pc:sldMk cId="1011570345" sldId="505"/>
        </pc:sldMkLst>
        <pc:spChg chg="mod">
          <ac:chgData name="Esther McCartney" userId="003ee287-b963-4216-80c2-e989f2d52a36" providerId="ADAL" clId="{60D34955-58AA-448D-AB0D-989AB19BD28A}" dt="2026-02-26T23:41:05.123" v="138" actId="403"/>
          <ac:spMkLst>
            <pc:docMk/>
            <pc:sldMk cId="1011570345" sldId="505"/>
            <ac:spMk id="3" creationId="{08505FF2-D6FA-F887-723B-5C8CB2F1659D}"/>
          </ac:spMkLst>
        </pc:spChg>
        <pc:spChg chg="add del mod">
          <ac:chgData name="Esther McCartney" userId="003ee287-b963-4216-80c2-e989f2d52a36" providerId="ADAL" clId="{60D34955-58AA-448D-AB0D-989AB19BD28A}" dt="2026-02-26T23:40:54.500" v="134" actId="478"/>
          <ac:spMkLst>
            <pc:docMk/>
            <pc:sldMk cId="1011570345" sldId="505"/>
            <ac:spMk id="4" creationId="{DB7FA5CE-ABCD-6DD1-5762-10613706D524}"/>
          </ac:spMkLst>
        </pc:spChg>
        <pc:spChg chg="mod">
          <ac:chgData name="Esther McCartney" userId="003ee287-b963-4216-80c2-e989f2d52a36" providerId="ADAL" clId="{60D34955-58AA-448D-AB0D-989AB19BD28A}" dt="2026-02-26T23:41:11.037" v="140" actId="207"/>
          <ac:spMkLst>
            <pc:docMk/>
            <pc:sldMk cId="1011570345" sldId="505"/>
            <ac:spMk id="6" creationId="{5BC0F1C5-220B-2BD6-55A1-9DC9456412E3}"/>
          </ac:spMkLst>
        </pc:spChg>
        <pc:spChg chg="add del mod">
          <ac:chgData name="Esther McCartney" userId="003ee287-b963-4216-80c2-e989f2d52a36" providerId="ADAL" clId="{60D34955-58AA-448D-AB0D-989AB19BD28A}" dt="2026-02-26T23:40:52.122" v="133" actId="478"/>
          <ac:spMkLst>
            <pc:docMk/>
            <pc:sldMk cId="1011570345" sldId="505"/>
            <ac:spMk id="7" creationId="{5AAC5B71-0EC8-63FA-DBE4-92F09388C80C}"/>
          </ac:spMkLst>
        </pc:spChg>
        <pc:spChg chg="del">
          <ac:chgData name="Esther McCartney" userId="003ee287-b963-4216-80c2-e989f2d52a36" providerId="ADAL" clId="{60D34955-58AA-448D-AB0D-989AB19BD28A}" dt="2026-02-26T23:40:48.986" v="131" actId="478"/>
          <ac:spMkLst>
            <pc:docMk/>
            <pc:sldMk cId="1011570345" sldId="505"/>
            <ac:spMk id="27" creationId="{B1E309BD-69AE-687A-C526-3F29D8D2BD27}"/>
          </ac:spMkLst>
        </pc:spChg>
        <pc:spChg chg="del">
          <ac:chgData name="Esther McCartney" userId="003ee287-b963-4216-80c2-e989f2d52a36" providerId="ADAL" clId="{60D34955-58AA-448D-AB0D-989AB19BD28A}" dt="2026-02-26T23:40:50.680" v="132" actId="478"/>
          <ac:spMkLst>
            <pc:docMk/>
            <pc:sldMk cId="1011570345" sldId="505"/>
            <ac:spMk id="30" creationId="{05124A7B-AD61-C814-FC87-C477238937F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D902AB-8FBB-4A7D-82F4-9211F3E08D2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85ECD58-ED3B-4EE4-B00F-D8C905B2C837}">
      <dgm:prSet/>
      <dgm:spPr/>
      <dgm:t>
        <a:bodyPr/>
        <a:lstStyle/>
        <a:p>
          <a:r>
            <a:rPr lang="en-US" b="0" i="0">
              <a:solidFill>
                <a:schemeClr val="tx1"/>
              </a:solidFill>
            </a:rPr>
            <a:t>Crisis counselors have numerous opportunities to make a difference in the lives of victims and survivors of I P V.</a:t>
          </a:r>
          <a:endParaRPr lang="en-US">
            <a:solidFill>
              <a:schemeClr val="tx1"/>
            </a:solidFill>
          </a:endParaRPr>
        </a:p>
      </dgm:t>
    </dgm:pt>
    <dgm:pt modelId="{4CD6B0C2-D862-4F13-A01F-6EC37F27D115}" type="parTrans" cxnId="{128F0231-2FAE-4AF5-87B0-57B2CF2D0F10}">
      <dgm:prSet/>
      <dgm:spPr/>
      <dgm:t>
        <a:bodyPr/>
        <a:lstStyle/>
        <a:p>
          <a:endParaRPr lang="en-US"/>
        </a:p>
      </dgm:t>
    </dgm:pt>
    <dgm:pt modelId="{D266F02B-2EC6-4450-B305-A20051629D42}" type="sibTrans" cxnId="{128F0231-2FAE-4AF5-87B0-57B2CF2D0F10}">
      <dgm:prSet/>
      <dgm:spPr/>
      <dgm:t>
        <a:bodyPr/>
        <a:lstStyle/>
        <a:p>
          <a:endParaRPr lang="en-US"/>
        </a:p>
      </dgm:t>
    </dgm:pt>
    <dgm:pt modelId="{ED3B991C-197F-41CB-B639-D3D427DDBF61}">
      <dgm:prSet/>
      <dgm:spPr/>
      <dgm:t>
        <a:bodyPr/>
        <a:lstStyle/>
        <a:p>
          <a:r>
            <a:rPr lang="en-US" b="0" i="0" dirty="0">
              <a:solidFill>
                <a:schemeClr val="tx1"/>
              </a:solidFill>
            </a:rPr>
            <a:t>These opportunities include accurate screening, use of Q-tree assessments, effective responses to I P V disclosure, implementing effective harm reduction and safety planning, intentional referrals to I P V shelters, and helping clients navigate the emotional ramifications of I P V.</a:t>
          </a:r>
          <a:endParaRPr lang="en-US" dirty="0">
            <a:solidFill>
              <a:schemeClr val="tx1"/>
            </a:solidFill>
          </a:endParaRPr>
        </a:p>
      </dgm:t>
    </dgm:pt>
    <dgm:pt modelId="{BDD7787F-AA01-4D47-BCCC-F7331209525E}" type="parTrans" cxnId="{3DE7F57E-7D82-4DD5-B988-CD942DE84193}">
      <dgm:prSet/>
      <dgm:spPr/>
      <dgm:t>
        <a:bodyPr/>
        <a:lstStyle/>
        <a:p>
          <a:endParaRPr lang="en-US"/>
        </a:p>
      </dgm:t>
    </dgm:pt>
    <dgm:pt modelId="{F156E324-9D48-491B-92D5-4CF9B8904D3A}" type="sibTrans" cxnId="{3DE7F57E-7D82-4DD5-B988-CD942DE84193}">
      <dgm:prSet/>
      <dgm:spPr/>
      <dgm:t>
        <a:bodyPr/>
        <a:lstStyle/>
        <a:p>
          <a:endParaRPr lang="en-US"/>
        </a:p>
      </dgm:t>
    </dgm:pt>
    <dgm:pt modelId="{DA715FAA-F476-4184-908B-D5F87B74C6FD}" type="pres">
      <dgm:prSet presAssocID="{A1D902AB-8FBB-4A7D-82F4-9211F3E08D26}" presName="root" presStyleCnt="0">
        <dgm:presLayoutVars>
          <dgm:dir/>
          <dgm:resizeHandles val="exact"/>
        </dgm:presLayoutVars>
      </dgm:prSet>
      <dgm:spPr/>
    </dgm:pt>
    <dgm:pt modelId="{43F2DF94-3C8B-4AB0-AA6C-4931AB0B5585}" type="pres">
      <dgm:prSet presAssocID="{285ECD58-ED3B-4EE4-B00F-D8C905B2C837}" presName="compNode" presStyleCnt="0"/>
      <dgm:spPr/>
    </dgm:pt>
    <dgm:pt modelId="{EB6BDA9C-8830-4DED-BA64-11B586CCEA8F}" type="pres">
      <dgm:prSet presAssocID="{285ECD58-ED3B-4EE4-B00F-D8C905B2C837}" presName="bgRect" presStyleLbl="bgShp" presStyleIdx="0" presStyleCnt="2"/>
      <dgm:spPr/>
    </dgm:pt>
    <dgm:pt modelId="{4DB5F005-9BEB-4601-A575-4BE9E568D720}" type="pres">
      <dgm:prSet presAssocID="{285ECD58-ED3B-4EE4-B00F-D8C905B2C83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4D174593-A5D8-488F-95A8-CF3192C2A697}" type="pres">
      <dgm:prSet presAssocID="{285ECD58-ED3B-4EE4-B00F-D8C905B2C837}" presName="spaceRect" presStyleCnt="0"/>
      <dgm:spPr/>
    </dgm:pt>
    <dgm:pt modelId="{63169E8B-3D1F-459E-9354-21B114B064E1}" type="pres">
      <dgm:prSet presAssocID="{285ECD58-ED3B-4EE4-B00F-D8C905B2C837}" presName="parTx" presStyleLbl="revTx" presStyleIdx="0" presStyleCnt="2">
        <dgm:presLayoutVars>
          <dgm:chMax val="0"/>
          <dgm:chPref val="0"/>
        </dgm:presLayoutVars>
      </dgm:prSet>
      <dgm:spPr/>
    </dgm:pt>
    <dgm:pt modelId="{43422911-C6BA-435D-8142-A3B4995FA65C}" type="pres">
      <dgm:prSet presAssocID="{D266F02B-2EC6-4450-B305-A20051629D42}" presName="sibTrans" presStyleCnt="0"/>
      <dgm:spPr/>
    </dgm:pt>
    <dgm:pt modelId="{02ECF83F-58C4-4C10-B0C7-2FBAF0E94995}" type="pres">
      <dgm:prSet presAssocID="{ED3B991C-197F-41CB-B639-D3D427DDBF61}" presName="compNode" presStyleCnt="0"/>
      <dgm:spPr/>
    </dgm:pt>
    <dgm:pt modelId="{7F631FD0-6043-486E-AE0C-4BE08F288BD2}" type="pres">
      <dgm:prSet presAssocID="{ED3B991C-197F-41CB-B639-D3D427DDBF61}" presName="bgRect" presStyleLbl="bgShp" presStyleIdx="1" presStyleCnt="2"/>
      <dgm:spPr/>
    </dgm:pt>
    <dgm:pt modelId="{D025A8F8-6A73-4E13-924F-FDD6E214DF10}" type="pres">
      <dgm:prSet presAssocID="{ED3B991C-197F-41CB-B639-D3D427DDBF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51EC1B31-949C-405E-B1E4-045253F4FBF4}" type="pres">
      <dgm:prSet presAssocID="{ED3B991C-197F-41CB-B639-D3D427DDBF61}" presName="spaceRect" presStyleCnt="0"/>
      <dgm:spPr/>
    </dgm:pt>
    <dgm:pt modelId="{681D22C7-6F71-4CCA-AEB5-8221DDD2934A}" type="pres">
      <dgm:prSet presAssocID="{ED3B991C-197F-41CB-B639-D3D427DDBF61}" presName="parTx" presStyleLbl="revTx" presStyleIdx="1" presStyleCnt="2">
        <dgm:presLayoutVars>
          <dgm:chMax val="0"/>
          <dgm:chPref val="0"/>
        </dgm:presLayoutVars>
      </dgm:prSet>
      <dgm:spPr/>
    </dgm:pt>
  </dgm:ptLst>
  <dgm:cxnLst>
    <dgm:cxn modelId="{128F0231-2FAE-4AF5-87B0-57B2CF2D0F10}" srcId="{A1D902AB-8FBB-4A7D-82F4-9211F3E08D26}" destId="{285ECD58-ED3B-4EE4-B00F-D8C905B2C837}" srcOrd="0" destOrd="0" parTransId="{4CD6B0C2-D862-4F13-A01F-6EC37F27D115}" sibTransId="{D266F02B-2EC6-4450-B305-A20051629D42}"/>
    <dgm:cxn modelId="{03A2B26B-5FE7-4857-A418-CB31DA248800}" type="presOf" srcId="{285ECD58-ED3B-4EE4-B00F-D8C905B2C837}" destId="{63169E8B-3D1F-459E-9354-21B114B064E1}" srcOrd="0" destOrd="0" presId="urn:microsoft.com/office/officeart/2018/2/layout/IconVerticalSolidList"/>
    <dgm:cxn modelId="{1CB9B572-74F4-4FEA-9233-2E947D19E02D}" type="presOf" srcId="{ED3B991C-197F-41CB-B639-D3D427DDBF61}" destId="{681D22C7-6F71-4CCA-AEB5-8221DDD2934A}" srcOrd="0" destOrd="0" presId="urn:microsoft.com/office/officeart/2018/2/layout/IconVerticalSolidList"/>
    <dgm:cxn modelId="{3DE7F57E-7D82-4DD5-B988-CD942DE84193}" srcId="{A1D902AB-8FBB-4A7D-82F4-9211F3E08D26}" destId="{ED3B991C-197F-41CB-B639-D3D427DDBF61}" srcOrd="1" destOrd="0" parTransId="{BDD7787F-AA01-4D47-BCCC-F7331209525E}" sibTransId="{F156E324-9D48-491B-92D5-4CF9B8904D3A}"/>
    <dgm:cxn modelId="{BE0F5C9C-3AA1-4B83-AB75-271BF47149B7}" type="presOf" srcId="{A1D902AB-8FBB-4A7D-82F4-9211F3E08D26}" destId="{DA715FAA-F476-4184-908B-D5F87B74C6FD}" srcOrd="0" destOrd="0" presId="urn:microsoft.com/office/officeart/2018/2/layout/IconVerticalSolidList"/>
    <dgm:cxn modelId="{FE6C7FA1-081C-41FF-9546-0322DC4ADC83}" type="presParOf" srcId="{DA715FAA-F476-4184-908B-D5F87B74C6FD}" destId="{43F2DF94-3C8B-4AB0-AA6C-4931AB0B5585}" srcOrd="0" destOrd="0" presId="urn:microsoft.com/office/officeart/2018/2/layout/IconVerticalSolidList"/>
    <dgm:cxn modelId="{08E4E047-896A-40C8-AC5A-C768C4922BF6}" type="presParOf" srcId="{43F2DF94-3C8B-4AB0-AA6C-4931AB0B5585}" destId="{EB6BDA9C-8830-4DED-BA64-11B586CCEA8F}" srcOrd="0" destOrd="0" presId="urn:microsoft.com/office/officeart/2018/2/layout/IconVerticalSolidList"/>
    <dgm:cxn modelId="{1E53B02F-5C77-4CA2-AA89-E0CD96B1AB69}" type="presParOf" srcId="{43F2DF94-3C8B-4AB0-AA6C-4931AB0B5585}" destId="{4DB5F005-9BEB-4601-A575-4BE9E568D720}" srcOrd="1" destOrd="0" presId="urn:microsoft.com/office/officeart/2018/2/layout/IconVerticalSolidList"/>
    <dgm:cxn modelId="{6FE65BBA-9C33-411B-92B7-7E73532E62EC}" type="presParOf" srcId="{43F2DF94-3C8B-4AB0-AA6C-4931AB0B5585}" destId="{4D174593-A5D8-488F-95A8-CF3192C2A697}" srcOrd="2" destOrd="0" presId="urn:microsoft.com/office/officeart/2018/2/layout/IconVerticalSolidList"/>
    <dgm:cxn modelId="{BF083AAB-182C-4184-92C7-32E90730CFA3}" type="presParOf" srcId="{43F2DF94-3C8B-4AB0-AA6C-4931AB0B5585}" destId="{63169E8B-3D1F-459E-9354-21B114B064E1}" srcOrd="3" destOrd="0" presId="urn:microsoft.com/office/officeart/2018/2/layout/IconVerticalSolidList"/>
    <dgm:cxn modelId="{4896B06B-E50F-43EB-A9EB-07DFDEE591AD}" type="presParOf" srcId="{DA715FAA-F476-4184-908B-D5F87B74C6FD}" destId="{43422911-C6BA-435D-8142-A3B4995FA65C}" srcOrd="1" destOrd="0" presId="urn:microsoft.com/office/officeart/2018/2/layout/IconVerticalSolidList"/>
    <dgm:cxn modelId="{3DA36066-1502-4C2B-8AA2-C523ED3D9F33}" type="presParOf" srcId="{DA715FAA-F476-4184-908B-D5F87B74C6FD}" destId="{02ECF83F-58C4-4C10-B0C7-2FBAF0E94995}" srcOrd="2" destOrd="0" presId="urn:microsoft.com/office/officeart/2018/2/layout/IconVerticalSolidList"/>
    <dgm:cxn modelId="{631F9BCF-B2BD-4B0D-880E-FA08321E2CE4}" type="presParOf" srcId="{02ECF83F-58C4-4C10-B0C7-2FBAF0E94995}" destId="{7F631FD0-6043-486E-AE0C-4BE08F288BD2}" srcOrd="0" destOrd="0" presId="urn:microsoft.com/office/officeart/2018/2/layout/IconVerticalSolidList"/>
    <dgm:cxn modelId="{6636F335-353E-4126-8D8F-C170BABEF57A}" type="presParOf" srcId="{02ECF83F-58C4-4C10-B0C7-2FBAF0E94995}" destId="{D025A8F8-6A73-4E13-924F-FDD6E214DF10}" srcOrd="1" destOrd="0" presId="urn:microsoft.com/office/officeart/2018/2/layout/IconVerticalSolidList"/>
    <dgm:cxn modelId="{AEFDA957-3F43-475C-AD30-4195C180E35D}" type="presParOf" srcId="{02ECF83F-58C4-4C10-B0C7-2FBAF0E94995}" destId="{51EC1B31-949C-405E-B1E4-045253F4FBF4}" srcOrd="2" destOrd="0" presId="urn:microsoft.com/office/officeart/2018/2/layout/IconVerticalSolidList"/>
    <dgm:cxn modelId="{BD85CEAA-CA75-4808-9D08-D52E75F897CC}" type="presParOf" srcId="{02ECF83F-58C4-4C10-B0C7-2FBAF0E94995}" destId="{681D22C7-6F71-4CCA-AEB5-8221DDD293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D53B7E-E1C1-473F-B728-103A62B5DE5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E6760DA-0B6C-4F8A-B0EC-F4BEEB0C9A53}">
      <dgm:prSet/>
      <dgm:spPr/>
      <dgm:t>
        <a:bodyPr/>
        <a:lstStyle/>
        <a:p>
          <a:r>
            <a:rPr lang="en-US"/>
            <a:t>Due to the prevalence of I P V/D V, it is generally agreed that I P V/D V screening should be universal.</a:t>
          </a:r>
        </a:p>
      </dgm:t>
    </dgm:pt>
    <dgm:pt modelId="{C0A791B5-ADBE-48BF-BDE9-48168EEA3865}" type="parTrans" cxnId="{8CB827EA-A53C-4A4E-9B46-360CC82AF6C9}">
      <dgm:prSet/>
      <dgm:spPr/>
      <dgm:t>
        <a:bodyPr/>
        <a:lstStyle/>
        <a:p>
          <a:endParaRPr lang="en-US"/>
        </a:p>
      </dgm:t>
    </dgm:pt>
    <dgm:pt modelId="{2FAD7D8A-833F-43D3-B7CC-4660BC9478E1}" type="sibTrans" cxnId="{8CB827EA-A53C-4A4E-9B46-360CC82AF6C9}">
      <dgm:prSet/>
      <dgm:spPr/>
      <dgm:t>
        <a:bodyPr/>
        <a:lstStyle/>
        <a:p>
          <a:endParaRPr lang="en-US"/>
        </a:p>
      </dgm:t>
    </dgm:pt>
    <dgm:pt modelId="{DBE2367D-3046-4749-AD21-269CE29A634D}">
      <dgm:prSet/>
      <dgm:spPr/>
      <dgm:t>
        <a:bodyPr/>
        <a:lstStyle/>
        <a:p>
          <a:r>
            <a:rPr lang="en-US"/>
            <a:t>A primary barrier to universal I P V/D V screening is the lack of knowledge of and training on how to ask about I P V/D V, how to recognize symptoms that may indicate an individual is experiencing abuse, and how to respond if I P V/D V is disclosed.</a:t>
          </a:r>
        </a:p>
      </dgm:t>
    </dgm:pt>
    <dgm:pt modelId="{248753A4-A843-4C7A-89E4-251BA3876751}" type="parTrans" cxnId="{98AD4FB6-CDB7-49E9-894C-7B4B5C3ABB6D}">
      <dgm:prSet/>
      <dgm:spPr/>
      <dgm:t>
        <a:bodyPr/>
        <a:lstStyle/>
        <a:p>
          <a:endParaRPr lang="en-US"/>
        </a:p>
      </dgm:t>
    </dgm:pt>
    <dgm:pt modelId="{093A2FF0-D9A5-43C0-81C8-8770E37B2998}" type="sibTrans" cxnId="{98AD4FB6-CDB7-49E9-894C-7B4B5C3ABB6D}">
      <dgm:prSet/>
      <dgm:spPr/>
      <dgm:t>
        <a:bodyPr/>
        <a:lstStyle/>
        <a:p>
          <a:endParaRPr lang="en-US"/>
        </a:p>
      </dgm:t>
    </dgm:pt>
    <dgm:pt modelId="{74D79A75-8D3A-411F-972A-E229E2235C27}">
      <dgm:prSet/>
      <dgm:spPr/>
      <dgm:t>
        <a:bodyPr/>
        <a:lstStyle/>
        <a:p>
          <a:r>
            <a:rPr lang="en-US"/>
            <a:t>Once a safe environment and rapport are established, counselors should ask directly about I P V/D V, gathering as many concrete and specific details as possible.</a:t>
          </a:r>
        </a:p>
      </dgm:t>
    </dgm:pt>
    <dgm:pt modelId="{DED9DEEE-2C65-4C28-9672-C1881DC6B5F3}" type="parTrans" cxnId="{4CCFA8BC-58AC-40C4-B48F-E1D226DD53C7}">
      <dgm:prSet/>
      <dgm:spPr/>
      <dgm:t>
        <a:bodyPr/>
        <a:lstStyle/>
        <a:p>
          <a:endParaRPr lang="en-US"/>
        </a:p>
      </dgm:t>
    </dgm:pt>
    <dgm:pt modelId="{4E3E2F2B-0532-4DA5-A748-2C09765FE45E}" type="sibTrans" cxnId="{4CCFA8BC-58AC-40C4-B48F-E1D226DD53C7}">
      <dgm:prSet/>
      <dgm:spPr/>
      <dgm:t>
        <a:bodyPr/>
        <a:lstStyle/>
        <a:p>
          <a:endParaRPr lang="en-US"/>
        </a:p>
      </dgm:t>
    </dgm:pt>
    <dgm:pt modelId="{621268E9-D081-49D2-9C88-47F2FBCB68A5}">
      <dgm:prSet/>
      <dgm:spPr/>
      <dgm:t>
        <a:bodyPr/>
        <a:lstStyle/>
        <a:p>
          <a:r>
            <a:rPr lang="en-US"/>
            <a:t>Counselors should consider conducting a variety of assessments for lethality: suicidal, homicidal, and level of threat as perceived by the victim .</a:t>
          </a:r>
        </a:p>
      </dgm:t>
    </dgm:pt>
    <dgm:pt modelId="{8BEC514E-93A5-48DA-A859-018103FA9028}" type="parTrans" cxnId="{8F9F9CEE-DD4F-4D95-8F52-B8EED06ADC83}">
      <dgm:prSet/>
      <dgm:spPr/>
      <dgm:t>
        <a:bodyPr/>
        <a:lstStyle/>
        <a:p>
          <a:endParaRPr lang="en-US"/>
        </a:p>
      </dgm:t>
    </dgm:pt>
    <dgm:pt modelId="{5F51EC47-6721-42DB-B618-6527D94FA358}" type="sibTrans" cxnId="{8F9F9CEE-DD4F-4D95-8F52-B8EED06ADC83}">
      <dgm:prSet/>
      <dgm:spPr/>
      <dgm:t>
        <a:bodyPr/>
        <a:lstStyle/>
        <a:p>
          <a:endParaRPr lang="en-US"/>
        </a:p>
      </dgm:t>
    </dgm:pt>
    <dgm:pt modelId="{79B93314-8B40-4685-BDD1-748DE4213713}" type="pres">
      <dgm:prSet presAssocID="{61D53B7E-E1C1-473F-B728-103A62B5DE52}" presName="linear" presStyleCnt="0">
        <dgm:presLayoutVars>
          <dgm:animLvl val="lvl"/>
          <dgm:resizeHandles val="exact"/>
        </dgm:presLayoutVars>
      </dgm:prSet>
      <dgm:spPr/>
    </dgm:pt>
    <dgm:pt modelId="{2F95596A-80BF-4E4A-B842-8A0246F11D85}" type="pres">
      <dgm:prSet presAssocID="{AE6760DA-0B6C-4F8A-B0EC-F4BEEB0C9A53}" presName="parentText" presStyleLbl="node1" presStyleIdx="0" presStyleCnt="4">
        <dgm:presLayoutVars>
          <dgm:chMax val="0"/>
          <dgm:bulletEnabled val="1"/>
        </dgm:presLayoutVars>
      </dgm:prSet>
      <dgm:spPr/>
    </dgm:pt>
    <dgm:pt modelId="{DDAA1ECE-619F-4DA5-B026-AA848B5F996A}" type="pres">
      <dgm:prSet presAssocID="{2FAD7D8A-833F-43D3-B7CC-4660BC9478E1}" presName="spacer" presStyleCnt="0"/>
      <dgm:spPr/>
    </dgm:pt>
    <dgm:pt modelId="{FB7BA578-1A22-405B-AFBF-4F407515045F}" type="pres">
      <dgm:prSet presAssocID="{DBE2367D-3046-4749-AD21-269CE29A634D}" presName="parentText" presStyleLbl="node1" presStyleIdx="1" presStyleCnt="4">
        <dgm:presLayoutVars>
          <dgm:chMax val="0"/>
          <dgm:bulletEnabled val="1"/>
        </dgm:presLayoutVars>
      </dgm:prSet>
      <dgm:spPr/>
    </dgm:pt>
    <dgm:pt modelId="{A35C83DB-0D3E-4E29-BAD5-5D5E11EF8059}" type="pres">
      <dgm:prSet presAssocID="{093A2FF0-D9A5-43C0-81C8-8770E37B2998}" presName="spacer" presStyleCnt="0"/>
      <dgm:spPr/>
    </dgm:pt>
    <dgm:pt modelId="{2EB07149-56D3-4C40-8F44-3F76A6000B61}" type="pres">
      <dgm:prSet presAssocID="{74D79A75-8D3A-411F-972A-E229E2235C27}" presName="parentText" presStyleLbl="node1" presStyleIdx="2" presStyleCnt="4">
        <dgm:presLayoutVars>
          <dgm:chMax val="0"/>
          <dgm:bulletEnabled val="1"/>
        </dgm:presLayoutVars>
      </dgm:prSet>
      <dgm:spPr/>
    </dgm:pt>
    <dgm:pt modelId="{042D0497-F918-42D3-90F5-C768FF5A7525}" type="pres">
      <dgm:prSet presAssocID="{4E3E2F2B-0532-4DA5-A748-2C09765FE45E}" presName="spacer" presStyleCnt="0"/>
      <dgm:spPr/>
    </dgm:pt>
    <dgm:pt modelId="{F82B8676-8DF0-46CE-A011-061B51FAFC18}" type="pres">
      <dgm:prSet presAssocID="{621268E9-D081-49D2-9C88-47F2FBCB68A5}" presName="parentText" presStyleLbl="node1" presStyleIdx="3" presStyleCnt="4">
        <dgm:presLayoutVars>
          <dgm:chMax val="0"/>
          <dgm:bulletEnabled val="1"/>
        </dgm:presLayoutVars>
      </dgm:prSet>
      <dgm:spPr/>
    </dgm:pt>
  </dgm:ptLst>
  <dgm:cxnLst>
    <dgm:cxn modelId="{2258BA22-1122-41F2-BA4E-0900747F6DB6}" type="presOf" srcId="{AE6760DA-0B6C-4F8A-B0EC-F4BEEB0C9A53}" destId="{2F95596A-80BF-4E4A-B842-8A0246F11D85}" srcOrd="0" destOrd="0" presId="urn:microsoft.com/office/officeart/2005/8/layout/vList2"/>
    <dgm:cxn modelId="{365C6A61-2942-4A13-9AB1-1B6EC42B45AF}" type="presOf" srcId="{74D79A75-8D3A-411F-972A-E229E2235C27}" destId="{2EB07149-56D3-4C40-8F44-3F76A6000B61}" srcOrd="0" destOrd="0" presId="urn:microsoft.com/office/officeart/2005/8/layout/vList2"/>
    <dgm:cxn modelId="{98AD4FB6-CDB7-49E9-894C-7B4B5C3ABB6D}" srcId="{61D53B7E-E1C1-473F-B728-103A62B5DE52}" destId="{DBE2367D-3046-4749-AD21-269CE29A634D}" srcOrd="1" destOrd="0" parTransId="{248753A4-A843-4C7A-89E4-251BA3876751}" sibTransId="{093A2FF0-D9A5-43C0-81C8-8770E37B2998}"/>
    <dgm:cxn modelId="{E8C804BB-5770-414E-8CCD-647369856584}" type="presOf" srcId="{61D53B7E-E1C1-473F-B728-103A62B5DE52}" destId="{79B93314-8B40-4685-BDD1-748DE4213713}" srcOrd="0" destOrd="0" presId="urn:microsoft.com/office/officeart/2005/8/layout/vList2"/>
    <dgm:cxn modelId="{4CCFA8BC-58AC-40C4-B48F-E1D226DD53C7}" srcId="{61D53B7E-E1C1-473F-B728-103A62B5DE52}" destId="{74D79A75-8D3A-411F-972A-E229E2235C27}" srcOrd="2" destOrd="0" parTransId="{DED9DEEE-2C65-4C28-9672-C1881DC6B5F3}" sibTransId="{4E3E2F2B-0532-4DA5-A748-2C09765FE45E}"/>
    <dgm:cxn modelId="{78CF61C8-9619-4751-8401-39408A7CA973}" type="presOf" srcId="{621268E9-D081-49D2-9C88-47F2FBCB68A5}" destId="{F82B8676-8DF0-46CE-A011-061B51FAFC18}" srcOrd="0" destOrd="0" presId="urn:microsoft.com/office/officeart/2005/8/layout/vList2"/>
    <dgm:cxn modelId="{358DE7D4-CF7A-4916-B4D9-004BCBF4197E}" type="presOf" srcId="{DBE2367D-3046-4749-AD21-269CE29A634D}" destId="{FB7BA578-1A22-405B-AFBF-4F407515045F}" srcOrd="0" destOrd="0" presId="urn:microsoft.com/office/officeart/2005/8/layout/vList2"/>
    <dgm:cxn modelId="{8CB827EA-A53C-4A4E-9B46-360CC82AF6C9}" srcId="{61D53B7E-E1C1-473F-B728-103A62B5DE52}" destId="{AE6760DA-0B6C-4F8A-B0EC-F4BEEB0C9A53}" srcOrd="0" destOrd="0" parTransId="{C0A791B5-ADBE-48BF-BDE9-48168EEA3865}" sibTransId="{2FAD7D8A-833F-43D3-B7CC-4660BC9478E1}"/>
    <dgm:cxn modelId="{8F9F9CEE-DD4F-4D95-8F52-B8EED06ADC83}" srcId="{61D53B7E-E1C1-473F-B728-103A62B5DE52}" destId="{621268E9-D081-49D2-9C88-47F2FBCB68A5}" srcOrd="3" destOrd="0" parTransId="{8BEC514E-93A5-48DA-A859-018103FA9028}" sibTransId="{5F51EC47-6721-42DB-B618-6527D94FA358}"/>
    <dgm:cxn modelId="{CBD5C3B6-0E1F-4643-A490-CCF7E7E055E2}" type="presParOf" srcId="{79B93314-8B40-4685-BDD1-748DE4213713}" destId="{2F95596A-80BF-4E4A-B842-8A0246F11D85}" srcOrd="0" destOrd="0" presId="urn:microsoft.com/office/officeart/2005/8/layout/vList2"/>
    <dgm:cxn modelId="{8539477E-E16F-4381-9762-81304527F41B}" type="presParOf" srcId="{79B93314-8B40-4685-BDD1-748DE4213713}" destId="{DDAA1ECE-619F-4DA5-B026-AA848B5F996A}" srcOrd="1" destOrd="0" presId="urn:microsoft.com/office/officeart/2005/8/layout/vList2"/>
    <dgm:cxn modelId="{52849863-BD86-4FA6-9B4E-4425A1187775}" type="presParOf" srcId="{79B93314-8B40-4685-BDD1-748DE4213713}" destId="{FB7BA578-1A22-405B-AFBF-4F407515045F}" srcOrd="2" destOrd="0" presId="urn:microsoft.com/office/officeart/2005/8/layout/vList2"/>
    <dgm:cxn modelId="{7AA4B188-D226-4B9E-9204-BBD1A27FEADD}" type="presParOf" srcId="{79B93314-8B40-4685-BDD1-748DE4213713}" destId="{A35C83DB-0D3E-4E29-BAD5-5D5E11EF8059}" srcOrd="3" destOrd="0" presId="urn:microsoft.com/office/officeart/2005/8/layout/vList2"/>
    <dgm:cxn modelId="{2FADB345-9A7D-4C0A-A0F4-C81235F7F41A}" type="presParOf" srcId="{79B93314-8B40-4685-BDD1-748DE4213713}" destId="{2EB07149-56D3-4C40-8F44-3F76A6000B61}" srcOrd="4" destOrd="0" presId="urn:microsoft.com/office/officeart/2005/8/layout/vList2"/>
    <dgm:cxn modelId="{77AF2F78-9278-4E53-9C0D-4552199BACBE}" type="presParOf" srcId="{79B93314-8B40-4685-BDD1-748DE4213713}" destId="{042D0497-F918-42D3-90F5-C768FF5A7525}" srcOrd="5" destOrd="0" presId="urn:microsoft.com/office/officeart/2005/8/layout/vList2"/>
    <dgm:cxn modelId="{EB79D3D0-3B51-4AAE-AA22-878FF3D0A934}" type="presParOf" srcId="{79B93314-8B40-4685-BDD1-748DE4213713}" destId="{F82B8676-8DF0-46CE-A011-061B51FAFC1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BDA9C-8830-4DED-BA64-11B586CCEA8F}">
      <dsp:nvSpPr>
        <dsp:cNvPr id="0" name=""/>
        <dsp:cNvSpPr/>
      </dsp:nvSpPr>
      <dsp:spPr>
        <a:xfrm>
          <a:off x="0" y="702717"/>
          <a:ext cx="4793456" cy="13014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B5F005-9BEB-4601-A575-4BE9E568D720}">
      <dsp:nvSpPr>
        <dsp:cNvPr id="0" name=""/>
        <dsp:cNvSpPr/>
      </dsp:nvSpPr>
      <dsp:spPr>
        <a:xfrm>
          <a:off x="39370" y="732001"/>
          <a:ext cx="71582" cy="71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169E8B-3D1F-459E-9354-21B114B064E1}">
      <dsp:nvSpPr>
        <dsp:cNvPr id="0" name=""/>
        <dsp:cNvSpPr/>
      </dsp:nvSpPr>
      <dsp:spPr>
        <a:xfrm>
          <a:off x="150322" y="702717"/>
          <a:ext cx="4296073" cy="17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405" tIns="187405" rIns="187405" bIns="187405" numCol="1" spcCol="1270" anchor="ctr" anchorCtr="0">
          <a:noAutofit/>
        </a:bodyPr>
        <a:lstStyle/>
        <a:p>
          <a:pPr marL="0" lvl="0" indent="0" algn="l" defTabSz="622300">
            <a:lnSpc>
              <a:spcPct val="90000"/>
            </a:lnSpc>
            <a:spcBef>
              <a:spcPct val="0"/>
            </a:spcBef>
            <a:spcAft>
              <a:spcPct val="35000"/>
            </a:spcAft>
            <a:buNone/>
          </a:pPr>
          <a:r>
            <a:rPr lang="en-US" sz="1400" b="0" i="0" kern="1200">
              <a:solidFill>
                <a:schemeClr val="tx1"/>
              </a:solidFill>
            </a:rPr>
            <a:t>Crisis counselors have numerous opportunities to make a difference in the lives of victims and survivors of I P V.</a:t>
          </a:r>
          <a:endParaRPr lang="en-US" sz="1400" kern="1200">
            <a:solidFill>
              <a:schemeClr val="tx1"/>
            </a:solidFill>
          </a:endParaRPr>
        </a:p>
      </dsp:txBody>
      <dsp:txXfrm>
        <a:off x="150322" y="702717"/>
        <a:ext cx="4296073" cy="1770756"/>
      </dsp:txXfrm>
    </dsp:sp>
    <dsp:sp modelId="{7F631FD0-6043-486E-AE0C-4BE08F288BD2}">
      <dsp:nvSpPr>
        <dsp:cNvPr id="0" name=""/>
        <dsp:cNvSpPr/>
      </dsp:nvSpPr>
      <dsp:spPr>
        <a:xfrm>
          <a:off x="0" y="2773212"/>
          <a:ext cx="4793456" cy="13014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5A8F8-6A73-4E13-924F-FDD6E214DF10}">
      <dsp:nvSpPr>
        <dsp:cNvPr id="0" name=""/>
        <dsp:cNvSpPr/>
      </dsp:nvSpPr>
      <dsp:spPr>
        <a:xfrm>
          <a:off x="39370" y="2802495"/>
          <a:ext cx="71582" cy="71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81D22C7-6F71-4CCA-AEB5-8221DDD2934A}">
      <dsp:nvSpPr>
        <dsp:cNvPr id="0" name=""/>
        <dsp:cNvSpPr/>
      </dsp:nvSpPr>
      <dsp:spPr>
        <a:xfrm>
          <a:off x="150322" y="2773212"/>
          <a:ext cx="4296073" cy="17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405" tIns="187405" rIns="187405" bIns="187405" numCol="1" spcCol="1270" anchor="ctr" anchorCtr="0">
          <a:noAutofit/>
        </a:bodyPr>
        <a:lstStyle/>
        <a:p>
          <a:pPr marL="0" lvl="0" indent="0" algn="l" defTabSz="622300">
            <a:lnSpc>
              <a:spcPct val="90000"/>
            </a:lnSpc>
            <a:spcBef>
              <a:spcPct val="0"/>
            </a:spcBef>
            <a:spcAft>
              <a:spcPct val="35000"/>
            </a:spcAft>
            <a:buNone/>
          </a:pPr>
          <a:r>
            <a:rPr lang="en-US" sz="1400" b="0" i="0" kern="1200" dirty="0">
              <a:solidFill>
                <a:schemeClr val="tx1"/>
              </a:solidFill>
            </a:rPr>
            <a:t>These opportunities include accurate screening, use of Q-tree assessments, effective responses to I P V disclosure, implementing effective harm reduction and safety planning, intentional referrals to I P V shelters, and helping clients navigate the emotional ramifications of I P V.</a:t>
          </a:r>
          <a:endParaRPr lang="en-US" sz="1400" kern="1200" dirty="0">
            <a:solidFill>
              <a:schemeClr val="tx1"/>
            </a:solidFill>
          </a:endParaRPr>
        </a:p>
      </dsp:txBody>
      <dsp:txXfrm>
        <a:off x="150322" y="2773212"/>
        <a:ext cx="4296073" cy="1770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95596A-80BF-4E4A-B842-8A0246F11D85}">
      <dsp:nvSpPr>
        <dsp:cNvPr id="0" name=""/>
        <dsp:cNvSpPr/>
      </dsp:nvSpPr>
      <dsp:spPr>
        <a:xfrm>
          <a:off x="0" y="126338"/>
          <a:ext cx="4793456" cy="1218262"/>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Due to the prevalence of I P V/D V, it is generally agreed that I P V/D V screening should be universal.</a:t>
          </a:r>
        </a:p>
      </dsp:txBody>
      <dsp:txXfrm>
        <a:off x="59471" y="185809"/>
        <a:ext cx="4674514" cy="1099320"/>
      </dsp:txXfrm>
    </dsp:sp>
    <dsp:sp modelId="{FB7BA578-1A22-405B-AFBF-4F407515045F}">
      <dsp:nvSpPr>
        <dsp:cNvPr id="0" name=""/>
        <dsp:cNvSpPr/>
      </dsp:nvSpPr>
      <dsp:spPr>
        <a:xfrm>
          <a:off x="0" y="1384920"/>
          <a:ext cx="4793456" cy="1218262"/>
        </a:xfrm>
        <a:prstGeom prst="roundRect">
          <a:avLst/>
        </a:prstGeom>
        <a:solidFill>
          <a:schemeClr val="accent2">
            <a:hueOff val="451605"/>
            <a:satOff val="-2211"/>
            <a:lumOff val="124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A primary barrier to universal I P V/D V screening is the lack of knowledge of and training on how to ask about I P V/D V, how to recognize symptoms that may indicate an individual is experiencing abuse, and how to respond if I P V/D V is disclosed.</a:t>
          </a:r>
        </a:p>
      </dsp:txBody>
      <dsp:txXfrm>
        <a:off x="59471" y="1444391"/>
        <a:ext cx="4674514" cy="1099320"/>
      </dsp:txXfrm>
    </dsp:sp>
    <dsp:sp modelId="{2EB07149-56D3-4C40-8F44-3F76A6000B61}">
      <dsp:nvSpPr>
        <dsp:cNvPr id="0" name=""/>
        <dsp:cNvSpPr/>
      </dsp:nvSpPr>
      <dsp:spPr>
        <a:xfrm>
          <a:off x="0" y="2643503"/>
          <a:ext cx="4793456" cy="1218262"/>
        </a:xfrm>
        <a:prstGeom prst="roundRect">
          <a:avLst/>
        </a:prstGeom>
        <a:solidFill>
          <a:schemeClr val="accent2">
            <a:hueOff val="903209"/>
            <a:satOff val="-4421"/>
            <a:lumOff val="24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Once a safe environment and rapport are established, counselors should ask directly about I P V/D V, gathering as many concrete and specific details as possible.</a:t>
          </a:r>
        </a:p>
      </dsp:txBody>
      <dsp:txXfrm>
        <a:off x="59471" y="2702974"/>
        <a:ext cx="4674514" cy="1099320"/>
      </dsp:txXfrm>
    </dsp:sp>
    <dsp:sp modelId="{F82B8676-8DF0-46CE-A011-061B51FAFC18}">
      <dsp:nvSpPr>
        <dsp:cNvPr id="0" name=""/>
        <dsp:cNvSpPr/>
      </dsp:nvSpPr>
      <dsp:spPr>
        <a:xfrm>
          <a:off x="0" y="3902086"/>
          <a:ext cx="4793456" cy="1218262"/>
        </a:xfrm>
        <a:prstGeom prst="round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Counselors should consider conducting a variety of assessments for lethality: suicidal, homicidal, and level of threat as perceived by the victim .</a:t>
          </a:r>
        </a:p>
      </dsp:txBody>
      <dsp:txXfrm>
        <a:off x="59471" y="3961557"/>
        <a:ext cx="4674514" cy="10993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2/26/2026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r>
              <a:rPr lang="en-US" sz="1200" b="0" i="0" u="none" strike="noStrike" kern="1200" cap="none" dirty="0">
                <a:solidFill>
                  <a:schemeClr val="dk1"/>
                </a:solidFill>
                <a:latin typeface="Arial"/>
                <a:cs typeface="Arial"/>
                <a:sym typeface="Arial"/>
              </a:rPr>
              <a: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7" cy="2554758"/>
          </a:xfrm>
        </p:spPr>
        <p:txBody>
          <a:bodyPr anchor="b"/>
          <a:lstStyle>
            <a:lvl1pPr>
              <a:defRPr sz="480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7"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7419" y="1824010"/>
            <a:ext cx="990599" cy="240258"/>
          </a:xfrm>
        </p:spPr>
        <p:txBody>
          <a:bodyPr/>
          <a:lstStyle>
            <a:lvl1pPr algn="l">
              <a:defRPr sz="900" b="0" i="0">
                <a:solidFill>
                  <a:schemeClr val="bg1"/>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bwMode="gray">
          <a:xfrm rot="5400000">
            <a:off x="6246568" y="3264407"/>
            <a:ext cx="3859795" cy="228659"/>
          </a:xfrm>
        </p:spPr>
        <p:txBody>
          <a:bodyPr/>
          <a:lstStyle>
            <a:lvl1pPr>
              <a:defRPr sz="900" b="0" i="0">
                <a:solidFill>
                  <a:schemeClr val="bg1"/>
                </a:solidFill>
              </a:defRPr>
            </a:lvl1pPr>
          </a:lstStyle>
          <a:p>
            <a:r>
              <a:rPr lang="en-US"/>
              <a:t>
              </a:t>
            </a:r>
            <a:endParaRPr lang="en-US" dirty="0"/>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8186476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8"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4067524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hasCustomPrompt="1"/>
          </p:nvPr>
        </p:nvSpPr>
        <p:spPr>
          <a:xfrm>
            <a:off x="866443" y="2257588"/>
            <a:ext cx="3101763" cy="3020343"/>
          </a:xfrm>
        </p:spPr>
        <p:txBody>
          <a:bodyPr anchor="ctr"/>
          <a:lstStyle>
            <a:lvl1pPr algn="l">
              <a:defRPr sz="3200" b="0" cap="none"/>
            </a:lvl1pPr>
          </a:lstStyle>
          <a:p>
            <a:r>
              <a:rPr lang="en-US" dirty="0"/>
              <a:t>Click to edit Master title style</a:t>
            </a:r>
            <a:br>
              <a:rPr lang="en-US" dirty="0"/>
            </a:br>
            <a:r>
              <a:rPr lang="en-US" dirty="0"/>
              <a:t>third</a:t>
            </a:r>
          </a:p>
        </p:txBody>
      </p:sp>
      <p:sp>
        <p:nvSpPr>
          <p:cNvPr id="3" name="Text Placeholder 2"/>
          <p:cNvSpPr>
            <a:spLocks noGrp="1"/>
          </p:cNvSpPr>
          <p:nvPr>
            <p:ph type="body" idx="1"/>
          </p:nvPr>
        </p:nvSpPr>
        <p:spPr>
          <a:xfrm>
            <a:off x="5119261" y="2257267"/>
            <a:ext cx="3054653" cy="3020345"/>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7745644"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432376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79"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532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342737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1" y="3248040"/>
            <a:ext cx="3636978" cy="27717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0" y="248875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040"/>
            <a:ext cx="3636980" cy="277390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13"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53715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a:t>
            </a:r>
            <a:endParaRPr lang="en-US" dirty="0"/>
          </a:p>
        </p:txBody>
      </p:sp>
      <p:sp>
        <p:nvSpPr>
          <p:cNvPr id="10"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9278841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
              </a:t>
            </a:r>
            <a:endParaRPr lang="en-US" dirty="0"/>
          </a:p>
        </p:txBody>
      </p:sp>
      <p:sp>
        <p:nvSpPr>
          <p:cNvPr id="11" name="Rectangle 10"/>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9450569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13" name="Rectangle 12"/>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90" cy="2938036"/>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9" name="Rectangle 18"/>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4185871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21" name="Rectangle 2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3112"/>
            <a:ext cx="3001938" cy="1613085"/>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2" y="3086100"/>
            <a:ext cx="3001938" cy="24511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4" name="Rectangle 13"/>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252110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Rectangle 14"/>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20" name="Rectangle 19"/>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9130649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Rectangle 1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lstStyle>
            <a:lvl1pPr>
              <a:defRPr sz="3600"/>
            </a:lvl1pPr>
          </a:lstStyle>
          <a:p>
            <a:r>
              <a:rPr lang="en-US"/>
              <a:t>Click to edit Master title style</a:t>
            </a:r>
            <a:endParaRPr lang="en-US" dirty="0"/>
          </a:p>
        </p:txBody>
      </p:sp>
      <p:sp>
        <p:nvSpPr>
          <p:cNvPr id="15" name="Text Placeholder 3"/>
          <p:cNvSpPr>
            <a:spLocks noGrp="1"/>
          </p:cNvSpPr>
          <p:nvPr>
            <p:ph type="body" sz="half" idx="13"/>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9" name="Rectangle 18"/>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6860666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4" name="Rectangle 13"/>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1" name="TextBox 10"/>
          <p:cNvSpPr txBox="1"/>
          <p:nvPr/>
        </p:nvSpPr>
        <p:spPr bwMode="gray">
          <a:xfrm>
            <a:off x="7033421" y="2893960"/>
            <a:ext cx="679240"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10" name="TextBox 9"/>
          <p:cNvSpPr txBox="1"/>
          <p:nvPr/>
        </p:nvSpPr>
        <p:spPr bwMode="gray">
          <a:xfrm>
            <a:off x="625840" y="590998"/>
            <a:ext cx="601591"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2" name="Title 1"/>
          <p:cNvSpPr>
            <a:spLocks noGrp="1"/>
          </p:cNvSpPr>
          <p:nvPr>
            <p:ph type="title"/>
          </p:nvPr>
        </p:nvSpPr>
        <p:spPr>
          <a:xfrm>
            <a:off x="1110763" y="914400"/>
            <a:ext cx="6177681" cy="28846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tx2">
                    <a:lumMod val="40000"/>
                    <a:lumOff val="6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78870" y="5000815"/>
            <a:ext cx="6422005" cy="101817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22" name="Rectangle 21"/>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6458519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1" name="Rectangle 10"/>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0948480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1"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2"/>
            <a:ext cx="2313431"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1" y="2485332"/>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2"/>
            <a:ext cx="2326750" cy="288836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0"/>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0" y="3147162"/>
            <a:ext cx="2313740"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8710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9590393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0390" y="4179595"/>
            <a:ext cx="2295329"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48208"/>
            <a:ext cx="2309279" cy="11766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30434" y="4179594"/>
            <a:ext cx="2291674"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486834"/>
            <a:ext cx="2025182" cy="144970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48209"/>
            <a:ext cx="2317790" cy="118837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4166523"/>
            <a:ext cx="2304671" cy="681684"/>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489200"/>
            <a:ext cx="2018838"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8209"/>
            <a:ext cx="2304671" cy="118942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44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4843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2030477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8478459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75741961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402597142"/>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17791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0780486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5889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262555"/>
            <a:ext cx="8229600" cy="51581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5"/>
          </p:nvPr>
        </p:nvSpPr>
        <p:spPr>
          <a:xfrm>
            <a:off x="457200" y="2906713"/>
            <a:ext cx="8229600" cy="522287"/>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6"/>
          </p:nvPr>
        </p:nvSpPr>
        <p:spPr>
          <a:xfrm>
            <a:off x="457200" y="3552825"/>
            <a:ext cx="8229600" cy="550863"/>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7"/>
          </p:nvPr>
        </p:nvSpPr>
        <p:spPr>
          <a:xfrm>
            <a:off x="457200" y="4232275"/>
            <a:ext cx="8229600" cy="633413"/>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18"/>
          </p:nvPr>
        </p:nvSpPr>
        <p:spPr>
          <a:xfrm>
            <a:off x="457200" y="4994275"/>
            <a:ext cx="8229600" cy="527050"/>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9"/>
          </p:nvPr>
        </p:nvSpPr>
        <p:spPr>
          <a:xfrm>
            <a:off x="457200" y="5614988"/>
            <a:ext cx="8229600" cy="457200"/>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52488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33476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53109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34" Type="http://schemas.openxmlformats.org/officeDocument/2006/relationships/theme" Target="../theme/theme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slideLayout" Target="../slideLayouts/slideLayout34.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35" Type="http://schemas.openxmlformats.org/officeDocument/2006/relationships/image" Target="../media/image1.jpeg"/><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9" name="Rectangle 18"/>
            <p:cNvSpPr/>
            <p:nvPr/>
          </p:nvSpPr>
          <p:spPr>
            <a:xfrm>
              <a:off x="0" y="0"/>
              <a:ext cx="9144000" cy="6858000"/>
            </a:xfrm>
            <a:prstGeom prst="rect">
              <a:avLst/>
            </a:prstGeom>
            <a:blipFill>
              <a:blip r:embed="rId35">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6" name="Freeform 25"/>
            <p:cNvSpPr/>
            <p:nvPr/>
          </p:nvSpPr>
          <p:spPr bwMode="gray">
            <a:xfrm>
              <a:off x="485023" y="1856958"/>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1"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1"/>
            <a:ext cx="6345260" cy="35305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60111" y="6377097"/>
            <a:ext cx="990599" cy="228659"/>
          </a:xfrm>
          <a:prstGeom prst="rect">
            <a:avLst/>
          </a:prstGeom>
        </p:spPr>
        <p:txBody>
          <a:bodyPr vert="horz" lIns="91440" tIns="45720" rIns="91440" bIns="45720" rtlCol="0" anchor="t" anchorCtr="0"/>
          <a:lstStyle>
            <a:lvl1pPr algn="r">
              <a:defRPr sz="900" b="1" i="0">
                <a:solidFill>
                  <a:schemeClr val="accent1"/>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90842" y="6373195"/>
            <a:ext cx="3859795" cy="228659"/>
          </a:xfrm>
          <a:prstGeom prst="rect">
            <a:avLst/>
          </a:prstGeom>
        </p:spPr>
        <p:txBody>
          <a:bodyPr vert="horz" lIns="91440" tIns="45720" rIns="91440" bIns="45720" rtlCol="0" anchor="b"/>
          <a:lstStyle>
            <a:lvl1pPr algn="l">
              <a:defRPr sz="900" b="1" i="0">
                <a:solidFill>
                  <a:schemeClr val="accent1"/>
                </a:solidFill>
              </a:defRPr>
            </a:lvl1pPr>
          </a:lstStyle>
          <a:p>
            <a:r>
              <a:rPr lang="en-US" dirty="0"/>
              <a:t>
              </a:t>
            </a:r>
          </a:p>
        </p:txBody>
      </p:sp>
      <p:sp>
        <p:nvSpPr>
          <p:cNvPr id="29" name="Rectangle 2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3"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23058456"/>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664" r:id="rId23"/>
    <p:sldLayoutId id="2147483683" r:id="rId24"/>
    <p:sldLayoutId id="2147483676" r:id="rId25"/>
    <p:sldLayoutId id="2147483677" r:id="rId26"/>
    <p:sldLayoutId id="2147483678" r:id="rId27"/>
    <p:sldLayoutId id="2147483679" r:id="rId28"/>
    <p:sldLayoutId id="2147483681" r:id="rId29"/>
    <p:sldLayoutId id="2147483671" r:id="rId30"/>
    <p:sldLayoutId id="2147483673" r:id="rId31"/>
    <p:sldLayoutId id="2147483670" r:id="rId32"/>
    <p:sldLayoutId id="2147483669" r:id="rId33"/>
  </p:sldLayoutIdLst>
  <p:hf sldNum="0"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hyperlink" Target="http://www.thehotline.org/" TargetMode="Externa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474BD5-5CDD-4624-B265-461D5D2FA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6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89C082B5-9FB8-47CC-AE81-E993CEC17D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21" name="Rectangle 20">
              <a:extLst>
                <a:ext uri="{FF2B5EF4-FFF2-40B4-BE49-F238E27FC236}">
                  <a16:creationId xmlns:a16="http://schemas.microsoft.com/office/drawing/2014/main" id="{49775A48-EE8C-4715-94E0-D6CC9F99A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DA7DF42E-92EA-43F7-B3B1-AF3704E37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19381BF3-00FA-475A-AF22-25E832179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9327A924-89E3-4A90-B5A4-93D47D6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5">
              <a:extLst>
                <a:ext uri="{FF2B5EF4-FFF2-40B4-BE49-F238E27FC236}">
                  <a16:creationId xmlns:a16="http://schemas.microsoft.com/office/drawing/2014/main" id="{3FEF908F-83B8-4DD0-8A1B-F1F735BE9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6" name="Freeform 5">
              <a:extLst>
                <a:ext uri="{FF2B5EF4-FFF2-40B4-BE49-F238E27FC236}">
                  <a16:creationId xmlns:a16="http://schemas.microsoft.com/office/drawing/2014/main" id="{9C3956E1-F253-4F36-84D5-22D5373F02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27" name="Freeform 5">
              <a:extLst>
                <a:ext uri="{FF2B5EF4-FFF2-40B4-BE49-F238E27FC236}">
                  <a16:creationId xmlns:a16="http://schemas.microsoft.com/office/drawing/2014/main" id="{68E0CC82-48EE-47B3-8BF4-8C58CF31CE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9" name="Rectangle 28">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Title 12">
            <a:extLst>
              <a:ext uri="{FF2B5EF4-FFF2-40B4-BE49-F238E27FC236}">
                <a16:creationId xmlns:a16="http://schemas.microsoft.com/office/drawing/2014/main" id="{77A83F56-D953-452D-CC9C-179C79ECD736}"/>
              </a:ext>
            </a:extLst>
          </p:cNvPr>
          <p:cNvSpPr>
            <a:spLocks noGrp="1"/>
          </p:cNvSpPr>
          <p:nvPr>
            <p:ph type="ctrTitle"/>
          </p:nvPr>
        </p:nvSpPr>
        <p:spPr>
          <a:xfrm>
            <a:off x="1262378" y="1143000"/>
            <a:ext cx="6619243" cy="3389217"/>
          </a:xfrm>
        </p:spPr>
        <p:txBody>
          <a:bodyPr anchor="ctr">
            <a:normAutofit/>
          </a:bodyPr>
          <a:lstStyle/>
          <a:p>
            <a:pPr algn="ctr"/>
            <a:r>
              <a:rPr lang="en-US" sz="5700" b="1">
                <a:solidFill>
                  <a:srgbClr val="FFFFFF"/>
                </a:solidFill>
              </a:rPr>
              <a:t>Chapter 8</a:t>
            </a:r>
            <a:br>
              <a:rPr lang="en-US" sz="5700" b="1">
                <a:solidFill>
                  <a:srgbClr val="FFFFFF"/>
                </a:solidFill>
              </a:rPr>
            </a:br>
            <a:endParaRPr lang="en-US" sz="5700">
              <a:solidFill>
                <a:srgbClr val="FFFFFF"/>
              </a:solidFill>
            </a:endParaRP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type="subTitle" idx="1"/>
          </p:nvPr>
        </p:nvSpPr>
        <p:spPr>
          <a:xfrm>
            <a:off x="1262378" y="5240851"/>
            <a:ext cx="6619243" cy="828932"/>
          </a:xfrm>
        </p:spPr>
        <p:txBody>
          <a:bodyPr>
            <a:normAutofit/>
          </a:bodyPr>
          <a:lstStyle/>
          <a:p>
            <a:pPr algn="ctr" defTabSz="914400">
              <a:defRPr/>
            </a:pPr>
            <a:r>
              <a:rPr lang="en-US" sz="2100">
                <a:solidFill>
                  <a:schemeClr val="tx2"/>
                </a:solidFill>
              </a:rPr>
              <a:t>Intimate Partner Violence and Domestic Violence</a:t>
            </a:r>
          </a:p>
        </p:txBody>
      </p:sp>
    </p:spTree>
    <p:extLst>
      <p:ext uri="{BB962C8B-B14F-4D97-AF65-F5344CB8AC3E}">
        <p14:creationId xmlns:p14="http://schemas.microsoft.com/office/powerpoint/2010/main" val="152220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13"/>
                                        </p:tgtEl>
                                        <p:attrNameLst>
                                          <p:attrName>style.visibility</p:attrName>
                                        </p:attrNameLst>
                                      </p:cBhvr>
                                      <p:to>
                                        <p:strVal val="visible"/>
                                      </p:to>
                                    </p:set>
                                    <p:animEffect transition="in" filter="fade">
                                      <p:cBhvr>
                                        <p:cTn id="7" dur="700"/>
                                        <p:tgtEl>
                                          <p:spTgt spid="13"/>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Overview of Intimate Partner Violence and Domestic Violence (1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Intimate partner violence (I P V) involves physical, sexual, and emotional aggression, violence, or stalking by a current or former intimate partner.</a:t>
            </a:r>
          </a:p>
          <a:p>
            <a:pPr lvl="1">
              <a:lnSpc>
                <a:spcPct val="90000"/>
              </a:lnSpc>
              <a:buClr>
                <a:schemeClr val="accent1"/>
              </a:buClr>
              <a:buSzPct val="80000"/>
            </a:pPr>
            <a:r>
              <a:rPr lang="en-US" sz="1300" noProof="0">
                <a:solidFill>
                  <a:schemeClr val="tx1"/>
                </a:solidFill>
                <a:ea typeface="+mn-ea"/>
                <a:cs typeface="+mn-cs"/>
              </a:rPr>
              <a:t>I P V is an inclusive term that is used to describe violence among opposite- or same-sex couples currently or formerly in a relationship.</a:t>
            </a:r>
          </a:p>
          <a:p>
            <a:pPr lvl="1">
              <a:lnSpc>
                <a:spcPct val="90000"/>
              </a:lnSpc>
              <a:buClr>
                <a:schemeClr val="accent1"/>
              </a:buClr>
              <a:buSzPct val="80000"/>
            </a:pPr>
            <a:r>
              <a:rPr lang="en-US" sz="1300" noProof="0">
                <a:solidFill>
                  <a:schemeClr val="tx1"/>
                </a:solidFill>
                <a:ea typeface="+mn-ea"/>
                <a:cs typeface="+mn-cs"/>
              </a:rPr>
              <a:t>I P V is only one aspect of domestic violence (D V) and, used by itself, is not inclusive of other individuals who are in violent relationships.</a:t>
            </a:r>
          </a:p>
          <a:p>
            <a:pPr lvl="1">
              <a:lnSpc>
                <a:spcPct val="90000"/>
              </a:lnSpc>
              <a:buClr>
                <a:schemeClr val="accent1"/>
              </a:buClr>
              <a:buSzPct val="80000"/>
            </a:pPr>
            <a:r>
              <a:rPr lang="en-US" sz="1300" noProof="0">
                <a:solidFill>
                  <a:schemeClr val="tx1"/>
                </a:solidFill>
                <a:ea typeface="+mn-ea"/>
                <a:cs typeface="+mn-cs"/>
              </a:rPr>
              <a:t>I P V is not the legal term used in federal or state statutes or regulations that outline mandated reporting laws for health care providers or laws that govern law enforcement practices when intervening in D V situations.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Overview of Intimate Partner Violence and Domestic Violence (2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Domestic violence (D V) is defined as “violence between spouses, or spousal abuse but can also include cohabitants and non-married intimate partners.”</a:t>
            </a:r>
          </a:p>
          <a:p>
            <a:pPr>
              <a:lnSpc>
                <a:spcPct val="90000"/>
              </a:lnSpc>
              <a:buClr>
                <a:schemeClr val="accent1"/>
              </a:buClr>
              <a:buSzPct val="80000"/>
            </a:pPr>
            <a:r>
              <a:rPr lang="en-US" sz="1100" noProof="0">
                <a:solidFill>
                  <a:schemeClr val="tx1"/>
                </a:solidFill>
                <a:ea typeface="+mn-ea"/>
                <a:cs typeface="+mn-cs"/>
              </a:rPr>
              <a:t>States may further narrow this definition, and counselors should be aware of the laws that govern their practice with D V victims and perpetrators in their state.</a:t>
            </a:r>
          </a:p>
          <a:p>
            <a:pPr lvl="1">
              <a:lnSpc>
                <a:spcPct val="90000"/>
              </a:lnSpc>
              <a:buClr>
                <a:schemeClr val="accent1"/>
              </a:buClr>
              <a:buSzPct val="80000"/>
            </a:pPr>
            <a:r>
              <a:rPr lang="en-US" sz="1100" noProof="0">
                <a:solidFill>
                  <a:schemeClr val="tx1"/>
                </a:solidFill>
                <a:ea typeface="+mn-ea"/>
                <a:cs typeface="+mn-cs"/>
              </a:rPr>
              <a:t>Law enforcement intervention and charges will vary depending on the state’s definition of D V and assault or whether the person in the D V relationship aligns with the definition of D V or assault.</a:t>
            </a:r>
          </a:p>
          <a:p>
            <a:pPr>
              <a:lnSpc>
                <a:spcPct val="90000"/>
              </a:lnSpc>
              <a:buClr>
                <a:schemeClr val="accent1"/>
              </a:buClr>
              <a:buSzPct val="80000"/>
            </a:pPr>
            <a:r>
              <a:rPr lang="en-US" sz="1100" noProof="0">
                <a:solidFill>
                  <a:schemeClr val="tx1"/>
                </a:solidFill>
                <a:ea typeface="+mn-ea"/>
                <a:cs typeface="+mn-cs"/>
              </a:rPr>
              <a:t>Statistics regarding D V vary due to the range of definitions and data collection methods used by researchers.</a:t>
            </a:r>
          </a:p>
          <a:p>
            <a:pPr>
              <a:lnSpc>
                <a:spcPct val="90000"/>
              </a:lnSpc>
              <a:buClr>
                <a:schemeClr val="accent1"/>
              </a:buClr>
              <a:buSzPct val="80000"/>
            </a:pPr>
            <a:r>
              <a:rPr lang="en-US" sz="1100" noProof="0">
                <a:solidFill>
                  <a:schemeClr val="tx1"/>
                </a:solidFill>
                <a:ea typeface="+mn-ea"/>
                <a:cs typeface="+mn-cs"/>
              </a:rPr>
              <a:t>Most instances of D V are never reported, so the available facts and figures are considerable underestimates of its occurrence.</a:t>
            </a:r>
          </a:p>
          <a:p>
            <a:pPr>
              <a:lnSpc>
                <a:spcPct val="90000"/>
              </a:lnSpc>
              <a:buClr>
                <a:schemeClr val="accent1"/>
              </a:buClr>
              <a:buSzPct val="80000"/>
            </a:pPr>
            <a:r>
              <a:rPr lang="en-US" sz="1100" noProof="0">
                <a:solidFill>
                  <a:schemeClr val="tx1"/>
                </a:solidFill>
                <a:ea typeface="+mn-ea"/>
                <a:cs typeface="+mn-cs"/>
              </a:rPr>
              <a:t>The Bureau of Justice Statistics (2021) reported that D V accounted for about 20% of all violent victimizations.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363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26E16A-E9F2-95D8-9662-95CC714AD4B7}"/>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C398AEC4-3433-7E7C-0A96-025FAE9EDA68}"/>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Cycle of Violence Theory</a:t>
            </a:r>
          </a:p>
        </p:txBody>
      </p:sp>
      <p:sp>
        <p:nvSpPr>
          <p:cNvPr id="2" name="Content Placeholder 1">
            <a:extLst>
              <a:ext uri="{FF2B5EF4-FFF2-40B4-BE49-F238E27FC236}">
                <a16:creationId xmlns:a16="http://schemas.microsoft.com/office/drawing/2014/main" id="{0E483D21-2BF4-D939-E4CC-E084944FEBDD}"/>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a:solidFill>
                  <a:schemeClr val="tx1"/>
                </a:solidFill>
                <a:ea typeface="+mn-ea"/>
                <a:cs typeface="+mn-cs"/>
              </a:rPr>
              <a:t>The cycle of violence theory was originally developed by Walker, a psychologist who based her theory on interviews with hundreds of women who experienced D V.</a:t>
            </a:r>
          </a:p>
          <a:p>
            <a:pPr>
              <a:lnSpc>
                <a:spcPct val="90000"/>
              </a:lnSpc>
              <a:buClr>
                <a:schemeClr val="accent1"/>
              </a:buClr>
              <a:buSzPct val="80000"/>
            </a:pPr>
            <a:r>
              <a:rPr lang="en-US" sz="2000">
                <a:solidFill>
                  <a:schemeClr val="tx1"/>
                </a:solidFill>
                <a:ea typeface="+mn-ea"/>
                <a:cs typeface="+mn-cs"/>
              </a:rPr>
              <a:t>Each phase varied in time and intensity during each cycle of violence for the same couple and between different couples.</a:t>
            </a:r>
          </a:p>
          <a:p>
            <a:pPr>
              <a:lnSpc>
                <a:spcPct val="90000"/>
              </a:lnSpc>
              <a:buClr>
                <a:schemeClr val="accent1"/>
              </a:buClr>
              <a:buSzPct val="80000"/>
            </a:pPr>
            <a:r>
              <a:rPr lang="en-US" sz="2000">
                <a:solidFill>
                  <a:schemeClr val="tx1"/>
                </a:solidFill>
                <a:ea typeface="+mn-ea"/>
                <a:cs typeface="+mn-cs"/>
              </a:rPr>
              <a:t>Educating I P V/D V clients about the cycle of violence can help in naming experiences as abusive.</a:t>
            </a:r>
          </a:p>
          <a:p>
            <a:pPr>
              <a:lnSpc>
                <a:spcPct val="90000"/>
              </a:lnSpc>
              <a:buClr>
                <a:schemeClr val="accent1"/>
              </a:buClr>
              <a:buSzPct val="80000"/>
            </a:pPr>
            <a:endParaRPr lang="en-US" sz="2000" noProof="0">
              <a:solidFill>
                <a:schemeClr val="tx1"/>
              </a:solidFill>
              <a:ea typeface="+mn-ea"/>
              <a:cs typeface="+mn-cs"/>
            </a:endParaRP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88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B6583EC0-B95E-4CD4-9A9A-0C3F6FA825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032" name="Rectangle 1031">
              <a:extLst>
                <a:ext uri="{FF2B5EF4-FFF2-40B4-BE49-F238E27FC236}">
                  <a16:creationId xmlns:a16="http://schemas.microsoft.com/office/drawing/2014/main" id="{185B8355-5373-403A-B5C2-4C8E70AC8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Oval 1032">
              <a:extLst>
                <a:ext uri="{FF2B5EF4-FFF2-40B4-BE49-F238E27FC236}">
                  <a16:creationId xmlns:a16="http://schemas.microsoft.com/office/drawing/2014/main" id="{25BACD68-BDD7-43D0-A593-66B247A49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4" name="Oval 1033">
              <a:extLst>
                <a:ext uri="{FF2B5EF4-FFF2-40B4-BE49-F238E27FC236}">
                  <a16:creationId xmlns:a16="http://schemas.microsoft.com/office/drawing/2014/main" id="{D20AC87D-DE1E-46F5-889B-6CFD4FB14B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Oval 1034">
              <a:extLst>
                <a:ext uri="{FF2B5EF4-FFF2-40B4-BE49-F238E27FC236}">
                  <a16:creationId xmlns:a16="http://schemas.microsoft.com/office/drawing/2014/main" id="{21C643F3-476E-4474-A4AA-2AF19ECCB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6" name="Freeform 5">
              <a:extLst>
                <a:ext uri="{FF2B5EF4-FFF2-40B4-BE49-F238E27FC236}">
                  <a16:creationId xmlns:a16="http://schemas.microsoft.com/office/drawing/2014/main" id="{B7EE1E46-6AD7-4F25-ABEB-0C06AE4663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37" name="Freeform 5">
              <a:extLst>
                <a:ext uri="{FF2B5EF4-FFF2-40B4-BE49-F238E27FC236}">
                  <a16:creationId xmlns:a16="http://schemas.microsoft.com/office/drawing/2014/main" id="{19C342B7-8020-4464-8EB2-AE58A8B8F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038" name="Freeform 5">
              <a:extLst>
                <a:ext uri="{FF2B5EF4-FFF2-40B4-BE49-F238E27FC236}">
                  <a16:creationId xmlns:a16="http://schemas.microsoft.com/office/drawing/2014/main" id="{1F3EC447-6BFD-478D-BCE7-B572B85BF7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040" name="Rectangle 1039">
            <a:extLst>
              <a:ext uri="{FF2B5EF4-FFF2-40B4-BE49-F238E27FC236}">
                <a16:creationId xmlns:a16="http://schemas.microsoft.com/office/drawing/2014/main" id="{19EF6B20-23CA-444F-8D20-3A38184B6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042" name="Group 1041">
            <a:extLst>
              <a:ext uri="{FF2B5EF4-FFF2-40B4-BE49-F238E27FC236}">
                <a16:creationId xmlns:a16="http://schemas.microsoft.com/office/drawing/2014/main" id="{4E8CF7C5-117C-459C-9B4C-82B3179517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58000"/>
            <a:chOff x="-1588" y="0"/>
            <a:chExt cx="12193588" cy="6858000"/>
          </a:xfrm>
        </p:grpSpPr>
        <p:sp>
          <p:nvSpPr>
            <p:cNvPr id="1043" name="Rectangle 1042">
              <a:extLst>
                <a:ext uri="{FF2B5EF4-FFF2-40B4-BE49-F238E27FC236}">
                  <a16:creationId xmlns:a16="http://schemas.microsoft.com/office/drawing/2014/main" id="{D4B3FB86-7EC1-4073-8317-D932BC571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44" name="Oval 1043">
              <a:extLst>
                <a:ext uri="{FF2B5EF4-FFF2-40B4-BE49-F238E27FC236}">
                  <a16:creationId xmlns:a16="http://schemas.microsoft.com/office/drawing/2014/main" id="{346F02C3-73C4-4B91-B422-EAB2FACE6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5" name="Rectangle 1044">
              <a:extLst>
                <a:ext uri="{FF2B5EF4-FFF2-40B4-BE49-F238E27FC236}">
                  <a16:creationId xmlns:a16="http://schemas.microsoft.com/office/drawing/2014/main" id="{23E54839-92D5-4E97-B38E-24927FD44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6" name="Freeform 5">
              <a:extLst>
                <a:ext uri="{FF2B5EF4-FFF2-40B4-BE49-F238E27FC236}">
                  <a16:creationId xmlns:a16="http://schemas.microsoft.com/office/drawing/2014/main" id="{18959A4D-BD4D-4664-AA21-132D65AFF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047" name="Freeform 5">
              <a:extLst>
                <a:ext uri="{FF2B5EF4-FFF2-40B4-BE49-F238E27FC236}">
                  <a16:creationId xmlns:a16="http://schemas.microsoft.com/office/drawing/2014/main" id="{ECB0910B-74A9-4D39-9741-5AD6A5A54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48" name="Freeform 5">
              <a:extLst>
                <a:ext uri="{FF2B5EF4-FFF2-40B4-BE49-F238E27FC236}">
                  <a16:creationId xmlns:a16="http://schemas.microsoft.com/office/drawing/2014/main" id="{703AEDDF-85E0-4F20-B92E-3C244FB6BF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79323" y="629265"/>
            <a:ext cx="3664846" cy="1622322"/>
          </a:xfrm>
        </p:spPr>
        <p:txBody>
          <a:bodyPr vert="horz" lIns="91440" tIns="45720" rIns="91440" bIns="45720" rtlCol="0" anchor="ctr">
            <a:normAutofit/>
          </a:bodyPr>
          <a:lstStyle/>
          <a:p>
            <a:pPr>
              <a:lnSpc>
                <a:spcPct val="90000"/>
              </a:lnSpc>
              <a:spcBef>
                <a:spcPct val="0"/>
              </a:spcBef>
            </a:pPr>
            <a:r>
              <a:rPr lang="en-US" b="0" noProof="0" dirty="0">
                <a:solidFill>
                  <a:schemeClr val="bg2"/>
                </a:solidFill>
                <a:ea typeface="+mj-ea"/>
                <a:cs typeface="+mj-cs"/>
              </a:rPr>
              <a:t>Cycle of Violence Theory</a:t>
            </a:r>
          </a:p>
        </p:txBody>
      </p:sp>
      <p:sp>
        <p:nvSpPr>
          <p:cNvPr id="4" name="Content Placeholder 3"/>
          <p:cNvSpPr>
            <a:spLocks noGrp="1"/>
          </p:cNvSpPr>
          <p:nvPr>
            <p:ph sz="quarter" idx="14"/>
          </p:nvPr>
        </p:nvSpPr>
        <p:spPr>
          <a:xfrm>
            <a:off x="479323" y="2418735"/>
            <a:ext cx="3664846" cy="3811742"/>
          </a:xfrm>
        </p:spPr>
        <p:txBody>
          <a:bodyPr vert="horz" lIns="91440" tIns="45720" rIns="91440" bIns="45720" rtlCol="0" anchor="ctr">
            <a:normAutofit/>
          </a:bodyPr>
          <a:lstStyle/>
          <a:p>
            <a:pPr marL="254682" indent="-428400">
              <a:buClr>
                <a:schemeClr val="accent1"/>
              </a:buClr>
              <a:buSzPct val="80000"/>
            </a:pPr>
            <a:r>
              <a:rPr lang="en-US" noProof="0">
                <a:solidFill>
                  <a:schemeClr val="bg1"/>
                </a:solidFill>
                <a:ea typeface="+mn-ea"/>
                <a:cs typeface="+mn-cs"/>
              </a:rPr>
              <a:t>Tension-building</a:t>
            </a:r>
          </a:p>
          <a:p>
            <a:pPr marL="254682" indent="-428400">
              <a:buClr>
                <a:schemeClr val="accent1"/>
              </a:buClr>
              <a:buSzPct val="80000"/>
            </a:pPr>
            <a:r>
              <a:rPr lang="en-US" noProof="0">
                <a:solidFill>
                  <a:schemeClr val="bg1"/>
                </a:solidFill>
                <a:ea typeface="+mn-ea"/>
                <a:cs typeface="+mn-cs"/>
              </a:rPr>
              <a:t>The explosion or acute battering incident</a:t>
            </a:r>
          </a:p>
          <a:p>
            <a:pPr marL="254682" indent="-428400">
              <a:buClr>
                <a:schemeClr val="accent1"/>
              </a:buClr>
              <a:buSzPct val="80000"/>
            </a:pPr>
            <a:r>
              <a:rPr lang="en-US" noProof="0">
                <a:solidFill>
                  <a:schemeClr val="bg1"/>
                </a:solidFill>
                <a:ea typeface="+mn-ea"/>
                <a:cs typeface="+mn-cs"/>
              </a:rPr>
              <a:t>The honeymoon phase of kindness and contrite, loving behavior</a:t>
            </a:r>
          </a:p>
        </p:txBody>
      </p:sp>
      <p:pic>
        <p:nvPicPr>
          <p:cNvPr id="1026" name="Picture 2" descr="The Cycle of Violence | mpdc">
            <a:extLst>
              <a:ext uri="{FF2B5EF4-FFF2-40B4-BE49-F238E27FC236}">
                <a16:creationId xmlns:a16="http://schemas.microsoft.com/office/drawing/2014/main" id="{9BCDA679-8C9C-AF47-A7CC-E932869026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29150" y="1619841"/>
            <a:ext cx="4028507" cy="3635898"/>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6C9E16AD-C39A-45E0-9155-60C082A8D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25507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Cycle of Violence Theory </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000" noProof="0">
                <a:solidFill>
                  <a:schemeClr val="tx1"/>
                </a:solidFill>
                <a:ea typeface="+mn-ea"/>
                <a:cs typeface="+mn-cs"/>
              </a:rPr>
              <a:t>Phase 1: Tension-Building</a:t>
            </a:r>
          </a:p>
          <a:p>
            <a:pPr lvl="1">
              <a:lnSpc>
                <a:spcPct val="90000"/>
              </a:lnSpc>
              <a:buClr>
                <a:schemeClr val="accent1"/>
              </a:buClr>
              <a:buSzPct val="80000"/>
            </a:pPr>
            <a:r>
              <a:rPr lang="en-US" sz="1000" noProof="0">
                <a:solidFill>
                  <a:schemeClr val="tx1"/>
                </a:solidFill>
                <a:ea typeface="+mn-ea"/>
                <a:cs typeface="+mn-cs"/>
              </a:rPr>
              <a:t>This phase is characterized by mounting pressure and strain in the relationship.</a:t>
            </a:r>
          </a:p>
          <a:p>
            <a:pPr lvl="1">
              <a:lnSpc>
                <a:spcPct val="90000"/>
              </a:lnSpc>
              <a:buClr>
                <a:schemeClr val="accent1"/>
              </a:buClr>
              <a:buSzPct val="80000"/>
            </a:pPr>
            <a:r>
              <a:rPr lang="en-US" sz="1000" noProof="0">
                <a:solidFill>
                  <a:schemeClr val="tx1"/>
                </a:solidFill>
                <a:ea typeface="+mn-ea"/>
                <a:cs typeface="+mn-cs"/>
              </a:rPr>
              <a:t>The abused partner “walks on eggshells” around the abusive partner, becoming compliant, nurturing, or whatever it takes to keep the abusive partner’s anger from escalating.</a:t>
            </a:r>
          </a:p>
          <a:p>
            <a:pPr lvl="1">
              <a:lnSpc>
                <a:spcPct val="90000"/>
              </a:lnSpc>
              <a:buClr>
                <a:schemeClr val="accent1"/>
              </a:buClr>
              <a:buSzPct val="80000"/>
            </a:pPr>
            <a:r>
              <a:rPr lang="en-US" sz="1000" noProof="0">
                <a:solidFill>
                  <a:schemeClr val="tx1"/>
                </a:solidFill>
                <a:ea typeface="+mn-ea"/>
                <a:cs typeface="+mn-cs"/>
              </a:rPr>
              <a:t>This phase also involves minor battering incidents.</a:t>
            </a:r>
          </a:p>
          <a:p>
            <a:pPr>
              <a:lnSpc>
                <a:spcPct val="90000"/>
              </a:lnSpc>
              <a:buClr>
                <a:schemeClr val="accent1"/>
              </a:buClr>
              <a:buSzPct val="80000"/>
            </a:pPr>
            <a:r>
              <a:rPr lang="en-US" sz="1000" noProof="0">
                <a:solidFill>
                  <a:schemeClr val="tx1"/>
                </a:solidFill>
                <a:ea typeface="+mn-ea"/>
                <a:cs typeface="+mn-cs"/>
              </a:rPr>
              <a:t>Phase 2: The Acute Battering Incident</a:t>
            </a:r>
          </a:p>
          <a:p>
            <a:pPr lvl="1">
              <a:lnSpc>
                <a:spcPct val="90000"/>
              </a:lnSpc>
              <a:buClr>
                <a:schemeClr val="accent1"/>
              </a:buClr>
              <a:buSzPct val="80000"/>
            </a:pPr>
            <a:r>
              <a:rPr lang="en-US" sz="1000" noProof="0">
                <a:solidFill>
                  <a:schemeClr val="tx1"/>
                </a:solidFill>
                <a:ea typeface="+mn-ea"/>
                <a:cs typeface="+mn-cs"/>
              </a:rPr>
              <a:t>This phase occurs when tensions build to the point of explosion in an acute battering incident that is characterized by unpredictability, uncontrollable rage, brutality, and seriously damaging consequences.</a:t>
            </a:r>
          </a:p>
          <a:p>
            <a:pPr lvl="1">
              <a:lnSpc>
                <a:spcPct val="90000"/>
              </a:lnSpc>
              <a:buClr>
                <a:schemeClr val="accent1"/>
              </a:buClr>
              <a:buSzPct val="80000"/>
            </a:pPr>
            <a:r>
              <a:rPr lang="en-US" sz="1000" noProof="0">
                <a:solidFill>
                  <a:schemeClr val="tx1"/>
                </a:solidFill>
                <a:ea typeface="+mn-ea"/>
                <a:cs typeface="+mn-cs"/>
              </a:rPr>
              <a:t>The acute battering incident is typically triggered by an external event or the abusive partner’s internal state and can last for hours or even days.</a:t>
            </a:r>
          </a:p>
          <a:p>
            <a:pPr lvl="1">
              <a:lnSpc>
                <a:spcPct val="90000"/>
              </a:lnSpc>
              <a:buClr>
                <a:schemeClr val="accent1"/>
              </a:buClr>
              <a:buSzPct val="80000"/>
            </a:pPr>
            <a:r>
              <a:rPr lang="en-US" sz="1000" noProof="0">
                <a:solidFill>
                  <a:schemeClr val="tx1"/>
                </a:solidFill>
                <a:ea typeface="+mn-ea"/>
                <a:cs typeface="+mn-cs"/>
              </a:rPr>
              <a:t>During an acute battering incident, victims have reported dissociative experiences, such as feeling as though they are outside their own bodies and watching themselves being thrown into a wall, choked, or raped.</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362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Cycle of Violence Theory </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Phase 3: The Honeymoon Phase</a:t>
            </a:r>
          </a:p>
          <a:p>
            <a:pPr lvl="1">
              <a:lnSpc>
                <a:spcPct val="90000"/>
              </a:lnSpc>
              <a:buClr>
                <a:schemeClr val="accent1"/>
              </a:buClr>
              <a:buSzPct val="80000"/>
            </a:pPr>
            <a:r>
              <a:rPr lang="en-US" sz="1500" noProof="0">
                <a:solidFill>
                  <a:schemeClr val="tx1"/>
                </a:solidFill>
                <a:ea typeface="+mn-ea"/>
                <a:cs typeface="+mn-cs"/>
              </a:rPr>
              <a:t>This phase is characterized by loving and repentant behavior from the abusive partner.</a:t>
            </a:r>
          </a:p>
          <a:p>
            <a:pPr lvl="1">
              <a:lnSpc>
                <a:spcPct val="90000"/>
              </a:lnSpc>
              <a:buClr>
                <a:schemeClr val="accent1"/>
              </a:buClr>
              <a:buSzPct val="80000"/>
            </a:pPr>
            <a:r>
              <a:rPr lang="en-US" sz="1500" noProof="0">
                <a:solidFill>
                  <a:schemeClr val="tx1"/>
                </a:solidFill>
                <a:ea typeface="+mn-ea"/>
                <a:cs typeface="+mn-cs"/>
              </a:rPr>
              <a:t>The abuser may shower the I P V/D V victim with gifts, beg for forgiveness, and promise never to be violent again.</a:t>
            </a:r>
          </a:p>
          <a:p>
            <a:pPr lvl="1">
              <a:lnSpc>
                <a:spcPct val="90000"/>
              </a:lnSpc>
              <a:buClr>
                <a:schemeClr val="accent1"/>
              </a:buClr>
              <a:buSzPct val="80000"/>
            </a:pPr>
            <a:r>
              <a:rPr lang="en-US" sz="1500" noProof="0">
                <a:solidFill>
                  <a:schemeClr val="tx1"/>
                </a:solidFill>
                <a:ea typeface="+mn-ea"/>
                <a:cs typeface="+mn-cs"/>
              </a:rPr>
              <a:t>The honeymoon phase results in the I P V/D V victim feeling needed and loved, leading to a renewed commitment to the relationship.</a:t>
            </a:r>
          </a:p>
          <a:p>
            <a:pPr lvl="1">
              <a:lnSpc>
                <a:spcPct val="90000"/>
              </a:lnSpc>
              <a:buClr>
                <a:schemeClr val="accent1"/>
              </a:buClr>
              <a:buSzPct val="80000"/>
            </a:pPr>
            <a:r>
              <a:rPr lang="en-US" sz="1500" noProof="0">
                <a:solidFill>
                  <a:schemeClr val="tx1"/>
                </a:solidFill>
                <a:ea typeface="+mn-ea"/>
                <a:cs typeface="+mn-cs"/>
              </a:rPr>
              <a:t>After repeated cycles of violence, the honeymoon phase may shorten or eventually be eliminated</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118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200" b="0" noProof="0" dirty="0">
                <a:solidFill>
                  <a:schemeClr val="tx1"/>
                </a:solidFill>
                <a:ea typeface="+mj-ea"/>
                <a:cs typeface="+mj-cs"/>
              </a:rPr>
              <a:t>Helpful Models for Understanding IPV/DV(1 of 3)</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The Duluth model was developed in 1984 by a group of I P V/D V activists and is based on the actual experiences of female I P V/D V survivors.</a:t>
            </a:r>
          </a:p>
          <a:p>
            <a:pPr>
              <a:lnSpc>
                <a:spcPct val="90000"/>
              </a:lnSpc>
              <a:buClr>
                <a:schemeClr val="accent1"/>
              </a:buClr>
              <a:buSzPct val="80000"/>
            </a:pPr>
            <a:r>
              <a:rPr lang="en-US" sz="1300" noProof="0">
                <a:solidFill>
                  <a:schemeClr val="tx1"/>
                </a:solidFill>
                <a:ea typeface="+mn-ea"/>
                <a:cs typeface="+mn-cs"/>
              </a:rPr>
              <a:t>The central component of the Duluth model is the Power and Control Wheel, a visual representation of the most experienced abusive tactics.</a:t>
            </a:r>
          </a:p>
          <a:p>
            <a:pPr>
              <a:lnSpc>
                <a:spcPct val="90000"/>
              </a:lnSpc>
              <a:buClr>
                <a:schemeClr val="accent1"/>
              </a:buClr>
              <a:buSzPct val="80000"/>
            </a:pPr>
            <a:r>
              <a:rPr lang="en-US" sz="1300" noProof="0">
                <a:solidFill>
                  <a:schemeClr val="tx1"/>
                </a:solidFill>
                <a:ea typeface="+mn-ea"/>
                <a:cs typeface="+mn-cs"/>
              </a:rPr>
              <a:t>The Power and Control Wheel can be used to help female I P V/D V victims normalize and understand their experiences. It can also assist abusive partners in identifying violent behaviors as part of a batterer intervention program.</a:t>
            </a:r>
          </a:p>
          <a:p>
            <a:pPr>
              <a:lnSpc>
                <a:spcPct val="90000"/>
              </a:lnSpc>
              <a:buClr>
                <a:schemeClr val="accent1"/>
              </a:buClr>
              <a:buSzPct val="80000"/>
            </a:pPr>
            <a:r>
              <a:rPr lang="en-US" sz="1300" noProof="0">
                <a:solidFill>
                  <a:schemeClr val="tx1"/>
                </a:solidFill>
                <a:ea typeface="+mn-ea"/>
                <a:cs typeface="+mn-cs"/>
              </a:rPr>
              <a:t>Another component of the Duluth model is the Equality Wheel, which is a visual representation of the changes needed to move from an abusive relationship to a nonviolent relationship.</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69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200" b="0" noProof="0">
                <a:solidFill>
                  <a:schemeClr val="tx1"/>
                </a:solidFill>
                <a:ea typeface="+mj-ea"/>
                <a:cs typeface="+mj-cs"/>
              </a:rPr>
              <a:t>Helpful Models for Understanding I P V/D V (2 of 3)</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Counselors seeing clients in crisis should be aware of various resources in the community for referral purposes for clients experiencing I P V/D V, which may help normalize a victim’s experiences while in and after the crisis.</a:t>
            </a:r>
          </a:p>
          <a:p>
            <a:pPr>
              <a:lnSpc>
                <a:spcPct val="90000"/>
              </a:lnSpc>
              <a:buClr>
                <a:schemeClr val="accent1"/>
              </a:buClr>
              <a:buSzPct val="80000"/>
            </a:pPr>
            <a:r>
              <a:rPr lang="en-US" sz="1100" noProof="0">
                <a:solidFill>
                  <a:schemeClr val="tx1"/>
                </a:solidFill>
                <a:ea typeface="+mn-ea"/>
                <a:cs typeface="+mn-cs"/>
              </a:rPr>
              <a:t>Learned helplessness theory has been used to explain why I P V/D V victims remain in abusive relationships.</a:t>
            </a:r>
          </a:p>
          <a:p>
            <a:pPr lvl="1">
              <a:lnSpc>
                <a:spcPct val="90000"/>
              </a:lnSpc>
              <a:buClr>
                <a:schemeClr val="accent1"/>
              </a:buClr>
              <a:buSzPct val="80000"/>
            </a:pPr>
            <a:r>
              <a:rPr lang="en-US" sz="1100" noProof="0">
                <a:solidFill>
                  <a:schemeClr val="tx1"/>
                </a:solidFill>
                <a:ea typeface="+mn-ea"/>
                <a:cs typeface="+mn-cs"/>
              </a:rPr>
              <a:t>An I P V/D V client may reach out for help from family, friends, or the police, yet the battering continues. Thus, the victim receives the message that efforts to control the situation are ineffective. Repeated incidents of uncontrollable violence diminish the victim’s motivation to respond, leading to passivity and learned helplessness.</a:t>
            </a:r>
          </a:p>
          <a:p>
            <a:pPr>
              <a:lnSpc>
                <a:spcPct val="90000"/>
              </a:lnSpc>
              <a:buClr>
                <a:schemeClr val="accent1"/>
              </a:buClr>
              <a:buSzPct val="80000"/>
            </a:pPr>
            <a:r>
              <a:rPr lang="en-US" sz="1100" noProof="0">
                <a:solidFill>
                  <a:schemeClr val="tx1"/>
                </a:solidFill>
                <a:ea typeface="+mn-ea"/>
                <a:cs typeface="+mn-cs"/>
              </a:rPr>
              <a:t>The contextual model of family stress provides a more comprehensive view of I P V/D V. This model considers the interaction of the stressor event, available resources, an individual’s perception of I P V/D V, the external family context (culture, history, economy, development, and heredity), and the internal family context (family boundaries and rules, understanding of a stressor event, and family values, beliefs, and assumptions).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748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200" b="0" noProof="0">
                <a:solidFill>
                  <a:schemeClr val="tx1"/>
                </a:solidFill>
                <a:ea typeface="+mj-ea"/>
                <a:cs typeface="+mj-cs"/>
              </a:rPr>
              <a:t>Helpful Models for Understanding I P V/D V (3 of 3)</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Counselors are advised to consider how their interventions with victims and perpetrators of I P V/D V may be influenced by their beliefs about I P V/D V and why victims stay in abusive relationships.</a:t>
            </a:r>
          </a:p>
          <a:p>
            <a:pPr>
              <a:lnSpc>
                <a:spcPct val="90000"/>
              </a:lnSpc>
              <a:buClr>
                <a:schemeClr val="accent1"/>
              </a:buClr>
              <a:buSzPct val="80000"/>
            </a:pPr>
            <a:r>
              <a:rPr lang="en-US" sz="1700" noProof="0">
                <a:solidFill>
                  <a:schemeClr val="tx1"/>
                </a:solidFill>
                <a:ea typeface="+mn-ea"/>
                <a:cs typeface="+mn-cs"/>
              </a:rPr>
              <a:t>Since I P V/D V impacts so many individuals and families, counselors must be aware of their beliefs and judgments about perpetrators and victims, since this is a population most likely to be served in a crisis setting.</a:t>
            </a:r>
          </a:p>
          <a:p>
            <a:pPr lvl="1">
              <a:lnSpc>
                <a:spcPct val="90000"/>
              </a:lnSpc>
              <a:buClr>
                <a:schemeClr val="accent1"/>
              </a:buClr>
              <a:buSzPct val="80000"/>
            </a:pPr>
            <a:r>
              <a:rPr lang="en-US" sz="1700" noProof="0">
                <a:solidFill>
                  <a:schemeClr val="tx1"/>
                </a:solidFill>
                <a:ea typeface="+mn-ea"/>
                <a:cs typeface="+mn-cs"/>
              </a:rPr>
              <a:t>How a counselor views victims and perpetrators in crisis may affect intervention.</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57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Common Crisis Issues (1 of 3)</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As a counselor responding to an I P V/D V crisis, the overarching goal is the safety of the victims, regardless of whether they decide to stay in or leave the violent relationships.</a:t>
            </a:r>
          </a:p>
          <a:p>
            <a:pPr>
              <a:lnSpc>
                <a:spcPct val="90000"/>
              </a:lnSpc>
              <a:buClr>
                <a:schemeClr val="accent1"/>
              </a:buClr>
              <a:buSzPct val="80000"/>
            </a:pPr>
            <a:r>
              <a:rPr lang="en-US" sz="1500" noProof="0">
                <a:solidFill>
                  <a:schemeClr val="tx1"/>
                </a:solidFill>
                <a:ea typeface="+mn-ea"/>
                <a:cs typeface="+mn-cs"/>
              </a:rPr>
              <a:t>Simultaneously, counselors should also work to empower clients to solve problems effectively based on the client’s unique situation and available resources.</a:t>
            </a:r>
          </a:p>
          <a:p>
            <a:pPr>
              <a:lnSpc>
                <a:spcPct val="90000"/>
              </a:lnSpc>
              <a:buClr>
                <a:schemeClr val="accent1"/>
              </a:buClr>
              <a:buSzPct val="80000"/>
            </a:pPr>
            <a:r>
              <a:rPr lang="en-US" sz="1500" noProof="0">
                <a:solidFill>
                  <a:schemeClr val="tx1"/>
                </a:solidFill>
                <a:ea typeface="+mn-ea"/>
                <a:cs typeface="+mn-cs"/>
              </a:rPr>
              <a:t>Counselors should conduct a triage assessment to determine which aspects of the situation require immediate intervention.</a:t>
            </a:r>
          </a:p>
          <a:p>
            <a:pPr>
              <a:lnSpc>
                <a:spcPct val="90000"/>
              </a:lnSpc>
              <a:buClr>
                <a:schemeClr val="accent1"/>
              </a:buClr>
              <a:buSzPct val="80000"/>
            </a:pPr>
            <a:r>
              <a:rPr lang="en-US" sz="1500" noProof="0">
                <a:solidFill>
                  <a:schemeClr val="tx1"/>
                </a:solidFill>
                <a:ea typeface="+mn-ea"/>
                <a:cs typeface="+mn-cs"/>
              </a:rPr>
              <a:t>Common crisis issues that emerge when working with I P V/D V clients include attending to physical injury, establishing immediate safety, and deciding whether to report I P V/D V to the police.</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98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Common Crisis Issues (2 of 3)</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000" noProof="0">
                <a:solidFill>
                  <a:schemeClr val="tx1"/>
                </a:solidFill>
                <a:ea typeface="+mn-ea"/>
                <a:cs typeface="+mn-cs"/>
              </a:rPr>
              <a:t>Attending to physical injury</a:t>
            </a:r>
          </a:p>
          <a:p>
            <a:pPr lvl="1">
              <a:lnSpc>
                <a:spcPct val="90000"/>
              </a:lnSpc>
              <a:buClr>
                <a:schemeClr val="accent1"/>
              </a:buClr>
              <a:buSzPct val="80000"/>
            </a:pPr>
            <a:r>
              <a:rPr lang="en-US" sz="1000" noProof="0">
                <a:solidFill>
                  <a:schemeClr val="tx1"/>
                </a:solidFill>
                <a:ea typeface="+mn-ea"/>
                <a:cs typeface="+mn-cs"/>
              </a:rPr>
              <a:t>Physical injury resulting from I P V/D V can range from scrapes and bruises to permanent disfigurement, disability, and death.</a:t>
            </a:r>
          </a:p>
          <a:p>
            <a:pPr lvl="1">
              <a:lnSpc>
                <a:spcPct val="90000"/>
              </a:lnSpc>
              <a:buClr>
                <a:schemeClr val="accent1"/>
              </a:buClr>
              <a:buSzPct val="80000"/>
            </a:pPr>
            <a:r>
              <a:rPr lang="en-US" sz="1000" noProof="0">
                <a:solidFill>
                  <a:schemeClr val="tx1"/>
                </a:solidFill>
                <a:ea typeface="+mn-ea"/>
                <a:cs typeface="+mn-cs"/>
              </a:rPr>
              <a:t>Emergency medical treatment may be required before any further counseling intervention can occur; therefore, counselors should be prepared to refer clients and arrange transportation to appropriate medical facilities.</a:t>
            </a:r>
          </a:p>
          <a:p>
            <a:pPr lvl="1">
              <a:lnSpc>
                <a:spcPct val="90000"/>
              </a:lnSpc>
              <a:buClr>
                <a:schemeClr val="accent1"/>
              </a:buClr>
              <a:buSzPct val="80000"/>
            </a:pPr>
            <a:r>
              <a:rPr lang="en-US" sz="1000" noProof="0">
                <a:solidFill>
                  <a:schemeClr val="tx1"/>
                </a:solidFill>
                <a:ea typeface="+mn-ea"/>
                <a:cs typeface="+mn-cs"/>
              </a:rPr>
              <a:t>Since I P V/D V can take the form of sexual assault and rape, counselors should also be aware of medical facilities that specialize in rape.</a:t>
            </a:r>
          </a:p>
          <a:p>
            <a:pPr>
              <a:lnSpc>
                <a:spcPct val="90000"/>
              </a:lnSpc>
              <a:buClr>
                <a:schemeClr val="accent1"/>
              </a:buClr>
              <a:buSzPct val="80000"/>
            </a:pPr>
            <a:r>
              <a:rPr lang="en-US" sz="1000" noProof="0">
                <a:solidFill>
                  <a:schemeClr val="tx1"/>
                </a:solidFill>
                <a:ea typeface="+mn-ea"/>
                <a:cs typeface="+mn-cs"/>
              </a:rPr>
              <a:t>Establishing immediate safety</a:t>
            </a:r>
          </a:p>
          <a:p>
            <a:pPr lvl="1">
              <a:lnSpc>
                <a:spcPct val="90000"/>
              </a:lnSpc>
              <a:buClr>
                <a:schemeClr val="accent1"/>
              </a:buClr>
              <a:buSzPct val="80000"/>
            </a:pPr>
            <a:r>
              <a:rPr lang="en-US" sz="1000" noProof="0">
                <a:solidFill>
                  <a:schemeClr val="tx1"/>
                </a:solidFill>
                <a:ea typeface="+mn-ea"/>
                <a:cs typeface="+mn-cs"/>
              </a:rPr>
              <a:t>During an I P V/D V crisis, time is of the essence, and crisis counselors must gain thorough and accurate information quickly by conducting a detailed assessment of the situation, including violence severity, available resources, and barriers to accessing resources and treatment.</a:t>
            </a:r>
          </a:p>
          <a:p>
            <a:pPr lvl="1">
              <a:lnSpc>
                <a:spcPct val="90000"/>
              </a:lnSpc>
              <a:buClr>
                <a:schemeClr val="accent1"/>
              </a:buClr>
              <a:buSzPct val="80000"/>
            </a:pPr>
            <a:r>
              <a:rPr lang="en-US" sz="1000" noProof="0">
                <a:solidFill>
                  <a:schemeClr val="tx1"/>
                </a:solidFill>
                <a:ea typeface="+mn-ea"/>
                <a:cs typeface="+mn-cs"/>
              </a:rPr>
              <a:t>In some situations, the client may not be able to return home safely, so the counselor must arrange for emergency shelter. In the event a client decides to return home, a harm reduction plan should be developed.</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83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Common Crisis Issues (3 of 3)</a:t>
            </a:r>
          </a:p>
        </p:txBody>
      </p:sp>
      <p:sp>
        <p:nvSpPr>
          <p:cNvPr id="26" name="Rectangle 25">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Reporting I P V to the police</a:t>
            </a:r>
          </a:p>
          <a:p>
            <a:pPr lvl="1">
              <a:lnSpc>
                <a:spcPct val="90000"/>
              </a:lnSpc>
              <a:buClr>
                <a:schemeClr val="accent1"/>
              </a:buClr>
              <a:buSzPct val="80000"/>
            </a:pPr>
            <a:r>
              <a:rPr lang="en-US" sz="1100" noProof="0">
                <a:solidFill>
                  <a:schemeClr val="tx1"/>
                </a:solidFill>
                <a:ea typeface="+mn-ea"/>
                <a:cs typeface="+mn-cs"/>
              </a:rPr>
              <a:t>The process for reporting an I P V/D V incident to the police is complex and differs from state to state. States outline who is a mandated reporter, what injuries require reporting, and what exceptions are outlined in the law.</a:t>
            </a:r>
          </a:p>
          <a:p>
            <a:pPr lvl="1">
              <a:lnSpc>
                <a:spcPct val="90000"/>
              </a:lnSpc>
              <a:buClr>
                <a:schemeClr val="accent1"/>
              </a:buClr>
              <a:buSzPct val="80000"/>
            </a:pPr>
            <a:r>
              <a:rPr lang="en-US" sz="1100" noProof="0">
                <a:solidFill>
                  <a:schemeClr val="tx1"/>
                </a:solidFill>
                <a:ea typeface="+mn-ea"/>
                <a:cs typeface="+mn-cs"/>
              </a:rPr>
              <a:t>Mandated reporting laws for I P V/D V are different from the mandated reporting laws for suspected child, elder, or other vulnerable persons abuse. If a victim of D V discloses there is also abuse to a child, elder, or vulnerable adult, then the mandated reporting under these separate suspected abuse situations must be made in compliance with state mandates.</a:t>
            </a:r>
          </a:p>
          <a:p>
            <a:pPr lvl="1">
              <a:lnSpc>
                <a:spcPct val="90000"/>
              </a:lnSpc>
              <a:buClr>
                <a:schemeClr val="accent1"/>
              </a:buClr>
              <a:buSzPct val="80000"/>
            </a:pPr>
            <a:r>
              <a:rPr lang="en-US" sz="1100" noProof="0">
                <a:solidFill>
                  <a:schemeClr val="tx1"/>
                </a:solidFill>
                <a:ea typeface="+mn-ea"/>
                <a:cs typeface="+mn-cs"/>
              </a:rPr>
              <a:t>The majority of I P V/D V incidents are not reported to the police.</a:t>
            </a:r>
          </a:p>
          <a:p>
            <a:pPr lvl="1">
              <a:lnSpc>
                <a:spcPct val="90000"/>
              </a:lnSpc>
              <a:buClr>
                <a:schemeClr val="accent1"/>
              </a:buClr>
              <a:buSzPct val="80000"/>
            </a:pPr>
            <a:r>
              <a:rPr lang="en-US" sz="1100" noProof="0">
                <a:solidFill>
                  <a:schemeClr val="tx1"/>
                </a:solidFill>
                <a:ea typeface="+mn-ea"/>
                <a:cs typeface="+mn-cs"/>
              </a:rPr>
              <a:t>Unless suicidality, homicidality, specific injuries sustained, or suspicion of child, elder, or vulnerable persons abuse is disclosed, counselors are not required to report I P V/D V incidents and should support the choice the client makes regarding police notification.</a:t>
            </a:r>
          </a:p>
          <a:p>
            <a:pPr lvl="2">
              <a:lnSpc>
                <a:spcPct val="90000"/>
              </a:lnSpc>
              <a:buClr>
                <a:schemeClr val="accent1"/>
              </a:buClr>
              <a:buSzPct val="80000"/>
              <a:buFont typeface="Wingdings 3" charset="2"/>
              <a:buChar char=""/>
            </a:pPr>
            <a:r>
              <a:rPr lang="en-US" sz="1100" noProof="0">
                <a:solidFill>
                  <a:schemeClr val="tx1"/>
                </a:solidFill>
                <a:ea typeface="+mn-ea"/>
                <a:cs typeface="+mn-cs"/>
              </a:rPr>
              <a:t>The counselor should discuss the pros and cons of police intervention with the client and then respect the client’s decision.</a:t>
            </a:r>
          </a:p>
        </p:txBody>
      </p:sp>
    </p:spTree>
    <p:extLst>
      <p:ext uri="{BB962C8B-B14F-4D97-AF65-F5344CB8AC3E}">
        <p14:creationId xmlns:p14="http://schemas.microsoft.com/office/powerpoint/2010/main" val="3790678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lnSpc>
                <a:spcPct val="90000"/>
              </a:lnSpc>
              <a:spcBef>
                <a:spcPct val="0"/>
              </a:spcBef>
            </a:pPr>
            <a:r>
              <a:rPr lang="en-US" sz="2800" b="0" noProof="0">
                <a:solidFill>
                  <a:schemeClr val="tx2"/>
                </a:solidFill>
                <a:ea typeface="+mj-ea"/>
                <a:cs typeface="+mj-cs"/>
              </a:rPr>
              <a:t>Intimate Partner Violence in Specific Populations</a:t>
            </a:r>
          </a:p>
        </p:txBody>
      </p:sp>
      <p:sp>
        <p:nvSpPr>
          <p:cNvPr id="26" name="Rectangle 25">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2200" noProof="0">
                <a:solidFill>
                  <a:schemeClr val="tx1"/>
                </a:solidFill>
                <a:ea typeface="+mn-ea"/>
                <a:cs typeface="+mn-cs"/>
              </a:rPr>
              <a:t>Culture is important to consider when understanding and treating clients experiencing I P V/D V. It guides how clients define, view, experience, and respond to I P V/D V.</a:t>
            </a:r>
          </a:p>
          <a:p>
            <a:pPr>
              <a:lnSpc>
                <a:spcPct val="90000"/>
              </a:lnSpc>
              <a:buClr>
                <a:schemeClr val="accent1"/>
              </a:buClr>
              <a:buSzPct val="80000"/>
            </a:pPr>
            <a:r>
              <a:rPr lang="en-US" sz="2200" noProof="0">
                <a:solidFill>
                  <a:schemeClr val="tx1"/>
                </a:solidFill>
                <a:ea typeface="+mn-ea"/>
                <a:cs typeface="+mn-cs"/>
              </a:rPr>
              <a:t>Counselors responding to I P V/D V should attend to cultural dimensions such as sex, race/ethnicity, socioeconomic status (S E S), level of acculturation, language, religiosity, sexual orientation, ability status, and age.</a:t>
            </a:r>
          </a:p>
        </p:txBody>
      </p:sp>
    </p:spTree>
    <p:extLst>
      <p:ext uri="{BB962C8B-B14F-4D97-AF65-F5344CB8AC3E}">
        <p14:creationId xmlns:p14="http://schemas.microsoft.com/office/powerpoint/2010/main" val="203255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33" name="Rectangle 32">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Oval 33">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Oval 34">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Oval 35">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8"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39"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40" name="Rectangle 3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42" name="Rectangle 41">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Race and Ethnicity</a:t>
            </a:r>
          </a:p>
        </p:txBody>
      </p:sp>
      <p:sp>
        <p:nvSpPr>
          <p:cNvPr id="43" name="Rectangle 42">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The Centers for Disease Control and Prevention reported that 54% of Black women and 44% of multiracial, non-Hispanic women experienced sexual assault, I P V, or stalking in their lifetime, which is a higher proportion than White, non-Hispanic women (35%).</a:t>
            </a:r>
          </a:p>
          <a:p>
            <a:pPr>
              <a:lnSpc>
                <a:spcPct val="90000"/>
              </a:lnSpc>
              <a:buClr>
                <a:schemeClr val="accent1"/>
              </a:buClr>
              <a:buSzPct val="80000"/>
            </a:pPr>
            <a:r>
              <a:rPr lang="en-US" sz="1300" noProof="0">
                <a:solidFill>
                  <a:schemeClr val="tx1"/>
                </a:solidFill>
                <a:ea typeface="+mn-ea"/>
                <a:cs typeface="+mn-cs"/>
              </a:rPr>
              <a:t>Asian or Pacific Islander women were less likely to experience I P V/D V over their lifetime compared to White (non-Hispanic) women.</a:t>
            </a:r>
          </a:p>
          <a:p>
            <a:pPr>
              <a:lnSpc>
                <a:spcPct val="90000"/>
              </a:lnSpc>
              <a:buClr>
                <a:schemeClr val="accent1"/>
              </a:buClr>
              <a:buSzPct val="80000"/>
            </a:pPr>
            <a:r>
              <a:rPr lang="en-US" sz="1300" noProof="0">
                <a:solidFill>
                  <a:schemeClr val="tx1"/>
                </a:solidFill>
                <a:ea typeface="+mn-ea"/>
                <a:cs typeface="+mn-cs"/>
              </a:rPr>
              <a:t>This report also estimates Alaskan Native men and Black, non-Hispanic men experienced rape, physical violence, or stalking by an intimate partner more frequently than White, non-Hispanic men.</a:t>
            </a:r>
          </a:p>
          <a:p>
            <a:pPr>
              <a:lnSpc>
                <a:spcPct val="90000"/>
              </a:lnSpc>
              <a:buClr>
                <a:schemeClr val="accent1"/>
              </a:buClr>
              <a:buSzPct val="80000"/>
            </a:pPr>
            <a:r>
              <a:rPr lang="en-US" sz="1300" noProof="0">
                <a:solidFill>
                  <a:schemeClr val="tx1"/>
                </a:solidFill>
                <a:ea typeface="+mn-ea"/>
                <a:cs typeface="+mn-cs"/>
              </a:rPr>
              <a:t>Regardless of the differences in I P V/D V prevalence rates by race and ethnicity, there seem to be similar reasons for remaining in violent relationships.</a:t>
            </a:r>
          </a:p>
          <a:p>
            <a:pPr>
              <a:lnSpc>
                <a:spcPct val="90000"/>
              </a:lnSpc>
              <a:buClr>
                <a:schemeClr val="accent1"/>
              </a:buClr>
              <a:buSzPct val="80000"/>
            </a:pPr>
            <a:r>
              <a:rPr lang="en-US" sz="1300" noProof="0">
                <a:solidFill>
                  <a:schemeClr val="tx1"/>
                </a:solidFill>
                <a:ea typeface="+mn-ea"/>
                <a:cs typeface="+mn-cs"/>
              </a:rPr>
              <a:t>There are cultural subtleties in how I P V/D V is recognized and addressed that affect reporting trends across racial-ethnic groups. The interrelated factors include patriarchal family structure, S E S, immigrant status, and religious and spiritual beliefs.</a:t>
            </a:r>
          </a:p>
        </p:txBody>
      </p:sp>
    </p:spTree>
    <p:extLst>
      <p:ext uri="{BB962C8B-B14F-4D97-AF65-F5344CB8AC3E}">
        <p14:creationId xmlns:p14="http://schemas.microsoft.com/office/powerpoint/2010/main" val="431780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Socioeconomic Status</a:t>
            </a:r>
          </a:p>
        </p:txBody>
      </p:sp>
      <p:sp>
        <p:nvSpPr>
          <p:cNvPr id="26" name="Rectangle 25">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The role of lower socioeconomic status (S E S) may be connected to higher rates of I P V/D V incidents.</a:t>
            </a:r>
          </a:p>
          <a:p>
            <a:pPr>
              <a:lnSpc>
                <a:spcPct val="90000"/>
              </a:lnSpc>
              <a:buClr>
                <a:schemeClr val="accent1"/>
              </a:buClr>
              <a:buSzPct val="80000"/>
            </a:pPr>
            <a:r>
              <a:rPr lang="en-US" sz="1700" noProof="0">
                <a:solidFill>
                  <a:schemeClr val="tx1"/>
                </a:solidFill>
                <a:ea typeface="+mn-ea"/>
                <a:cs typeface="+mn-cs"/>
              </a:rPr>
              <a:t>Poverty is linked to limited resources, substance use, social isolation, pregnancy, and unemployment. These variables collectively create unhealthy environments that both initiate and perpetuate I P V/D V.</a:t>
            </a:r>
          </a:p>
          <a:p>
            <a:pPr>
              <a:lnSpc>
                <a:spcPct val="90000"/>
              </a:lnSpc>
              <a:buClr>
                <a:schemeClr val="accent1"/>
              </a:buClr>
              <a:buSzPct val="80000"/>
            </a:pPr>
            <a:r>
              <a:rPr lang="en-US" sz="1700" noProof="0">
                <a:solidFill>
                  <a:schemeClr val="tx1"/>
                </a:solidFill>
                <a:ea typeface="+mn-ea"/>
                <a:cs typeface="+mn-cs"/>
              </a:rPr>
              <a:t>Others argue I P V/D V transcend S E S and occur at similar rates across S E S groups. However, middle- or upper- S E S groups often have the resources to seek more formal counseling, services, or supports that are not often used by reporting agencies.</a:t>
            </a:r>
          </a:p>
        </p:txBody>
      </p:sp>
    </p:spTree>
    <p:extLst>
      <p:ext uri="{BB962C8B-B14F-4D97-AF65-F5344CB8AC3E}">
        <p14:creationId xmlns:p14="http://schemas.microsoft.com/office/powerpoint/2010/main" val="150945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Immigrant Status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I P V/D V is more common among immigrants and refugees than longer-term U.S. citizens overall, as migration from one country to another often creates isolation that facilitates I P V/D V situations.</a:t>
            </a:r>
          </a:p>
          <a:p>
            <a:pPr>
              <a:lnSpc>
                <a:spcPct val="90000"/>
              </a:lnSpc>
              <a:buClr>
                <a:schemeClr val="accent1"/>
              </a:buClr>
              <a:buSzPct val="80000"/>
            </a:pPr>
            <a:r>
              <a:rPr lang="en-US" sz="1500" noProof="0">
                <a:solidFill>
                  <a:schemeClr val="tx1"/>
                </a:solidFill>
                <a:ea typeface="+mn-ea"/>
                <a:cs typeface="+mn-cs"/>
              </a:rPr>
              <a:t>Language barriers often prevent women in abusive relationships from seeking assistance. Lack of knowledge of available resources, distrust of government agencies, and lack of knowledge of the U.S. legal system may also be barriers to help seeking for immigrant women who experience I P V/D V.</a:t>
            </a:r>
          </a:p>
          <a:p>
            <a:pPr>
              <a:lnSpc>
                <a:spcPct val="90000"/>
              </a:lnSpc>
              <a:buClr>
                <a:schemeClr val="accent1"/>
              </a:buClr>
              <a:buSzPct val="80000"/>
            </a:pPr>
            <a:r>
              <a:rPr lang="en-US" sz="1500" noProof="0">
                <a:solidFill>
                  <a:schemeClr val="tx1"/>
                </a:solidFill>
                <a:ea typeface="+mn-ea"/>
                <a:cs typeface="+mn-cs"/>
              </a:rPr>
              <a:t>Undocumented immigrant victims of I P V/D V may be more hesitant to report I P V/D V due to concerns with deportation.</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397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Religious and Spiritual Beliefs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Religiosity, spirituality, and partner violence are linked in both positive and negative ways.</a:t>
            </a:r>
          </a:p>
          <a:p>
            <a:pPr lvl="1">
              <a:lnSpc>
                <a:spcPct val="90000"/>
              </a:lnSpc>
              <a:buClr>
                <a:schemeClr val="accent1"/>
              </a:buClr>
              <a:buSzPct val="80000"/>
            </a:pPr>
            <a:r>
              <a:rPr lang="en-US" sz="1300" noProof="0">
                <a:solidFill>
                  <a:schemeClr val="tx1"/>
                </a:solidFill>
                <a:ea typeface="+mn-ea"/>
                <a:cs typeface="+mn-cs"/>
              </a:rPr>
              <a:t>Some individuals who perpetrate partner violence may use (and misuse) religious texts and beliefs to justify or rationalize I P V/D V.</a:t>
            </a:r>
          </a:p>
          <a:p>
            <a:pPr lvl="1">
              <a:lnSpc>
                <a:spcPct val="90000"/>
              </a:lnSpc>
              <a:buClr>
                <a:schemeClr val="accent1"/>
              </a:buClr>
              <a:buSzPct val="80000"/>
            </a:pPr>
            <a:r>
              <a:rPr lang="en-US" sz="1300" noProof="0">
                <a:solidFill>
                  <a:schemeClr val="tx1"/>
                </a:solidFill>
                <a:ea typeface="+mn-ea"/>
                <a:cs typeface="+mn-cs"/>
              </a:rPr>
              <a:t>Some I P V/D V victims may stay in abusive relationships due to religious or spiritual beliefs that condemn divorce and promote male domination, superior male morality, the value of suffering, and submission and obedience to husbands.</a:t>
            </a:r>
          </a:p>
          <a:p>
            <a:pPr lvl="1">
              <a:lnSpc>
                <a:spcPct val="90000"/>
              </a:lnSpc>
              <a:buClr>
                <a:schemeClr val="accent1"/>
              </a:buClr>
              <a:buSzPct val="80000"/>
            </a:pPr>
            <a:r>
              <a:rPr lang="en-US" sz="1300" noProof="0">
                <a:solidFill>
                  <a:schemeClr val="tx1"/>
                </a:solidFill>
                <a:ea typeface="+mn-ea"/>
                <a:cs typeface="+mn-cs"/>
              </a:rPr>
              <a:t>Some I P V/D V victims may be hesitant to seek help outside of the religious or spiritual community or may be reluctant to disclose I P V/D V to preserve the family image.</a:t>
            </a:r>
          </a:p>
          <a:p>
            <a:pPr lvl="1">
              <a:lnSpc>
                <a:spcPct val="90000"/>
              </a:lnSpc>
              <a:buClr>
                <a:schemeClr val="accent1"/>
              </a:buClr>
              <a:buSzPct val="80000"/>
            </a:pPr>
            <a:r>
              <a:rPr lang="en-US" sz="1300" noProof="0">
                <a:solidFill>
                  <a:schemeClr val="tx1"/>
                </a:solidFill>
                <a:ea typeface="+mn-ea"/>
                <a:cs typeface="+mn-cs"/>
              </a:rPr>
              <a:t>Religious or spiritual practices may also serve as protective factors against I P V/D V and as a coping mechanism in recovering from its consequences.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228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Female-to-Male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Most of the literature, as well as provision of shelters and other resources, have historically focused on women as victims of D V.</a:t>
            </a:r>
          </a:p>
          <a:p>
            <a:pPr>
              <a:lnSpc>
                <a:spcPct val="90000"/>
              </a:lnSpc>
              <a:buClr>
                <a:schemeClr val="accent1"/>
              </a:buClr>
              <a:buSzPct val="80000"/>
            </a:pPr>
            <a:r>
              <a:rPr lang="en-US" sz="1100" noProof="0">
                <a:solidFill>
                  <a:schemeClr val="tx1"/>
                </a:solidFill>
                <a:ea typeface="+mn-ea"/>
                <a:cs typeface="+mn-cs"/>
              </a:rPr>
              <a:t>Research does support the higher prevalence of women in D V relationships, but data also show that men are victims of D V.</a:t>
            </a:r>
          </a:p>
          <a:p>
            <a:pPr>
              <a:lnSpc>
                <a:spcPct val="90000"/>
              </a:lnSpc>
              <a:buClr>
                <a:schemeClr val="accent1"/>
              </a:buClr>
              <a:buSzPct val="80000"/>
            </a:pPr>
            <a:r>
              <a:rPr lang="en-US" sz="1100" noProof="0">
                <a:solidFill>
                  <a:schemeClr val="tx1"/>
                </a:solidFill>
                <a:ea typeface="+mn-ea"/>
                <a:cs typeface="+mn-cs"/>
              </a:rPr>
              <a:t>Gender norms may prevent men who suffer emotional, physical, or sexual abuse from reporting because disclosure might “emasculate” them; men may also fail to define their experiences as abusive or may fear being laughed at or ridiculed if they reach out for help; male victims of I P V/D V may also be reluctant to report abuse from a female partner for fear that they will also be accused of being abusive.</a:t>
            </a:r>
          </a:p>
          <a:p>
            <a:pPr lvl="1">
              <a:lnSpc>
                <a:spcPct val="90000"/>
              </a:lnSpc>
              <a:buClr>
                <a:schemeClr val="accent1"/>
              </a:buClr>
              <a:buSzPct val="80000"/>
            </a:pPr>
            <a:r>
              <a:rPr lang="en-US" sz="1100" noProof="0">
                <a:solidFill>
                  <a:schemeClr val="tx1"/>
                </a:solidFill>
                <a:ea typeface="+mn-ea"/>
                <a:cs typeface="+mn-cs"/>
              </a:rPr>
              <a:t>Additionally, there are fewer I P V/D V resources available for men.</a:t>
            </a:r>
          </a:p>
          <a:p>
            <a:pPr>
              <a:lnSpc>
                <a:spcPct val="90000"/>
              </a:lnSpc>
              <a:buClr>
                <a:schemeClr val="accent1"/>
              </a:buClr>
              <a:buSzPct val="80000"/>
            </a:pPr>
            <a:r>
              <a:rPr lang="en-US" sz="1100" noProof="0">
                <a:solidFill>
                  <a:schemeClr val="tx1"/>
                </a:solidFill>
                <a:ea typeface="+mn-ea"/>
                <a:cs typeface="+mn-cs"/>
              </a:rPr>
              <a:t>To effectively meet the needs of male victims, counselors should validate their experiences, provide accurate educational information about I P V/D V, and provide gender-appropriate I P V/D V resources.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778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L G B T Q +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The lifetime prevalence of I P V/D V for L G B T Q + (lesbian, gay, bisexual, transgender, questioning, and others) individuals is greater than that in heterosexual couples.</a:t>
            </a:r>
          </a:p>
          <a:p>
            <a:pPr>
              <a:lnSpc>
                <a:spcPct val="90000"/>
              </a:lnSpc>
              <a:buClr>
                <a:schemeClr val="accent1"/>
              </a:buClr>
              <a:buSzPct val="80000"/>
            </a:pPr>
            <a:r>
              <a:rPr lang="en-US" sz="1500" noProof="0">
                <a:solidFill>
                  <a:schemeClr val="tx1"/>
                </a:solidFill>
                <a:ea typeface="+mn-ea"/>
                <a:cs typeface="+mn-cs"/>
              </a:rPr>
              <a:t>Homophobia and transphobia, or prejudice and discrimination against L G B T Q + individuals and their culture, contribute to the minimization of I P V/D V in the L G B T Q + community and preclude many from seeking help from traditional I P V/D V resources (e.g., shelters, community agencies, the legal system).</a:t>
            </a:r>
          </a:p>
          <a:p>
            <a:pPr>
              <a:lnSpc>
                <a:spcPct val="90000"/>
              </a:lnSpc>
              <a:buClr>
                <a:schemeClr val="accent1"/>
              </a:buClr>
              <a:buSzPct val="80000"/>
            </a:pPr>
            <a:r>
              <a:rPr lang="en-US" sz="1500" noProof="0">
                <a:solidFill>
                  <a:schemeClr val="tx1"/>
                </a:solidFill>
                <a:ea typeface="+mn-ea"/>
                <a:cs typeface="+mn-cs"/>
              </a:rPr>
              <a:t>There is a lack of resources for L G B T Q + individuals who experience I P V/D V.</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62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Disability Status</a:t>
            </a:r>
          </a:p>
        </p:txBody>
      </p:sp>
      <p:sp>
        <p:nvSpPr>
          <p:cNvPr id="26" name="Rectangle 25">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Controlling for race/ethnicity, age, and S E S, women with disabilities are physically or sexually assaulted at a rate double that of those without a disability.</a:t>
            </a:r>
          </a:p>
          <a:p>
            <a:pPr>
              <a:lnSpc>
                <a:spcPct val="90000"/>
              </a:lnSpc>
              <a:buClr>
                <a:schemeClr val="accent1"/>
              </a:buClr>
              <a:buSzPct val="80000"/>
            </a:pPr>
            <a:r>
              <a:rPr lang="en-US" sz="1500" noProof="0">
                <a:solidFill>
                  <a:schemeClr val="tx1"/>
                </a:solidFill>
                <a:ea typeface="+mn-ea"/>
                <a:cs typeface="+mn-cs"/>
              </a:rPr>
              <a:t>A victim or perpetrator with a disability is at risk for I P V/D V, or the disability may be a result of I P V/D V toward the individual.</a:t>
            </a:r>
          </a:p>
          <a:p>
            <a:pPr>
              <a:lnSpc>
                <a:spcPct val="90000"/>
              </a:lnSpc>
              <a:buClr>
                <a:schemeClr val="accent1"/>
              </a:buClr>
              <a:buSzPct val="80000"/>
            </a:pPr>
            <a:r>
              <a:rPr lang="en-US" sz="1500" noProof="0">
                <a:solidFill>
                  <a:schemeClr val="tx1"/>
                </a:solidFill>
                <a:ea typeface="+mn-ea"/>
                <a:cs typeface="+mn-cs"/>
              </a:rPr>
              <a:t>Vulnerability and powerlessness are prevalent in this population, as they often depend on their intimate partners to assist them with activities of daily living, such as providing medication, bathing, dressing, and running errands.</a:t>
            </a:r>
          </a:p>
          <a:p>
            <a:pPr>
              <a:lnSpc>
                <a:spcPct val="90000"/>
              </a:lnSpc>
              <a:buClr>
                <a:schemeClr val="accent1"/>
              </a:buClr>
              <a:buSzPct val="80000"/>
            </a:pPr>
            <a:r>
              <a:rPr lang="en-US" sz="1500" noProof="0">
                <a:solidFill>
                  <a:schemeClr val="tx1"/>
                </a:solidFill>
                <a:ea typeface="+mn-ea"/>
                <a:cs typeface="+mn-cs"/>
              </a:rPr>
              <a:t>A vulnerable person is a person who is under the care of another person for some or even all their daily living activities. Because of being “under the care of” another, laws are in place that mandate counselors to report these incidents to authorities.</a:t>
            </a:r>
          </a:p>
        </p:txBody>
      </p:sp>
    </p:spTree>
    <p:extLst>
      <p:ext uri="{BB962C8B-B14F-4D97-AF65-F5344CB8AC3E}">
        <p14:creationId xmlns:p14="http://schemas.microsoft.com/office/powerpoint/2010/main" val="3281812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1" name="Rectangle 30">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2" name="Rectangle 3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34" name="Group 33">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Elder Abuse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With the U.S. population living longer, I P V/D V will increasingly affect those within the aging population. Abuse of an older adult may occur within intimate relationships as well as extended families.</a:t>
            </a:r>
          </a:p>
          <a:p>
            <a:pPr>
              <a:lnSpc>
                <a:spcPct val="90000"/>
              </a:lnSpc>
              <a:buClr>
                <a:schemeClr val="accent1"/>
              </a:buClr>
              <a:buSzPct val="80000"/>
            </a:pPr>
            <a:r>
              <a:rPr lang="en-US" sz="1300" noProof="0">
                <a:solidFill>
                  <a:schemeClr val="tx1"/>
                </a:solidFill>
                <a:ea typeface="+mn-ea"/>
                <a:cs typeface="+mn-cs"/>
              </a:rPr>
              <a:t>In addition to physical, sexual, and emotional abuse, types of older adult abuse include neglect (e.g., malnutrition, poor personal hygiene, unsafe or unclean living conditions), abandonment (e.g., desertion of an elder at a facility or public location), financial or material exploitation (e.g., sudden changes in bank account practices, unpaid bills despite availability of resources, forgery), and self-neglect.</a:t>
            </a:r>
          </a:p>
          <a:p>
            <a:pPr lvl="1">
              <a:lnSpc>
                <a:spcPct val="90000"/>
              </a:lnSpc>
              <a:buClr>
                <a:schemeClr val="accent1"/>
              </a:buClr>
              <a:buSzPct val="80000"/>
            </a:pPr>
            <a:r>
              <a:rPr lang="en-US" sz="1300" noProof="0">
                <a:solidFill>
                  <a:schemeClr val="tx1"/>
                </a:solidFill>
                <a:ea typeface="+mn-ea"/>
                <a:cs typeface="+mn-cs"/>
              </a:rPr>
              <a:t>Vulnerability and powerlessness can be common risk factors for elder abuse and individuals with disabilities.</a:t>
            </a:r>
          </a:p>
          <a:p>
            <a:pPr>
              <a:lnSpc>
                <a:spcPct val="90000"/>
              </a:lnSpc>
              <a:buClr>
                <a:schemeClr val="accent1"/>
              </a:buClr>
              <a:buSzPct val="80000"/>
            </a:pPr>
            <a:r>
              <a:rPr lang="en-US" sz="1300" noProof="0">
                <a:solidFill>
                  <a:schemeClr val="tx1"/>
                </a:solidFill>
                <a:ea typeface="+mn-ea"/>
                <a:cs typeface="+mn-cs"/>
              </a:rPr>
              <a:t>Similar to mandated reporting laws for vulnerable persons, all states have mandated reporting laws for elder abuse.</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253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600" b="0" noProof="0">
                <a:solidFill>
                  <a:schemeClr val="tx1"/>
                </a:solidFill>
                <a:ea typeface="+mj-ea"/>
                <a:cs typeface="+mj-cs"/>
              </a:rPr>
              <a:t>Dating Violence among Adolescents and Young Adults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I P V/D V begins early for many—sometimes with their first dating experiences.</a:t>
            </a:r>
          </a:p>
          <a:p>
            <a:pPr>
              <a:lnSpc>
                <a:spcPct val="90000"/>
              </a:lnSpc>
              <a:buClr>
                <a:schemeClr val="accent1"/>
              </a:buClr>
              <a:buSzPct val="80000"/>
            </a:pPr>
            <a:r>
              <a:rPr lang="en-US" sz="1500" noProof="0">
                <a:solidFill>
                  <a:schemeClr val="tx1"/>
                </a:solidFill>
                <a:ea typeface="+mn-ea"/>
                <a:cs typeface="+mn-cs"/>
              </a:rPr>
              <a:t>Dating violence includes physical, emotional, and sexual abuse and stalking.</a:t>
            </a:r>
          </a:p>
          <a:p>
            <a:pPr>
              <a:lnSpc>
                <a:spcPct val="90000"/>
              </a:lnSpc>
              <a:buClr>
                <a:schemeClr val="accent1"/>
              </a:buClr>
              <a:buSzPct val="80000"/>
            </a:pPr>
            <a:r>
              <a:rPr lang="en-US" sz="1500" noProof="0">
                <a:solidFill>
                  <a:schemeClr val="tx1"/>
                </a:solidFill>
                <a:ea typeface="+mn-ea"/>
                <a:cs typeface="+mn-cs"/>
              </a:rPr>
              <a:t>Adolescents who do not have clear ideas about appropriate boundaries and healthy relationships may characterize abusive behaviors as acceptable or even positive characteristics of a relationship.</a:t>
            </a:r>
          </a:p>
          <a:p>
            <a:pPr>
              <a:lnSpc>
                <a:spcPct val="90000"/>
              </a:lnSpc>
              <a:buClr>
                <a:schemeClr val="accent1"/>
              </a:buClr>
              <a:buSzPct val="80000"/>
            </a:pPr>
            <a:r>
              <a:rPr lang="en-US" sz="1500" noProof="0">
                <a:solidFill>
                  <a:schemeClr val="tx1"/>
                </a:solidFill>
                <a:ea typeface="+mn-ea"/>
                <a:cs typeface="+mn-cs"/>
              </a:rPr>
              <a:t>The C D C linked adverse childhood experiences (A C E s) to higher rates of teen dating violence.</a:t>
            </a:r>
          </a:p>
          <a:p>
            <a:pPr>
              <a:lnSpc>
                <a:spcPct val="90000"/>
              </a:lnSpc>
              <a:buClr>
                <a:schemeClr val="accent1"/>
              </a:buClr>
              <a:buSzPct val="80000"/>
            </a:pPr>
            <a:r>
              <a:rPr lang="en-US" sz="1500" noProof="0">
                <a:solidFill>
                  <a:schemeClr val="tx1"/>
                </a:solidFill>
                <a:ea typeface="+mn-ea"/>
                <a:cs typeface="+mn-cs"/>
              </a:rPr>
              <a:t>Dating violence on college and university campuses is of particular concern.</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836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3" name="Rectangle 12">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8"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9"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1" name="Rectangle 20">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8682CCCE-534D-4FC6-BF2B-9BEA2F2BB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BC664B74-EEBB-416C-9D86-AE1FECC0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52000483-C30E-42A1-8569-E1DE1F55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Freeform 5">
            <a:extLst>
              <a:ext uri="{FF2B5EF4-FFF2-40B4-BE49-F238E27FC236}">
                <a16:creationId xmlns:a16="http://schemas.microsoft.com/office/drawing/2014/main" id="{A5ACD7E0-6D9A-4803-8B9B-D4602DC48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1" name="Rectangle 30">
            <a:extLst>
              <a:ext uri="{FF2B5EF4-FFF2-40B4-BE49-F238E27FC236}">
                <a16:creationId xmlns:a16="http://schemas.microsoft.com/office/drawing/2014/main" id="{C238E92D-87E7-4B27-AD36-0E133005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285059" y="402165"/>
            <a:ext cx="45414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5">
            <a:extLst>
              <a:ext uri="{FF2B5EF4-FFF2-40B4-BE49-F238E27FC236}">
                <a16:creationId xmlns:a16="http://schemas.microsoft.com/office/drawing/2014/main" id="{6D0B958C-B82E-4F4B-945B-6B038D655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915324" y="2958541"/>
            <a:ext cx="6053670" cy="940919"/>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35" name="Freeform 5">
            <a:extLst>
              <a:ext uri="{FF2B5EF4-FFF2-40B4-BE49-F238E27FC236}">
                <a16:creationId xmlns:a16="http://schemas.microsoft.com/office/drawing/2014/main" id="{E18F3B2A-BB9B-4FB6-B8A5-2A8E5DB93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6" y="973667"/>
            <a:ext cx="2206657" cy="4833745"/>
          </a:xfrm>
        </p:spPr>
        <p:txBody>
          <a:bodyPr vert="horz" lIns="91440" tIns="45720" rIns="91440" bIns="45720" rtlCol="0" anchor="ctr">
            <a:normAutofit/>
          </a:bodyPr>
          <a:lstStyle/>
          <a:p>
            <a:pPr>
              <a:lnSpc>
                <a:spcPct val="90000"/>
              </a:lnSpc>
              <a:spcBef>
                <a:spcPct val="0"/>
              </a:spcBef>
            </a:pPr>
            <a:r>
              <a:rPr lang="en-US" sz="2800" b="0" noProof="0">
                <a:solidFill>
                  <a:srgbClr val="EBEBEB"/>
                </a:solidFill>
                <a:ea typeface="+mj-ea"/>
                <a:cs typeface="+mj-cs"/>
              </a:rPr>
              <a:t>The Counselor’s Response to Intimate Partner Violence Clients in Crisis</a:t>
            </a:r>
          </a:p>
        </p:txBody>
      </p:sp>
      <p:sp>
        <p:nvSpPr>
          <p:cNvPr id="37" name="Rectangle 36">
            <a:extLst>
              <a:ext uri="{FF2B5EF4-FFF2-40B4-BE49-F238E27FC236}">
                <a16:creationId xmlns:a16="http://schemas.microsoft.com/office/drawing/2014/main" id="{C4164AEF-861B-41D1-9ED5-B81051DA7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8" name="Content Placeholder 2">
            <a:extLst>
              <a:ext uri="{FF2B5EF4-FFF2-40B4-BE49-F238E27FC236}">
                <a16:creationId xmlns:a16="http://schemas.microsoft.com/office/drawing/2014/main" id="{D0FDF3C0-4DEE-AD79-C1CD-04300617AE49}"/>
              </a:ext>
            </a:extLst>
          </p:cNvPr>
          <p:cNvGraphicFramePr>
            <a:graphicFrameLocks noGrp="1"/>
          </p:cNvGraphicFramePr>
          <p:nvPr>
            <p:ph sz="quarter" idx="13"/>
            <p:extLst>
              <p:ext uri="{D42A27DB-BD31-4B8C-83A1-F6EECF244321}">
                <p14:modId xmlns:p14="http://schemas.microsoft.com/office/powerpoint/2010/main" val="763129051"/>
              </p:ext>
            </p:extLst>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636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3" name="Rectangle 12">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8"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9"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1" name="Rectangle 20">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8682CCCE-534D-4FC6-BF2B-9BEA2F2BB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BC664B74-EEBB-416C-9D86-AE1FECC0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52000483-C30E-42A1-8569-E1DE1F55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Freeform 5">
            <a:extLst>
              <a:ext uri="{FF2B5EF4-FFF2-40B4-BE49-F238E27FC236}">
                <a16:creationId xmlns:a16="http://schemas.microsoft.com/office/drawing/2014/main" id="{A5ACD7E0-6D9A-4803-8B9B-D4602DC48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1" name="Rectangle 30">
            <a:extLst>
              <a:ext uri="{FF2B5EF4-FFF2-40B4-BE49-F238E27FC236}">
                <a16:creationId xmlns:a16="http://schemas.microsoft.com/office/drawing/2014/main" id="{C238E92D-87E7-4B27-AD36-0E133005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285059" y="402165"/>
            <a:ext cx="45414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5">
            <a:extLst>
              <a:ext uri="{FF2B5EF4-FFF2-40B4-BE49-F238E27FC236}">
                <a16:creationId xmlns:a16="http://schemas.microsoft.com/office/drawing/2014/main" id="{6D0B958C-B82E-4F4B-945B-6B038D655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915324" y="2958541"/>
            <a:ext cx="6053670" cy="940919"/>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35" name="Freeform 5">
            <a:extLst>
              <a:ext uri="{FF2B5EF4-FFF2-40B4-BE49-F238E27FC236}">
                <a16:creationId xmlns:a16="http://schemas.microsoft.com/office/drawing/2014/main" id="{E18F3B2A-BB9B-4FB6-B8A5-2A8E5DB93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6" y="973667"/>
            <a:ext cx="2206657" cy="4833745"/>
          </a:xfrm>
        </p:spPr>
        <p:txBody>
          <a:bodyPr vert="horz" lIns="91440" tIns="45720" rIns="91440" bIns="45720" rtlCol="0" anchor="ctr">
            <a:normAutofit/>
          </a:bodyPr>
          <a:lstStyle/>
          <a:p>
            <a:pPr>
              <a:spcBef>
                <a:spcPct val="0"/>
              </a:spcBef>
            </a:pPr>
            <a:r>
              <a:rPr lang="en-US" sz="3100" b="0" noProof="0">
                <a:solidFill>
                  <a:srgbClr val="EBEBEB"/>
                </a:solidFill>
                <a:ea typeface="+mj-ea"/>
                <a:cs typeface="+mj-cs"/>
              </a:rPr>
              <a:t>Screening for Intimate Partner Violence</a:t>
            </a:r>
          </a:p>
        </p:txBody>
      </p:sp>
      <p:sp>
        <p:nvSpPr>
          <p:cNvPr id="37" name="Rectangle 36">
            <a:extLst>
              <a:ext uri="{FF2B5EF4-FFF2-40B4-BE49-F238E27FC236}">
                <a16:creationId xmlns:a16="http://schemas.microsoft.com/office/drawing/2014/main" id="{C4164AEF-861B-41D1-9ED5-B81051DA7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8" name="Content Placeholder 1">
            <a:extLst>
              <a:ext uri="{FF2B5EF4-FFF2-40B4-BE49-F238E27FC236}">
                <a16:creationId xmlns:a16="http://schemas.microsoft.com/office/drawing/2014/main" id="{37524B4F-4380-15A2-F9F8-6A6446007E94}"/>
              </a:ext>
            </a:extLst>
          </p:cNvPr>
          <p:cNvGraphicFramePr>
            <a:graphicFrameLocks noGrp="1"/>
          </p:cNvGraphicFramePr>
          <p:nvPr>
            <p:ph sz="quarter" idx="13"/>
            <p:extLst>
              <p:ext uri="{D42A27DB-BD31-4B8C-83A1-F6EECF244321}">
                <p14:modId xmlns:p14="http://schemas.microsoft.com/office/powerpoint/2010/main" val="1544998869"/>
              </p:ext>
            </p:extLst>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0325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1E7025-B53C-C70B-B0EF-733748787442}"/>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502018A8-4B66-69A4-BF33-CFFE29B887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Screening for Intimate Partner Violence</a:t>
            </a:r>
          </a:p>
        </p:txBody>
      </p:sp>
      <p:sp>
        <p:nvSpPr>
          <p:cNvPr id="2" name="Content Placeholder 1">
            <a:extLst>
              <a:ext uri="{FF2B5EF4-FFF2-40B4-BE49-F238E27FC236}">
                <a16:creationId xmlns:a16="http://schemas.microsoft.com/office/drawing/2014/main" id="{81929953-C116-67F5-9FC2-9113798CC60B}"/>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dirty="0">
                <a:solidFill>
                  <a:schemeClr val="tx1"/>
                </a:solidFill>
                <a:ea typeface="+mn-ea"/>
                <a:cs typeface="+mn-cs"/>
              </a:rPr>
              <a:t>There are two absolutes that crisis counselors should follow with victims of I P V/D V.</a:t>
            </a:r>
          </a:p>
          <a:p>
            <a:pPr marL="770400" lvl="1" indent="-457200">
              <a:lnSpc>
                <a:spcPct val="90000"/>
              </a:lnSpc>
              <a:buClr>
                <a:schemeClr val="accent1"/>
              </a:buClr>
              <a:buSzPct val="80000"/>
              <a:buFont typeface="+mj-lt"/>
              <a:buAutoNum type="arabicPeriod"/>
            </a:pPr>
            <a:r>
              <a:rPr lang="en-US" sz="2000" dirty="0">
                <a:solidFill>
                  <a:schemeClr val="tx1"/>
                </a:solidFill>
                <a:ea typeface="+mn-ea"/>
                <a:cs typeface="+mn-cs"/>
              </a:rPr>
              <a:t>Counselors should never ask about abuse in the presence of the client’s partner; doing so may greatly increase the risk for harm to the client. </a:t>
            </a:r>
          </a:p>
          <a:p>
            <a:pPr marL="770400" lvl="1" indent="-457200">
              <a:lnSpc>
                <a:spcPct val="90000"/>
              </a:lnSpc>
              <a:buClr>
                <a:schemeClr val="accent1"/>
              </a:buClr>
              <a:buSzPct val="80000"/>
              <a:buFont typeface="+mj-lt"/>
              <a:buAutoNum type="arabicPeriod"/>
            </a:pPr>
            <a:r>
              <a:rPr lang="en-US" sz="2000" dirty="0">
                <a:solidFill>
                  <a:schemeClr val="tx1"/>
                </a:solidFill>
                <a:ea typeface="+mn-ea"/>
                <a:cs typeface="+mn-cs"/>
              </a:rPr>
              <a:t>Counselors should be careful not to recommend ending the relationship as the only way to establish safety. </a:t>
            </a:r>
          </a:p>
          <a:p>
            <a:pPr>
              <a:lnSpc>
                <a:spcPct val="90000"/>
              </a:lnSpc>
              <a:buClr>
                <a:schemeClr val="accent1"/>
              </a:buClr>
              <a:buSzPct val="80000"/>
            </a:pPr>
            <a:endParaRPr lang="en-US" sz="2000" noProof="0" dirty="0">
              <a:solidFill>
                <a:schemeClr val="tx1"/>
              </a:solidFill>
              <a:ea typeface="+mn-ea"/>
              <a:cs typeface="+mn-cs"/>
            </a:endParaRP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441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Question Tree Screening Approach</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I P V/D V is one of the areas that a Q-tree can assist, as many questions must be asked during the assessments to develop a plan.</a:t>
            </a:r>
          </a:p>
          <a:p>
            <a:pPr>
              <a:lnSpc>
                <a:spcPct val="90000"/>
              </a:lnSpc>
              <a:buClr>
                <a:schemeClr val="accent1"/>
              </a:buClr>
              <a:buSzPct val="80000"/>
            </a:pPr>
            <a:r>
              <a:rPr lang="en-US" sz="1700" noProof="0">
                <a:solidFill>
                  <a:schemeClr val="tx1"/>
                </a:solidFill>
                <a:ea typeface="+mn-ea"/>
                <a:cs typeface="+mn-cs"/>
              </a:rPr>
              <a:t>As with all Q-trees, how a person replies to a surface question will determine needed follow-up questions.</a:t>
            </a:r>
          </a:p>
          <a:p>
            <a:pPr>
              <a:lnSpc>
                <a:spcPct val="90000"/>
              </a:lnSpc>
              <a:buClr>
                <a:schemeClr val="accent1"/>
              </a:buClr>
              <a:buSzPct val="80000"/>
            </a:pPr>
            <a:r>
              <a:rPr lang="en-US" sz="1700" noProof="0">
                <a:solidFill>
                  <a:schemeClr val="tx1"/>
                </a:solidFill>
                <a:ea typeface="+mn-ea"/>
                <a:cs typeface="+mn-cs"/>
              </a:rPr>
              <a:t>The Q-tree approach allows counselors to determine whether a safety plan or harm reduction plan should be developed. It also allows counselors to determine whether a mandated report of abuse must be made.</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5867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744311"/>
            <a:ext cx="8229600" cy="1097279"/>
          </a:xfrm>
        </p:spPr>
        <p:txBody>
          <a:bodyPr/>
          <a:lstStyle/>
          <a:p>
            <a:r>
              <a:rPr lang="en-US" sz="3200" noProof="0" dirty="0">
                <a:solidFill>
                  <a:schemeClr val="bg1"/>
                </a:solidFill>
              </a:rPr>
              <a:t>Response to Intimate Partner Violence Disclosure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581025" y="2470974"/>
            <a:ext cx="8229600" cy="4158674"/>
          </a:xfrm>
        </p:spPr>
        <p:txBody>
          <a:bodyPr>
            <a:normAutofit/>
          </a:bodyPr>
          <a:lstStyle/>
          <a:p>
            <a:r>
              <a:rPr lang="en-US" sz="1800" noProof="0" dirty="0"/>
              <a:t>Immediately following an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disclosure, it is critical for the crisis counselor to validate the victim’s experience and communicate that the victim is not to blame for the abuse.</a:t>
            </a:r>
          </a:p>
          <a:p>
            <a:r>
              <a:rPr lang="en-US" sz="1800" noProof="0" dirty="0"/>
              <a:t>Documentation that the client is experiencing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is also important. It is helpful for crisis counselors or health care workers to make notes about the disclosure of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and to take pictures of physical injuries, which could later be used in court if the victim chooses to take legal action.</a:t>
            </a:r>
          </a:p>
          <a:p>
            <a:r>
              <a:rPr lang="en-US" sz="1800" noProof="0" dirty="0"/>
              <a:t>Providing the victim with resources and protection is another essential component of responding to an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crisis. Counselors should have an extensive list of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resources available, including options for emergency shelter, transportation, food, child care, medical needs, mental health care, and legal aid.</a:t>
            </a:r>
          </a:p>
        </p:txBody>
      </p:sp>
      <p:sp>
        <p:nvSpPr>
          <p:cNvPr id="31" name="Content Placeholder 30"/>
          <p:cNvSpPr>
            <a:spLocks noGrp="1"/>
          </p:cNvSpPr>
          <p:nvPr>
            <p:ph sz="quarter" idx="15"/>
          </p:nvPr>
        </p:nvSpPr>
        <p:spPr>
          <a:xfrm>
            <a:off x="8367132" y="5779138"/>
            <a:ext cx="195843" cy="334551"/>
          </a:xfrm>
        </p:spPr>
        <p:txBody>
          <a:bodyPr lIns="0" tIns="0" rIns="0" bIns="0"/>
          <a:lstStyle/>
          <a:p>
            <a:pPr marL="0" lvl="1" indent="0">
              <a:buNone/>
            </a:pPr>
            <a:r>
              <a:rPr lang="en-US" sz="100" noProof="0" dirty="0">
                <a:latin typeface="+mn-lt"/>
              </a:rPr>
              <a:t>  </a:t>
            </a:r>
            <a:r>
              <a:rPr lang="en-US" sz="1800" noProof="0" dirty="0">
                <a:latin typeface="+mn-lt"/>
              </a:rPr>
              <a:t>.</a:t>
            </a:r>
          </a:p>
        </p:txBody>
      </p:sp>
    </p:spTree>
    <p:extLst>
      <p:ext uri="{BB962C8B-B14F-4D97-AF65-F5344CB8AC3E}">
        <p14:creationId xmlns:p14="http://schemas.microsoft.com/office/powerpoint/2010/main" val="1215382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83438-61B7-EC1F-8596-A1E7F03DA26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C0F1C5-220B-2BD6-55A1-9DC9456412E3}"/>
              </a:ext>
            </a:extLst>
          </p:cNvPr>
          <p:cNvSpPr>
            <a:spLocks noGrp="1"/>
          </p:cNvSpPr>
          <p:nvPr>
            <p:ph type="title"/>
          </p:nvPr>
        </p:nvSpPr>
        <p:spPr>
          <a:xfrm>
            <a:off x="457200" y="665514"/>
            <a:ext cx="8229600" cy="1097279"/>
          </a:xfrm>
        </p:spPr>
        <p:txBody>
          <a:bodyPr/>
          <a:lstStyle/>
          <a:p>
            <a:r>
              <a:rPr lang="en-US" sz="3200" noProof="0" dirty="0">
                <a:solidFill>
                  <a:schemeClr val="bg1"/>
                </a:solidFill>
              </a:rPr>
              <a:t>Response to Intimate Partner Violence Disclosure</a:t>
            </a:r>
          </a:p>
        </p:txBody>
      </p:sp>
      <p:sp>
        <p:nvSpPr>
          <p:cNvPr id="3" name="Content Placeholder 2">
            <a:extLst>
              <a:ext uri="{FF2B5EF4-FFF2-40B4-BE49-F238E27FC236}">
                <a16:creationId xmlns:a16="http://schemas.microsoft.com/office/drawing/2014/main" id="{08505FF2-D6FA-F887-723B-5C8CB2F1659D}"/>
              </a:ext>
            </a:extLst>
          </p:cNvPr>
          <p:cNvSpPr>
            <a:spLocks noGrp="1"/>
          </p:cNvSpPr>
          <p:nvPr>
            <p:ph sz="quarter" idx="13"/>
          </p:nvPr>
        </p:nvSpPr>
        <p:spPr>
          <a:xfrm>
            <a:off x="581025" y="2699326"/>
            <a:ext cx="8229600" cy="4158674"/>
          </a:xfrm>
        </p:spPr>
        <p:txBody>
          <a:bodyPr>
            <a:normAutofit/>
          </a:bodyPr>
          <a:lstStyle/>
          <a:p>
            <a:pPr marL="401400" lvl="1" indent="0">
              <a:buNone/>
            </a:pPr>
            <a:r>
              <a:rPr lang="en-US" sz="2800" noProof="0" dirty="0"/>
              <a:t>The National Domestic Violence Hotline can be accessed 24 hours a</a:t>
            </a:r>
            <a:r>
              <a:rPr lang="en-US" sz="2800" dirty="0"/>
              <a:t> day, 365 days per year at 1-800-799-S</a:t>
            </a:r>
            <a:r>
              <a:rPr lang="en-US" sz="400" dirty="0"/>
              <a:t> </a:t>
            </a:r>
            <a:r>
              <a:rPr lang="en-US" sz="2800" dirty="0"/>
              <a:t>A</a:t>
            </a:r>
            <a:r>
              <a:rPr lang="en-US" sz="400" dirty="0"/>
              <a:t> </a:t>
            </a:r>
            <a:r>
              <a:rPr lang="en-US" sz="2800" dirty="0"/>
              <a:t>F</a:t>
            </a:r>
            <a:r>
              <a:rPr lang="en-US" sz="400" dirty="0"/>
              <a:t> </a:t>
            </a:r>
            <a:r>
              <a:rPr lang="en-US" sz="2800" dirty="0"/>
              <a:t>E or at </a:t>
            </a:r>
            <a:r>
              <a:rPr lang="en-US" sz="2800" dirty="0">
                <a:hlinkClick r:id="rId2" tooltip="http://www.thehotline.org"/>
              </a:rPr>
              <a:t>www.thehotline.org</a:t>
            </a:r>
            <a:endParaRPr lang="en-US" sz="2800" dirty="0"/>
          </a:p>
          <a:p>
            <a:pPr lvl="1"/>
            <a:endParaRPr lang="en-US" sz="2800" dirty="0"/>
          </a:p>
          <a:p>
            <a:pPr lvl="1"/>
            <a:endParaRPr lang="en-US" sz="1800" noProof="0" dirty="0"/>
          </a:p>
        </p:txBody>
      </p:sp>
      <p:sp>
        <p:nvSpPr>
          <p:cNvPr id="31" name="Content Placeholder 30">
            <a:extLst>
              <a:ext uri="{FF2B5EF4-FFF2-40B4-BE49-F238E27FC236}">
                <a16:creationId xmlns:a16="http://schemas.microsoft.com/office/drawing/2014/main" id="{20FF478F-4056-5EF4-B763-D3F783438164}"/>
              </a:ext>
            </a:extLst>
          </p:cNvPr>
          <p:cNvSpPr>
            <a:spLocks noGrp="1"/>
          </p:cNvSpPr>
          <p:nvPr>
            <p:ph sz="quarter" idx="15"/>
          </p:nvPr>
        </p:nvSpPr>
        <p:spPr>
          <a:xfrm>
            <a:off x="8367132" y="5779138"/>
            <a:ext cx="195843" cy="334551"/>
          </a:xfrm>
        </p:spPr>
        <p:txBody>
          <a:bodyPr lIns="0" tIns="0" rIns="0" bIns="0"/>
          <a:lstStyle/>
          <a:p>
            <a:pPr marL="0" lvl="1" indent="0">
              <a:buNone/>
            </a:pPr>
            <a:r>
              <a:rPr lang="en-US" sz="100" noProof="0" dirty="0">
                <a:latin typeface="+mn-lt"/>
              </a:rPr>
              <a:t>  </a:t>
            </a:r>
            <a:r>
              <a:rPr lang="en-US" sz="1800" noProof="0" dirty="0">
                <a:latin typeface="+mn-lt"/>
              </a:rPr>
              <a:t>.</a:t>
            </a:r>
          </a:p>
        </p:txBody>
      </p:sp>
    </p:spTree>
    <p:extLst>
      <p:ext uri="{BB962C8B-B14F-4D97-AF65-F5344CB8AC3E}">
        <p14:creationId xmlns:p14="http://schemas.microsoft.com/office/powerpoint/2010/main" val="1011570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Safety Planning and Harm Reduction Planning (1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Safety Planning</a:t>
            </a:r>
          </a:p>
          <a:p>
            <a:pPr lvl="1">
              <a:lnSpc>
                <a:spcPct val="90000"/>
              </a:lnSpc>
              <a:buClr>
                <a:schemeClr val="accent1"/>
              </a:buClr>
              <a:buSzPct val="80000"/>
            </a:pPr>
            <a:r>
              <a:rPr lang="en-US" sz="1300" noProof="0">
                <a:solidFill>
                  <a:schemeClr val="tx1"/>
                </a:solidFill>
                <a:ea typeface="+mn-ea"/>
                <a:cs typeface="+mn-cs"/>
              </a:rPr>
              <a:t>If a client decided to leave the abuser, the counselor should develop a safety plan with the main goal of keeping the client physically safe, as well as any other vulnerable person living in the home.</a:t>
            </a:r>
          </a:p>
          <a:p>
            <a:pPr lvl="1">
              <a:lnSpc>
                <a:spcPct val="90000"/>
              </a:lnSpc>
              <a:buClr>
                <a:schemeClr val="accent1"/>
              </a:buClr>
              <a:buSzPct val="80000"/>
            </a:pPr>
            <a:r>
              <a:rPr lang="en-US" sz="1300" noProof="0">
                <a:solidFill>
                  <a:schemeClr val="tx1"/>
                </a:solidFill>
                <a:ea typeface="+mn-ea"/>
                <a:cs typeface="+mn-cs"/>
              </a:rPr>
              <a:t>The safety plan is tailored to the unique situation of each I P V/D V victim; the counselor and client should determine appropriate supports for the client, locations that provide physical safety (e.g., shelters), and whether law enforcement should be contacted.</a:t>
            </a:r>
          </a:p>
          <a:p>
            <a:pPr lvl="1">
              <a:lnSpc>
                <a:spcPct val="90000"/>
              </a:lnSpc>
              <a:buClr>
                <a:schemeClr val="accent1"/>
              </a:buClr>
              <a:buSzPct val="80000"/>
            </a:pPr>
            <a:r>
              <a:rPr lang="en-US" sz="1300" noProof="0">
                <a:solidFill>
                  <a:schemeClr val="tx1"/>
                </a:solidFill>
                <a:ea typeface="+mn-ea"/>
                <a:cs typeface="+mn-cs"/>
              </a:rPr>
              <a:t>It is important to emphasize that a safety plan in no way guarantees the safety of the I P V/D V victim.</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804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Safety Planning and Harm Reduction Planning (2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a:solidFill>
                  <a:schemeClr val="tx1"/>
                </a:solidFill>
                <a:ea typeface="+mn-ea"/>
                <a:cs typeface="+mn-cs"/>
              </a:rPr>
              <a:t>Harm Reduction Planning</a:t>
            </a:r>
          </a:p>
          <a:p>
            <a:pPr lvl="1">
              <a:lnSpc>
                <a:spcPct val="90000"/>
              </a:lnSpc>
              <a:buClr>
                <a:schemeClr val="accent1"/>
              </a:buClr>
              <a:buSzPct val="80000"/>
            </a:pPr>
            <a:r>
              <a:rPr lang="en-US" sz="2000" noProof="0">
                <a:solidFill>
                  <a:schemeClr val="tx1"/>
                </a:solidFill>
                <a:ea typeface="+mn-ea"/>
                <a:cs typeface="+mn-cs"/>
              </a:rPr>
              <a:t>These plans are developed for clients who do not intend to leave the abusive relationship.</a:t>
            </a:r>
          </a:p>
          <a:p>
            <a:pPr lvl="1">
              <a:lnSpc>
                <a:spcPct val="90000"/>
              </a:lnSpc>
              <a:buClr>
                <a:schemeClr val="accent1"/>
              </a:buClr>
              <a:buSzPct val="80000"/>
            </a:pPr>
            <a:r>
              <a:rPr lang="en-US" sz="2000" noProof="0">
                <a:solidFill>
                  <a:schemeClr val="tx1"/>
                </a:solidFill>
                <a:ea typeface="+mn-ea"/>
                <a:cs typeface="+mn-cs"/>
              </a:rPr>
              <a:t>The goal of the plan is to reduce the amount of harm a victim may encounter by an abuser.</a:t>
            </a:r>
          </a:p>
          <a:p>
            <a:pPr lvl="1">
              <a:lnSpc>
                <a:spcPct val="90000"/>
              </a:lnSpc>
              <a:buClr>
                <a:schemeClr val="accent1"/>
              </a:buClr>
              <a:buSzPct val="80000"/>
            </a:pPr>
            <a:r>
              <a:rPr lang="en-US" sz="2000" noProof="0">
                <a:solidFill>
                  <a:schemeClr val="tx1"/>
                </a:solidFill>
                <a:ea typeface="+mn-ea"/>
                <a:cs typeface="+mn-cs"/>
              </a:rPr>
              <a:t>Some harm reduction plans may also integrate strategies to assist in alleviating pain from abuse.</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3380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400" b="0" noProof="0">
                <a:solidFill>
                  <a:schemeClr val="tx1"/>
                </a:solidFill>
                <a:ea typeface="+mj-ea"/>
                <a:cs typeface="+mj-cs"/>
              </a:rPr>
              <a:t>Intimate Partner Violence Shelters: Opportunities and Challenges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I P V/D V shelters provide a safe haven for many abused women and their children. Shelters not only protect victims from additional physical harm but also provide a safe place where emotional healing can begin.</a:t>
            </a:r>
          </a:p>
          <a:p>
            <a:pPr>
              <a:lnSpc>
                <a:spcPct val="90000"/>
              </a:lnSpc>
              <a:buClr>
                <a:schemeClr val="accent1"/>
              </a:buClr>
              <a:buSzPct val="80000"/>
            </a:pPr>
            <a:r>
              <a:rPr lang="en-US" sz="1500" noProof="0">
                <a:solidFill>
                  <a:schemeClr val="tx1"/>
                </a:solidFill>
                <a:ea typeface="+mn-ea"/>
                <a:cs typeface="+mn-cs"/>
              </a:rPr>
              <a:t>While I P V/D V shelters are invaluable resources for many victims, life in a shelter is certainly not stress-free and it requires adherence to programmatic rules and regulations that may infringe on a victim’s sense of autonomy.</a:t>
            </a:r>
          </a:p>
          <a:p>
            <a:pPr lvl="1">
              <a:lnSpc>
                <a:spcPct val="90000"/>
              </a:lnSpc>
              <a:buClr>
                <a:schemeClr val="accent1"/>
              </a:buClr>
              <a:buSzPct val="80000"/>
            </a:pPr>
            <a:r>
              <a:rPr lang="en-US" sz="1500" noProof="0">
                <a:solidFill>
                  <a:schemeClr val="tx1"/>
                </a:solidFill>
                <a:ea typeface="+mn-ea"/>
                <a:cs typeface="+mn-cs"/>
              </a:rPr>
              <a:t>In addition, victims may not feel ready to address the emotional impact of their abuse yet may be required to do so as part of the shelter program.</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64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Addressing the Emotional Impact of Intimate Partner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The emotional consequences of I P V/D V can be as devastating as the physical consequences.</a:t>
            </a:r>
          </a:p>
          <a:p>
            <a:pPr>
              <a:lnSpc>
                <a:spcPct val="90000"/>
              </a:lnSpc>
              <a:buClr>
                <a:schemeClr val="accent1"/>
              </a:buClr>
              <a:buSzPct val="80000"/>
            </a:pPr>
            <a:r>
              <a:rPr lang="en-US" sz="1300" noProof="0">
                <a:solidFill>
                  <a:schemeClr val="tx1"/>
                </a:solidFill>
                <a:ea typeface="+mn-ea"/>
                <a:cs typeface="+mn-cs"/>
              </a:rPr>
              <a:t>High rates of depression and low self-esteem are common among victims, and I P V/D V is a major predictor of drug and alcohol use in women.</a:t>
            </a:r>
          </a:p>
          <a:p>
            <a:pPr>
              <a:lnSpc>
                <a:spcPct val="90000"/>
              </a:lnSpc>
              <a:buClr>
                <a:schemeClr val="accent1"/>
              </a:buClr>
              <a:buSzPct val="80000"/>
            </a:pPr>
            <a:r>
              <a:rPr lang="en-US" sz="1300" noProof="0">
                <a:solidFill>
                  <a:schemeClr val="tx1"/>
                </a:solidFill>
                <a:ea typeface="+mn-ea"/>
                <a:cs typeface="+mn-cs"/>
              </a:rPr>
              <a:t>Many I P V/D V victims experience symptoms of P T S D. In addition to the symptoms traditionally associated with P T S D, I P V/D V victims often experience a cluster of symptoms referred to as battered woman syndrome, which includes disrupted interpersonal relationships, difficulties with body image/somatic concerns, and sexual or intimacy problems.</a:t>
            </a:r>
          </a:p>
          <a:p>
            <a:pPr>
              <a:lnSpc>
                <a:spcPct val="90000"/>
              </a:lnSpc>
              <a:buClr>
                <a:schemeClr val="accent1"/>
              </a:buClr>
              <a:buSzPct val="80000"/>
            </a:pPr>
            <a:r>
              <a:rPr lang="en-US" sz="1300" noProof="0">
                <a:solidFill>
                  <a:schemeClr val="tx1"/>
                </a:solidFill>
                <a:ea typeface="+mn-ea"/>
                <a:cs typeface="+mn-cs"/>
              </a:rPr>
              <a:t>When working with I P V/D V victims, it is essential to consider their trauma history in constructing a treatment plan or making a diagnosis.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7596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COVID-19 Pandemic Impacts on I P V/D V</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The increased isolation due to COVID-19 has impacted individuals in I P V/D V situations worldwide to the extent that the W H O issued statements regarding the need for a global awareness of social isolation on I P V/D V victims.</a:t>
            </a:r>
          </a:p>
          <a:p>
            <a:pPr>
              <a:lnSpc>
                <a:spcPct val="90000"/>
              </a:lnSpc>
              <a:buClr>
                <a:schemeClr val="accent1"/>
              </a:buClr>
              <a:buSzPct val="80000"/>
            </a:pPr>
            <a:r>
              <a:rPr lang="en-US" sz="1100" noProof="0">
                <a:solidFill>
                  <a:schemeClr val="tx1"/>
                </a:solidFill>
                <a:ea typeface="+mn-ea"/>
                <a:cs typeface="+mn-cs"/>
              </a:rPr>
              <a:t>The decreased ability to seek leave from environments of abuse has been assumed to increase situations of D V.</a:t>
            </a:r>
          </a:p>
          <a:p>
            <a:pPr lvl="1">
              <a:lnSpc>
                <a:spcPct val="90000"/>
              </a:lnSpc>
              <a:buClr>
                <a:schemeClr val="accent1"/>
              </a:buClr>
              <a:buSzPct val="80000"/>
            </a:pPr>
            <a:r>
              <a:rPr lang="en-US" sz="1100" noProof="0">
                <a:solidFill>
                  <a:schemeClr val="tx1"/>
                </a:solidFill>
                <a:ea typeface="+mn-ea"/>
                <a:cs typeface="+mn-cs"/>
              </a:rPr>
              <a:t>Pre-pandemic supports such as visiting with family and friends and workplace and educational environments that often provided some form of distancing from an abuser were cut off during most of the pandemic, meaning diminished reprieves from the abuser.</a:t>
            </a:r>
          </a:p>
          <a:p>
            <a:pPr lvl="1">
              <a:lnSpc>
                <a:spcPct val="90000"/>
              </a:lnSpc>
              <a:buClr>
                <a:schemeClr val="accent1"/>
              </a:buClr>
              <a:buSzPct val="80000"/>
            </a:pPr>
            <a:r>
              <a:rPr lang="en-US" sz="1100" noProof="0">
                <a:solidFill>
                  <a:schemeClr val="tx1"/>
                </a:solidFill>
                <a:ea typeface="+mn-ea"/>
                <a:cs typeface="+mn-cs"/>
              </a:rPr>
              <a:t>Add in the stressors from the pandemic, such as economic changes, and abuse is believed to have increased.</a:t>
            </a:r>
          </a:p>
          <a:p>
            <a:pPr>
              <a:lnSpc>
                <a:spcPct val="90000"/>
              </a:lnSpc>
              <a:buClr>
                <a:schemeClr val="accent1"/>
              </a:buClr>
              <a:buSzPct val="80000"/>
            </a:pPr>
            <a:r>
              <a:rPr lang="en-US" sz="1100" noProof="0">
                <a:solidFill>
                  <a:schemeClr val="tx1"/>
                </a:solidFill>
                <a:ea typeface="+mn-ea"/>
                <a:cs typeface="+mn-cs"/>
              </a:rPr>
              <a:t>The services that were available to individuals in I P V/D V relationships were impacted by the pandemic. Services may have been scaled back, personnel cut or limited, and shelters may have closed or limited access for safety.</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342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Batterer Intervention </a:t>
            </a:r>
            <a:r>
              <a:rPr lang="en-US" sz="2000" b="0" noProof="0" dirty="0"/>
              <a:t>(1 of 2)</a:t>
            </a:r>
          </a:p>
        </p:txBody>
      </p:sp>
      <p:sp>
        <p:nvSpPr>
          <p:cNvPr id="2" name="Content Placeholder 1"/>
          <p:cNvSpPr>
            <a:spLocks noGrp="1"/>
          </p:cNvSpPr>
          <p:nvPr>
            <p:ph sz="quarter" idx="13"/>
          </p:nvPr>
        </p:nvSpPr>
        <p:spPr>
          <a:xfrm>
            <a:off x="333632" y="2137094"/>
            <a:ext cx="8229600" cy="3348182"/>
          </a:xfrm>
        </p:spPr>
        <p:txBody>
          <a:bodyPr>
            <a:normAutofit lnSpcReduction="10000"/>
          </a:bodyPr>
          <a:lstStyle/>
          <a:p>
            <a:r>
              <a:rPr lang="en-US" sz="1800" noProof="0" dirty="0"/>
              <a:t>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response has two aspects: victim intervention and batterer intervention.</a:t>
            </a:r>
          </a:p>
          <a:p>
            <a:r>
              <a:rPr lang="en-US" sz="1800" noProof="0" dirty="0"/>
              <a:t>One model of attending to the needs of both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victims and batterers is a coordinated community response (C</a:t>
            </a:r>
            <a:r>
              <a:rPr lang="en-US" sz="100" noProof="0" dirty="0"/>
              <a:t> </a:t>
            </a:r>
            <a:r>
              <a:rPr lang="en-US" sz="1800" noProof="0" dirty="0"/>
              <a:t>C</a:t>
            </a:r>
            <a:r>
              <a:rPr lang="en-US" sz="100" noProof="0" dirty="0"/>
              <a:t> </a:t>
            </a:r>
            <a:r>
              <a:rPr lang="en-US" sz="1800" noProof="0" dirty="0"/>
              <a:t>R), which involves the collaboration of local councils of service providers in developing a more comprehensive response to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incidents.</a:t>
            </a:r>
          </a:p>
          <a:p>
            <a:pPr lvl="1"/>
            <a:r>
              <a:rPr lang="en-US" sz="1800" noProof="0" dirty="0"/>
              <a:t>C</a:t>
            </a:r>
            <a:r>
              <a:rPr lang="en-US" sz="100" noProof="0" dirty="0"/>
              <a:t> </a:t>
            </a:r>
            <a:r>
              <a:rPr lang="en-US" sz="1800" noProof="0" dirty="0"/>
              <a:t>C</a:t>
            </a:r>
            <a:r>
              <a:rPr lang="en-US" sz="100" noProof="0" dirty="0"/>
              <a:t> </a:t>
            </a:r>
            <a:r>
              <a:rPr lang="en-US" sz="1800" noProof="0" dirty="0"/>
              <a:t>R helps victims identify and access multiple available services, of which victims are often not aware. These services focus on advocacy, criminal justice, child services, health care, education, and vocation.</a:t>
            </a:r>
          </a:p>
          <a:p>
            <a:r>
              <a:rPr lang="en-US" sz="1800" noProof="0" dirty="0"/>
              <a:t>Batterer intervention programs have three primary goals:</a:t>
            </a:r>
          </a:p>
        </p:txBody>
      </p:sp>
      <p:sp>
        <p:nvSpPr>
          <p:cNvPr id="4" name="Content Placeholder 3"/>
          <p:cNvSpPr>
            <a:spLocks noGrp="1"/>
          </p:cNvSpPr>
          <p:nvPr>
            <p:ph sz="quarter" idx="14"/>
          </p:nvPr>
        </p:nvSpPr>
        <p:spPr>
          <a:xfrm>
            <a:off x="457200" y="5301673"/>
            <a:ext cx="6867525" cy="1408463"/>
          </a:xfrm>
        </p:spPr>
        <p:txBody>
          <a:bodyPr/>
          <a:lstStyle/>
          <a:p>
            <a:pPr marL="254682" indent="-428400">
              <a:buFont typeface="+mj-lt"/>
              <a:buAutoNum type="arabicPeriod"/>
            </a:pPr>
            <a:r>
              <a:rPr lang="en-US" sz="1800" noProof="0" dirty="0"/>
              <a:t>Ensuring the safety of I</a:t>
            </a:r>
            <a:r>
              <a:rPr lang="en-US" sz="100" noProof="0" dirty="0"/>
              <a:t> </a:t>
            </a:r>
            <a:r>
              <a:rPr lang="en-US" sz="1800" noProof="0" dirty="0"/>
              <a:t>P</a:t>
            </a:r>
            <a:r>
              <a:rPr lang="en-US" sz="100" noProof="0" dirty="0"/>
              <a:t> </a:t>
            </a:r>
            <a:r>
              <a:rPr lang="en-US" sz="1800" noProof="0" dirty="0"/>
              <a:t>V/D</a:t>
            </a:r>
            <a:r>
              <a:rPr lang="en-US" sz="100" noProof="0" dirty="0"/>
              <a:t> </a:t>
            </a:r>
            <a:r>
              <a:rPr lang="en-US" sz="1800" noProof="0" dirty="0"/>
              <a:t>V victims</a:t>
            </a:r>
          </a:p>
          <a:p>
            <a:pPr marL="254682" indent="-428400">
              <a:buFont typeface="+mj-lt"/>
              <a:buAutoNum type="arabicPeriod"/>
            </a:pPr>
            <a:r>
              <a:rPr lang="en-US" sz="1800" noProof="0" dirty="0"/>
              <a:t>Stopping future acts of partner violence</a:t>
            </a:r>
          </a:p>
          <a:p>
            <a:pPr marL="254682" indent="-428400">
              <a:buFont typeface="+mj-lt"/>
              <a:buAutoNum type="arabicPeriod"/>
            </a:pPr>
            <a:r>
              <a:rPr lang="en-US" sz="1800" noProof="0" dirty="0"/>
              <a:t>Increasing offenders’ accountability for their behavior.</a:t>
            </a:r>
          </a:p>
        </p:txBody>
      </p:sp>
    </p:spTree>
    <p:extLst>
      <p:ext uri="{BB962C8B-B14F-4D97-AF65-F5344CB8AC3E}">
        <p14:creationId xmlns:p14="http://schemas.microsoft.com/office/powerpoint/2010/main" val="3425197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Batterer Intervention (2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Safety</a:t>
            </a:r>
          </a:p>
          <a:p>
            <a:pPr lvl="1">
              <a:lnSpc>
                <a:spcPct val="90000"/>
              </a:lnSpc>
              <a:buClr>
                <a:schemeClr val="accent1"/>
              </a:buClr>
              <a:buSzPct val="80000"/>
            </a:pPr>
            <a:r>
              <a:rPr lang="en-US" sz="1100" noProof="0">
                <a:solidFill>
                  <a:schemeClr val="tx1"/>
                </a:solidFill>
                <a:ea typeface="+mn-ea"/>
                <a:cs typeface="+mn-cs"/>
              </a:rPr>
              <a:t>Steps to ensuring safety include assessment of the resources that are available to I P V/D V victims, assessment of the severity and repetition of violent incidents, and assessment of the effects on children exposed to I P V/D V.</a:t>
            </a:r>
          </a:p>
          <a:p>
            <a:pPr>
              <a:lnSpc>
                <a:spcPct val="90000"/>
              </a:lnSpc>
              <a:buClr>
                <a:schemeClr val="accent1"/>
              </a:buClr>
              <a:buSzPct val="80000"/>
            </a:pPr>
            <a:r>
              <a:rPr lang="en-US" sz="1100" noProof="0">
                <a:solidFill>
                  <a:schemeClr val="tx1"/>
                </a:solidFill>
                <a:ea typeface="+mn-ea"/>
                <a:cs typeface="+mn-cs"/>
              </a:rPr>
              <a:t>Cessation of Violence</a:t>
            </a:r>
          </a:p>
          <a:p>
            <a:pPr lvl="1">
              <a:lnSpc>
                <a:spcPct val="90000"/>
              </a:lnSpc>
              <a:buClr>
                <a:schemeClr val="accent1"/>
              </a:buClr>
              <a:buSzPct val="80000"/>
            </a:pPr>
            <a:r>
              <a:rPr lang="en-US" sz="1100" noProof="0">
                <a:solidFill>
                  <a:schemeClr val="tx1"/>
                </a:solidFill>
                <a:ea typeface="+mn-ea"/>
                <a:cs typeface="+mn-cs"/>
              </a:rPr>
              <a:t>One of the first steps toward stopping all forms of violence, including verbal, emotional, physical, and sexual abuses, is acknowledgement of one’s violent behavior.</a:t>
            </a:r>
          </a:p>
          <a:p>
            <a:pPr lvl="1">
              <a:lnSpc>
                <a:spcPct val="90000"/>
              </a:lnSpc>
              <a:buClr>
                <a:schemeClr val="accent1"/>
              </a:buClr>
              <a:buSzPct val="80000"/>
            </a:pPr>
            <a:r>
              <a:rPr lang="en-US" sz="1100" noProof="0">
                <a:solidFill>
                  <a:schemeClr val="tx1"/>
                </a:solidFill>
                <a:ea typeface="+mn-ea"/>
                <a:cs typeface="+mn-cs"/>
              </a:rPr>
              <a:t>Such an acknowledgment means discarding denial, minimizing, and blaming.</a:t>
            </a:r>
          </a:p>
          <a:p>
            <a:pPr>
              <a:lnSpc>
                <a:spcPct val="90000"/>
              </a:lnSpc>
              <a:buClr>
                <a:schemeClr val="accent1"/>
              </a:buClr>
              <a:buSzPct val="80000"/>
            </a:pPr>
            <a:r>
              <a:rPr lang="en-US" sz="1100" noProof="0">
                <a:solidFill>
                  <a:schemeClr val="tx1"/>
                </a:solidFill>
                <a:ea typeface="+mn-ea"/>
                <a:cs typeface="+mn-cs"/>
              </a:rPr>
              <a:t>Accountability</a:t>
            </a:r>
          </a:p>
          <a:p>
            <a:pPr lvl="1">
              <a:lnSpc>
                <a:spcPct val="90000"/>
              </a:lnSpc>
              <a:buClr>
                <a:schemeClr val="accent1"/>
              </a:buClr>
              <a:buSzPct val="80000"/>
            </a:pPr>
            <a:r>
              <a:rPr lang="en-US" sz="1100" noProof="0">
                <a:solidFill>
                  <a:schemeClr val="tx1"/>
                </a:solidFill>
                <a:ea typeface="+mn-ea"/>
                <a:cs typeface="+mn-cs"/>
              </a:rPr>
              <a:t>Developing alternatives to battering is an essential component of increasing accountability.</a:t>
            </a:r>
          </a:p>
          <a:p>
            <a:pPr lvl="1">
              <a:lnSpc>
                <a:spcPct val="90000"/>
              </a:lnSpc>
              <a:buClr>
                <a:schemeClr val="accent1"/>
              </a:buClr>
              <a:buSzPct val="80000"/>
            </a:pPr>
            <a:r>
              <a:rPr lang="en-US" sz="1100" noProof="0">
                <a:solidFill>
                  <a:schemeClr val="tx1"/>
                </a:solidFill>
                <a:ea typeface="+mn-ea"/>
                <a:cs typeface="+mn-cs"/>
              </a:rPr>
              <a:t>A second task in becoming accountable is to learn to recognize triggers or cues leading to violent behavior.</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8408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Challenges to Referrals to Batterer Intervention Programs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One of the biggest challenges regarding batterer intervention is that most program participants are court mandated.</a:t>
            </a:r>
          </a:p>
          <a:p>
            <a:pPr lvl="1">
              <a:lnSpc>
                <a:spcPct val="90000"/>
              </a:lnSpc>
              <a:buClr>
                <a:schemeClr val="accent1"/>
              </a:buClr>
              <a:buSzPct val="80000"/>
            </a:pPr>
            <a:r>
              <a:rPr lang="en-US" sz="1300" noProof="0">
                <a:solidFill>
                  <a:schemeClr val="tx1"/>
                </a:solidFill>
                <a:ea typeface="+mn-ea"/>
                <a:cs typeface="+mn-cs"/>
              </a:rPr>
              <a:t>For a judge or probation officer to refer an I P V/D V offender to treatment, someone must first report an I P V/D V incident. Thus, if I P V/D V incidents go unreported, batterer intervention is nearly impossible.</a:t>
            </a:r>
          </a:p>
          <a:p>
            <a:pPr>
              <a:lnSpc>
                <a:spcPct val="90000"/>
              </a:lnSpc>
              <a:buClr>
                <a:schemeClr val="accent1"/>
              </a:buClr>
              <a:buSzPct val="80000"/>
            </a:pPr>
            <a:r>
              <a:rPr lang="en-US" sz="1300" noProof="0">
                <a:solidFill>
                  <a:schemeClr val="tx1"/>
                </a:solidFill>
                <a:ea typeface="+mn-ea"/>
                <a:cs typeface="+mn-cs"/>
              </a:rPr>
              <a:t>The financial aspect of batterer intervention is also a challenge. Most federal and state monies for I P V/D V go to battered women’s programs.</a:t>
            </a:r>
          </a:p>
          <a:p>
            <a:pPr>
              <a:lnSpc>
                <a:spcPct val="90000"/>
              </a:lnSpc>
              <a:buClr>
                <a:schemeClr val="accent1"/>
              </a:buClr>
              <a:buSzPct val="80000"/>
            </a:pPr>
            <a:r>
              <a:rPr lang="en-US" sz="1300" noProof="0">
                <a:solidFill>
                  <a:schemeClr val="tx1"/>
                </a:solidFill>
                <a:ea typeface="+mn-ea"/>
                <a:cs typeface="+mn-cs"/>
              </a:rPr>
              <a:t>Treatment refusal, overt or passive resistance, and premature termination (i.e., dropout) are common issues confronted by counselors in the typical batterer intervention program.</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796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Assessing Perpetrators of Intimate Partner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Assessment of batterers is important when considering the holistic impact upon victims, victim safety, and changing abusive behaviors.</a:t>
            </a:r>
          </a:p>
          <a:p>
            <a:pPr lvl="1">
              <a:lnSpc>
                <a:spcPct val="90000"/>
              </a:lnSpc>
              <a:buClr>
                <a:schemeClr val="accent1"/>
              </a:buClr>
              <a:buSzPct val="80000"/>
            </a:pPr>
            <a:r>
              <a:rPr lang="en-US" sz="1100" noProof="0">
                <a:solidFill>
                  <a:schemeClr val="tx1"/>
                </a:solidFill>
                <a:ea typeface="+mn-ea"/>
                <a:cs typeface="+mn-cs"/>
              </a:rPr>
              <a:t>Most assessment tools ask questions of victims rather than perpetrators, although both parties can be asked the same set of questions.</a:t>
            </a:r>
          </a:p>
          <a:p>
            <a:pPr lvl="1">
              <a:lnSpc>
                <a:spcPct val="90000"/>
              </a:lnSpc>
              <a:buClr>
                <a:schemeClr val="accent1"/>
              </a:buClr>
              <a:buSzPct val="80000"/>
            </a:pPr>
            <a:r>
              <a:rPr lang="en-US" sz="1100" noProof="0">
                <a:solidFill>
                  <a:schemeClr val="tx1"/>
                </a:solidFill>
                <a:ea typeface="+mn-ea"/>
                <a:cs typeface="+mn-cs"/>
              </a:rPr>
              <a:t>The more comprehensive assessment tools ask questions that seek to know more about the abusive relationship and invite discussion of how victimization patterns and relationships changed over time.</a:t>
            </a:r>
          </a:p>
          <a:p>
            <a:pPr>
              <a:lnSpc>
                <a:spcPct val="90000"/>
              </a:lnSpc>
              <a:buClr>
                <a:schemeClr val="accent1"/>
              </a:buClr>
              <a:buSzPct val="80000"/>
            </a:pPr>
            <a:r>
              <a:rPr lang="en-US" sz="1100" noProof="0">
                <a:solidFill>
                  <a:schemeClr val="tx1"/>
                </a:solidFill>
                <a:ea typeface="+mn-ea"/>
                <a:cs typeface="+mn-cs"/>
              </a:rPr>
              <a:t>A significant but often overlooked factor that should be considered when assessing the severity of I P V/D V is stalking. Stalking is a course of conduct directed at a specific person that would cause a reasonable person to feel fear.</a:t>
            </a:r>
          </a:p>
          <a:p>
            <a:pPr>
              <a:lnSpc>
                <a:spcPct val="90000"/>
              </a:lnSpc>
              <a:buClr>
                <a:schemeClr val="accent1"/>
              </a:buClr>
              <a:buSzPct val="80000"/>
            </a:pPr>
            <a:r>
              <a:rPr lang="en-US" sz="1100" noProof="0">
                <a:solidFill>
                  <a:schemeClr val="tx1"/>
                </a:solidFill>
                <a:ea typeface="+mn-ea"/>
                <a:cs typeface="+mn-cs"/>
              </a:rPr>
              <a:t>Screening batterers for alcohol and other drug (A O D) problems and substance use is highly recommended. Dual screening serves multiple purposes, including being more vigilant about victim safety and focusing on anger and trauma issues when working with A O D batterers.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49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Personal Safety</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The presumption is that batterers will exert violence only toward their intimate partner. However, counselors should be aware of how they interact with perpetrators and be cognizant of personal safety.</a:t>
            </a:r>
          </a:p>
          <a:p>
            <a:pPr>
              <a:lnSpc>
                <a:spcPct val="90000"/>
              </a:lnSpc>
              <a:buClr>
                <a:schemeClr val="accent1"/>
              </a:buClr>
              <a:buSzPct val="80000"/>
            </a:pPr>
            <a:r>
              <a:rPr lang="en-US" sz="1300" noProof="0">
                <a:solidFill>
                  <a:schemeClr val="tx1"/>
                </a:solidFill>
                <a:ea typeface="+mn-ea"/>
                <a:cs typeface="+mn-cs"/>
              </a:rPr>
              <a:t>Accusations and criticism should be kept at a minimum while balancing skills of challenging and confrontation to assist in empathy building, awareness of violence, and behavioral change.</a:t>
            </a:r>
          </a:p>
          <a:p>
            <a:pPr>
              <a:lnSpc>
                <a:spcPct val="90000"/>
              </a:lnSpc>
              <a:buClr>
                <a:schemeClr val="accent1"/>
              </a:buClr>
              <a:buSzPct val="80000"/>
            </a:pPr>
            <a:r>
              <a:rPr lang="en-US" sz="1300" noProof="0">
                <a:solidFill>
                  <a:schemeClr val="tx1"/>
                </a:solidFill>
                <a:ea typeface="+mn-ea"/>
                <a:cs typeface="+mn-cs"/>
              </a:rPr>
              <a:t>Perpetrators should be held accountable, but they should also be allowed to work in an environment where they can safely explore their behaviors and not feel continuously criticized.</a:t>
            </a:r>
          </a:p>
          <a:p>
            <a:pPr>
              <a:lnSpc>
                <a:spcPct val="90000"/>
              </a:lnSpc>
              <a:buClr>
                <a:schemeClr val="accent1"/>
              </a:buClr>
              <a:buSzPct val="80000"/>
            </a:pPr>
            <a:r>
              <a:rPr lang="en-US" sz="1300" noProof="0">
                <a:solidFill>
                  <a:schemeClr val="tx1"/>
                </a:solidFill>
                <a:ea typeface="+mn-ea"/>
                <a:cs typeface="+mn-cs"/>
              </a:rPr>
              <a:t>Counselors should also be able to identify when clients’ emotions become heightened to assist in calming the situation or, if that is not possible, to seek additional means of intervention.</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888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Summary</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Understanding the cycle of violence is a critical first step for crisis counselors working with I P V/D V victims.</a:t>
            </a:r>
          </a:p>
          <a:p>
            <a:pPr>
              <a:lnSpc>
                <a:spcPct val="90000"/>
              </a:lnSpc>
              <a:buClr>
                <a:schemeClr val="accent1"/>
              </a:buClr>
              <a:buSzPct val="80000"/>
            </a:pPr>
            <a:r>
              <a:rPr lang="en-US" sz="1100" noProof="0">
                <a:solidFill>
                  <a:schemeClr val="tx1"/>
                </a:solidFill>
                <a:ea typeface="+mn-ea"/>
                <a:cs typeface="+mn-cs"/>
              </a:rPr>
              <a:t>Common crisis issues for I P V/D V victims include attending to physical injury, establishing immediate safety, and deciding whether to report the I P V/D V to the police.</a:t>
            </a:r>
          </a:p>
          <a:p>
            <a:pPr>
              <a:lnSpc>
                <a:spcPct val="90000"/>
              </a:lnSpc>
              <a:buClr>
                <a:schemeClr val="accent1"/>
              </a:buClr>
              <a:buSzPct val="80000"/>
            </a:pPr>
            <a:r>
              <a:rPr lang="en-US" sz="1100" noProof="0">
                <a:solidFill>
                  <a:schemeClr val="tx1"/>
                </a:solidFill>
                <a:ea typeface="+mn-ea"/>
                <a:cs typeface="+mn-cs"/>
              </a:rPr>
              <a:t>Screening for I P V/D V includes gathering concrete and specific details about the client’s I P V/D V history and conducting a lethality assessment to determine the degree of urgency required in responding to the crisis.</a:t>
            </a:r>
          </a:p>
          <a:p>
            <a:pPr>
              <a:lnSpc>
                <a:spcPct val="90000"/>
              </a:lnSpc>
              <a:buClr>
                <a:schemeClr val="accent1"/>
              </a:buClr>
              <a:buSzPct val="80000"/>
            </a:pPr>
            <a:r>
              <a:rPr lang="en-US" sz="1100" noProof="0">
                <a:solidFill>
                  <a:schemeClr val="tx1"/>
                </a:solidFill>
                <a:ea typeface="+mn-ea"/>
                <a:cs typeface="+mn-cs"/>
              </a:rPr>
              <a:t>When I P V/D V is disclosed, the counselor should validate the victim’s experience, document that it is occurring, and provide resources and continued support to the victim.</a:t>
            </a:r>
          </a:p>
          <a:p>
            <a:pPr>
              <a:lnSpc>
                <a:spcPct val="90000"/>
              </a:lnSpc>
              <a:buClr>
                <a:schemeClr val="accent1"/>
              </a:buClr>
              <a:buSzPct val="80000"/>
            </a:pPr>
            <a:r>
              <a:rPr lang="en-US" sz="1100" noProof="0">
                <a:solidFill>
                  <a:schemeClr val="tx1"/>
                </a:solidFill>
                <a:ea typeface="+mn-ea"/>
                <a:cs typeface="+mn-cs"/>
              </a:rPr>
              <a:t>A specific component of I P V/D V response is safety planning or harm reduction planning, which is based on the victim’s decision to stay in or leave the abusive relationship.</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47831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148902</TotalTime>
  <Words>5301</Words>
  <Application>Microsoft Office PowerPoint</Application>
  <PresentationFormat>On-screen Show (4:3)</PresentationFormat>
  <Paragraphs>215</Paragraphs>
  <Slides>40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40</vt:i4>
      </vt:variant>
    </vt:vector>
  </HeadingPairs>
  <TitlesOfParts>
    <vt:vector size="48" baseType="lpstr">
      <vt:lpstr>Wingdings 3</vt:lpstr>
      <vt:lpstr>Noto Sans Symbols</vt:lpstr>
      <vt:lpstr>Century Gothic</vt:lpstr>
      <vt:lpstr>Times New Roman</vt:lpstr>
      <vt:lpstr>Arial</vt:lpstr>
      <vt:lpstr>Verdana</vt:lpstr>
      <vt:lpstr>USHE</vt:lpstr>
      <vt:lpstr>Ion Boardroom</vt:lpstr>
      <vt:lpstr>Chapter 8 </vt:lpstr>
      <vt:lpstr>Overview of Intimate Partner Violence and Domestic Violence (1 of 2)</vt:lpstr>
      <vt:lpstr>Overview of Intimate Partner Violence and Domestic Violence (2 of 2)</vt:lpstr>
      <vt:lpstr>Cycle of Violence Theory</vt:lpstr>
      <vt:lpstr>Cycle of Violence Theory</vt:lpstr>
      <vt:lpstr>Cycle of Violence Theory </vt:lpstr>
      <vt:lpstr>Cycle of Violence Theory </vt:lpstr>
      <vt:lpstr>Helpful Models for Understanding IPV/DV(1 of 3)</vt:lpstr>
      <vt:lpstr>Helpful Models for Understanding I P V/D V (2 of 3)</vt:lpstr>
      <vt:lpstr>Helpful Models for Understanding I P V/D V (3 of 3)</vt:lpstr>
      <vt:lpstr>Common Crisis Issues (1 of 3)</vt:lpstr>
      <vt:lpstr>Common Crisis Issues (2 of 3)</vt:lpstr>
      <vt:lpstr>Common Crisis Issues (3 of 3)</vt:lpstr>
      <vt:lpstr>Intimate Partner Violence in Specific Populations</vt:lpstr>
      <vt:lpstr>Race and Ethnicity</vt:lpstr>
      <vt:lpstr>Socioeconomic Status</vt:lpstr>
      <vt:lpstr>Immigrant Status</vt:lpstr>
      <vt:lpstr>Religious and Spiritual Beliefs</vt:lpstr>
      <vt:lpstr>Female-to-Male Violence</vt:lpstr>
      <vt:lpstr>L G B T Q + Violence</vt:lpstr>
      <vt:lpstr>Disability Status</vt:lpstr>
      <vt:lpstr>Elder Abuse</vt:lpstr>
      <vt:lpstr>Dating Violence among Adolescents and Young Adults</vt:lpstr>
      <vt:lpstr>The Counselor’s Response to Intimate Partner Violence Clients in Crisis</vt:lpstr>
      <vt:lpstr>Screening for Intimate Partner Violence</vt:lpstr>
      <vt:lpstr>Screening for Intimate Partner Violence</vt:lpstr>
      <vt:lpstr>Question Tree Screening Approach</vt:lpstr>
      <vt:lpstr>Response to Intimate Partner Violence Disclosure</vt:lpstr>
      <vt:lpstr>Response to Intimate Partner Violence Disclosure</vt:lpstr>
      <vt:lpstr>Safety Planning and Harm Reduction Planning (1 of 2)</vt:lpstr>
      <vt:lpstr>Safety Planning and Harm Reduction Planning (2 of 2)</vt:lpstr>
      <vt:lpstr>Intimate Partner Violence Shelters: Opportunities and Challenges</vt:lpstr>
      <vt:lpstr>Addressing the Emotional Impact of Intimate Partner Violence</vt:lpstr>
      <vt:lpstr>COVID-19 Pandemic Impacts on I P V/D V</vt:lpstr>
      <vt:lpstr>Batterer Intervention (1 of 2)</vt:lpstr>
      <vt:lpstr>Batterer Intervention (2 of 2)</vt:lpstr>
      <vt:lpstr>Challenges to Referrals to Batterer Intervention Programs</vt:lpstr>
      <vt:lpstr>Assessing Perpetrators of Intimate Partner Violence</vt:lpstr>
      <vt:lpstr>Personal Safety</vt:lpstr>
      <vt:lpstr>Summary</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Assessment, Intervention, and Prevention, Fourth Edition, Chapter 8, Intimate Partner Violence and Domestic Violence</dc:title>
  <dc:subject>TED</dc:subject>
  <dc:creator>Jackson-Cherry/Erford</dc:creator>
  <cp:keywords>Crisis Assessment, Intervention, and Prevention</cp:keywords>
  <dc:description>This presentation contains the hyperlinks</dc:description>
  <cp:lastModifiedBy>Esther McCartney</cp:lastModifiedBy>
  <cp:revision>1076</cp:revision>
  <dcterms:modified xsi:type="dcterms:W3CDTF">2026-02-26T23:42:20Z</dcterms:modified>
</cp:coreProperties>
</file>