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703" r:id="rId2"/>
    <p:sldMasterId id="2147483725" r:id="rId3"/>
  </p:sldMasterIdLst>
  <p:notesMasterIdLst>
    <p:notesMasterId r:id="rId32"/>
  </p:notesMasterIdLst>
  <p:handoutMasterIdLst>
    <p:handoutMasterId r:id="rId33"/>
  </p:handoutMasterIdLst>
  <p:sldIdLst>
    <p:sldId id="451" r:id="rId4"/>
    <p:sldId id="495" r:id="rId5"/>
    <p:sldId id="331" r:id="rId6"/>
    <p:sldId id="469" r:id="rId7"/>
    <p:sldId id="493" r:id="rId8"/>
    <p:sldId id="496" r:id="rId9"/>
    <p:sldId id="491" r:id="rId10"/>
    <p:sldId id="492" r:id="rId11"/>
    <p:sldId id="476" r:id="rId12"/>
    <p:sldId id="477" r:id="rId13"/>
    <p:sldId id="478" r:id="rId14"/>
    <p:sldId id="481" r:id="rId15"/>
    <p:sldId id="487" r:id="rId16"/>
    <p:sldId id="497" r:id="rId17"/>
    <p:sldId id="498" r:id="rId18"/>
    <p:sldId id="468" r:id="rId19"/>
    <p:sldId id="508" r:id="rId20"/>
    <p:sldId id="519" r:id="rId21"/>
    <p:sldId id="513" r:id="rId22"/>
    <p:sldId id="482" r:id="rId23"/>
    <p:sldId id="514" r:id="rId24"/>
    <p:sldId id="484" r:id="rId25"/>
    <p:sldId id="515" r:id="rId26"/>
    <p:sldId id="485" r:id="rId27"/>
    <p:sldId id="502" r:id="rId28"/>
    <p:sldId id="486" r:id="rId29"/>
    <p:sldId id="516" r:id="rId30"/>
    <p:sldId id="489" r:id="rId31"/>
  </p:sldIdLst>
  <p:sldSz cx="9144000" cy="6858000" type="screen4x3"/>
  <p:notesSz cx="6858000" cy="9144000"/>
  <p:embeddedFontLst>
    <p:embeddedFont>
      <p:font typeface="Century Gothic" panose="020B0502020202020204" pitchFamily="34" charset="0"/>
      <p:regular r:id="rId34"/>
      <p:bold r:id="rId35"/>
      <p:italic r:id="rId36"/>
      <p:boldItalic r:id="rId37"/>
    </p:embeddedFont>
    <p:embeddedFont>
      <p:font typeface="Noto Sans Symbols" panose="020B060402020202020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
      <p:font typeface="Wingdings 3" panose="05040102010807070707" pitchFamily="18" charset="2"/>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0" orient="horz" pos="3974"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962A55-9CCC-4138-BE24-C63A3DA3B33A}" v="7" dt="2026-02-27T00:24:31.551"/>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85" autoAdjust="0"/>
    <p:restoredTop sz="94343" autoAdjust="0"/>
  </p:normalViewPr>
  <p:slideViewPr>
    <p:cSldViewPr snapToGrid="0" snapToObjects="1">
      <p:cViewPr varScale="1">
        <p:scale>
          <a:sx n="74" d="100"/>
          <a:sy n="74" d="100"/>
        </p:scale>
        <p:origin x="1400" y="56"/>
      </p:cViewPr>
      <p:guideLst>
        <p:guide pos="295"/>
        <p:guide orient="horz" pos="119"/>
        <p:guide orient="horz" pos="981"/>
        <p:guide pos="5465"/>
        <p:guide orient="horz" pos="3974"/>
        <p:guide orient="horz" pos="822"/>
      </p:guideLst>
    </p:cSldViewPr>
  </p:slideViewPr>
  <p:outlineViewPr>
    <p:cViewPr>
      <p:scale>
        <a:sx n="33" d="100"/>
        <a:sy n="33" d="100"/>
      </p:scale>
      <p:origin x="0" y="-2534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6.fntdata"/><Relationship Id="rId21" Type="http://schemas.openxmlformats.org/officeDocument/2006/relationships/slide" Target="slides/slide18.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microsoft.com/office/2015/10/relationships/revisionInfo" Target="revisionInfo.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11.fntdata"/><Relationship Id="rId52"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7.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3.fntdata"/><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McCartney" userId="003ee287-b963-4216-80c2-e989f2d52a36" providerId="ADAL" clId="{60D34955-58AA-448D-AB0D-989AB19BD28A}"/>
    <pc:docChg chg="custSel addSld delSld modSld">
      <pc:chgData name="Esther McCartney" userId="003ee287-b963-4216-80c2-e989f2d52a36" providerId="ADAL" clId="{60D34955-58AA-448D-AB0D-989AB19BD28A}" dt="2026-02-27T00:27:56.567" v="902" actId="20577"/>
      <pc:docMkLst>
        <pc:docMk/>
      </pc:docMkLst>
      <pc:sldChg chg="modSp mod">
        <pc:chgData name="Esther McCartney" userId="003ee287-b963-4216-80c2-e989f2d52a36" providerId="ADAL" clId="{60D34955-58AA-448D-AB0D-989AB19BD28A}" dt="2026-02-27T00:07:31.315" v="127" actId="113"/>
        <pc:sldMkLst>
          <pc:docMk/>
          <pc:sldMk cId="1703878094" sldId="331"/>
        </pc:sldMkLst>
        <pc:spChg chg="mod">
          <ac:chgData name="Esther McCartney" userId="003ee287-b963-4216-80c2-e989f2d52a36" providerId="ADAL" clId="{60D34955-58AA-448D-AB0D-989AB19BD28A}" dt="2026-02-27T00:07:31.315" v="127" actId="113"/>
          <ac:spMkLst>
            <pc:docMk/>
            <pc:sldMk cId="1703878094" sldId="331"/>
            <ac:spMk id="3" creationId="{3E735150-9828-4453-F8F1-B7371D749792}"/>
          </ac:spMkLst>
        </pc:spChg>
      </pc:sldChg>
      <pc:sldChg chg="addSp delSp modSp mod modClrScheme chgLayout">
        <pc:chgData name="Esther McCartney" userId="003ee287-b963-4216-80c2-e989f2d52a36" providerId="ADAL" clId="{60D34955-58AA-448D-AB0D-989AB19BD28A}" dt="2026-02-27T00:27:56.567" v="902" actId="20577"/>
        <pc:sldMkLst>
          <pc:docMk/>
          <pc:sldMk cId="1522204278" sldId="451"/>
        </pc:sldMkLst>
        <pc:spChg chg="add mod ord">
          <ac:chgData name="Esther McCartney" userId="003ee287-b963-4216-80c2-e989f2d52a36" providerId="ADAL" clId="{60D34955-58AA-448D-AB0D-989AB19BD28A}" dt="2026-02-27T00:05:42.167" v="8" actId="20577"/>
          <ac:spMkLst>
            <pc:docMk/>
            <pc:sldMk cId="1522204278" sldId="451"/>
            <ac:spMk id="2" creationId="{DDE78A93-FB38-54D6-7CDF-008A5C6A0EA2}"/>
          </ac:spMkLst>
        </pc:spChg>
        <pc:spChg chg="add mod">
          <ac:chgData name="Esther McCartney" userId="003ee287-b963-4216-80c2-e989f2d52a36" providerId="ADAL" clId="{60D34955-58AA-448D-AB0D-989AB19BD28A}" dt="2026-02-27T00:27:56.567" v="902" actId="20577"/>
          <ac:spMkLst>
            <pc:docMk/>
            <pc:sldMk cId="1522204278" sldId="451"/>
            <ac:spMk id="4" creationId="{5E98BE87-275B-450C-8A9B-4E4C62CFD89B}"/>
          </ac:spMkLst>
        </pc:spChg>
        <pc:spChg chg="del mod ord">
          <ac:chgData name="Esther McCartney" userId="003ee287-b963-4216-80c2-e989f2d52a36" providerId="ADAL" clId="{60D34955-58AA-448D-AB0D-989AB19BD28A}" dt="2026-02-27T00:27:04.556" v="887" actId="478"/>
          <ac:spMkLst>
            <pc:docMk/>
            <pc:sldMk cId="1522204278" sldId="451"/>
            <ac:spMk id="5" creationId="{2D222376-7AD7-4443-B67A-120BE12F4DDB}"/>
          </ac:spMkLst>
        </pc:spChg>
        <pc:spChg chg="del mod ord">
          <ac:chgData name="Esther McCartney" userId="003ee287-b963-4216-80c2-e989f2d52a36" providerId="ADAL" clId="{60D34955-58AA-448D-AB0D-989AB19BD28A}" dt="2026-02-27T00:27:10.840" v="888" actId="478"/>
          <ac:spMkLst>
            <pc:docMk/>
            <pc:sldMk cId="1522204278" sldId="451"/>
            <ac:spMk id="6" creationId="{82FD4EC9-4778-4E2F-B136-2A176CA2BA69}"/>
          </ac:spMkLst>
        </pc:spChg>
      </pc:sldChg>
      <pc:sldChg chg="addSp delSp add del setBg delDesignElem">
        <pc:chgData name="Esther McCartney" userId="003ee287-b963-4216-80c2-e989f2d52a36" providerId="ADAL" clId="{60D34955-58AA-448D-AB0D-989AB19BD28A}" dt="2026-02-27T00:13:29.740" v="375"/>
        <pc:sldMkLst>
          <pc:docMk/>
          <pc:sldMk cId="1925507194" sldId="468"/>
        </pc:sldMkLst>
        <pc:spChg chg="add del">
          <ac:chgData name="Esther McCartney" userId="003ee287-b963-4216-80c2-e989f2d52a36" providerId="ADAL" clId="{60D34955-58AA-448D-AB0D-989AB19BD28A}" dt="2026-02-27T00:13:24.935" v="374"/>
          <ac:spMkLst>
            <pc:docMk/>
            <pc:sldMk cId="1925507194" sldId="468"/>
            <ac:spMk id="1040" creationId="{19EF6B20-23CA-444F-8D20-3A38184B63CA}"/>
          </ac:spMkLst>
        </pc:spChg>
        <pc:spChg chg="add del">
          <ac:chgData name="Esther McCartney" userId="003ee287-b963-4216-80c2-e989f2d52a36" providerId="ADAL" clId="{60D34955-58AA-448D-AB0D-989AB19BD28A}" dt="2026-02-27T00:13:24.935" v="374"/>
          <ac:spMkLst>
            <pc:docMk/>
            <pc:sldMk cId="1925507194" sldId="468"/>
            <ac:spMk id="1050" creationId="{6C9E16AD-C39A-45E0-9155-60C082A8DDE1}"/>
          </ac:spMkLst>
        </pc:spChg>
        <pc:grpChg chg="add del">
          <ac:chgData name="Esther McCartney" userId="003ee287-b963-4216-80c2-e989f2d52a36" providerId="ADAL" clId="{60D34955-58AA-448D-AB0D-989AB19BD28A}" dt="2026-02-27T00:13:24.935" v="374"/>
          <ac:grpSpMkLst>
            <pc:docMk/>
            <pc:sldMk cId="1925507194" sldId="468"/>
            <ac:grpSpMk id="1031" creationId="{B6583EC0-B95E-4CD4-9A9A-0C3F6FA8253F}"/>
          </ac:grpSpMkLst>
        </pc:grpChg>
        <pc:grpChg chg="add del">
          <ac:chgData name="Esther McCartney" userId="003ee287-b963-4216-80c2-e989f2d52a36" providerId="ADAL" clId="{60D34955-58AA-448D-AB0D-989AB19BD28A}" dt="2026-02-27T00:13:24.935" v="374"/>
          <ac:grpSpMkLst>
            <pc:docMk/>
            <pc:sldMk cId="1925507194" sldId="468"/>
            <ac:grpSpMk id="1042" creationId="{4E8CF7C5-117C-459C-9B4C-82B31795175A}"/>
          </ac:grpSpMkLst>
        </pc:grpChg>
      </pc:sldChg>
      <pc:sldChg chg="del">
        <pc:chgData name="Esther McCartney" userId="003ee287-b963-4216-80c2-e989f2d52a36" providerId="ADAL" clId="{60D34955-58AA-448D-AB0D-989AB19BD28A}" dt="2026-02-27T00:07:50.165" v="128" actId="2696"/>
        <pc:sldMkLst>
          <pc:docMk/>
          <pc:sldMk cId="2813679517" sldId="468"/>
        </pc:sldMkLst>
      </pc:sldChg>
      <pc:sldChg chg="modSp mod">
        <pc:chgData name="Esther McCartney" userId="003ee287-b963-4216-80c2-e989f2d52a36" providerId="ADAL" clId="{60D34955-58AA-448D-AB0D-989AB19BD28A}" dt="2026-02-27T00:09:07.445" v="172" actId="20577"/>
        <pc:sldMkLst>
          <pc:docMk/>
          <pc:sldMk cId="2055665599" sldId="469"/>
        </pc:sldMkLst>
        <pc:spChg chg="mod">
          <ac:chgData name="Esther McCartney" userId="003ee287-b963-4216-80c2-e989f2d52a36" providerId="ADAL" clId="{60D34955-58AA-448D-AB0D-989AB19BD28A}" dt="2026-02-27T00:09:04.243" v="171" actId="403"/>
          <ac:spMkLst>
            <pc:docMk/>
            <pc:sldMk cId="2055665599" sldId="469"/>
            <ac:spMk id="3" creationId="{3E735150-9828-4453-F8F1-B7371D749792}"/>
          </ac:spMkLst>
        </pc:spChg>
        <pc:spChg chg="mod">
          <ac:chgData name="Esther McCartney" userId="003ee287-b963-4216-80c2-e989f2d52a36" providerId="ADAL" clId="{60D34955-58AA-448D-AB0D-989AB19BD28A}" dt="2026-02-27T00:09:07.445" v="172" actId="20577"/>
          <ac:spMkLst>
            <pc:docMk/>
            <pc:sldMk cId="2055665599" sldId="469"/>
            <ac:spMk id="6" creationId="{9D81D9B5-B3AD-C56A-7714-EA8E7E9498E7}"/>
          </ac:spMkLst>
        </pc:spChg>
      </pc:sldChg>
      <pc:sldChg chg="del">
        <pc:chgData name="Esther McCartney" userId="003ee287-b963-4216-80c2-e989f2d52a36" providerId="ADAL" clId="{60D34955-58AA-448D-AB0D-989AB19BD28A}" dt="2026-02-27T00:09:14.170" v="173" actId="2696"/>
        <pc:sldMkLst>
          <pc:docMk/>
          <pc:sldMk cId="795781972" sldId="470"/>
        </pc:sldMkLst>
      </pc:sldChg>
      <pc:sldChg chg="addSp delSp add del setBg delDesignElem">
        <pc:chgData name="Esther McCartney" userId="003ee287-b963-4216-80c2-e989f2d52a36" providerId="ADAL" clId="{60D34955-58AA-448D-AB0D-989AB19BD28A}" dt="2026-02-27T00:15:10.885" v="392" actId="2696"/>
        <pc:sldMkLst>
          <pc:docMk/>
          <pc:sldMk cId="3862986855" sldId="470"/>
        </pc:sldMkLst>
        <pc:spChg chg="add del">
          <ac:chgData name="Esther McCartney" userId="003ee287-b963-4216-80c2-e989f2d52a36" providerId="ADAL" clId="{60D34955-58AA-448D-AB0D-989AB19BD28A}" dt="2026-02-27T00:13:24.935" v="374"/>
          <ac:spMkLst>
            <pc:docMk/>
            <pc:sldMk cId="3862986855" sldId="470"/>
            <ac:spMk id="20" creationId="{3E20E404-0173-46F6-9DC4-C960A5778302}"/>
          </ac:spMkLst>
        </pc:spChg>
        <pc:spChg chg="add del">
          <ac:chgData name="Esther McCartney" userId="003ee287-b963-4216-80c2-e989f2d52a36" providerId="ADAL" clId="{60D34955-58AA-448D-AB0D-989AB19BD28A}" dt="2026-02-27T00:13:24.935" v="374"/>
          <ac:spMkLst>
            <pc:docMk/>
            <pc:sldMk cId="3862986855" sldId="470"/>
            <ac:spMk id="22" creationId="{B219AE65-9B94-44EA-BEF3-EF4BFA169C81}"/>
          </ac:spMkLst>
        </pc:spChg>
        <pc:spChg chg="add del">
          <ac:chgData name="Esther McCartney" userId="003ee287-b963-4216-80c2-e989f2d52a36" providerId="ADAL" clId="{60D34955-58AA-448D-AB0D-989AB19BD28A}" dt="2026-02-27T00:13:24.935" v="374"/>
          <ac:spMkLst>
            <pc:docMk/>
            <pc:sldMk cId="3862986855" sldId="470"/>
            <ac:spMk id="24" creationId="{F0C81A57-9CD5-461B-8FFE-4A8CB6CFBE01}"/>
          </ac:spMkLst>
        </pc:spChg>
        <pc:grpChg chg="add del">
          <ac:chgData name="Esther McCartney" userId="003ee287-b963-4216-80c2-e989f2d52a36" providerId="ADAL" clId="{60D34955-58AA-448D-AB0D-989AB19BD28A}" dt="2026-02-27T00:13:24.935" v="374"/>
          <ac:grpSpMkLst>
            <pc:docMk/>
            <pc:sldMk cId="3862986855" sldId="470"/>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862986855" sldId="470"/>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862986855" sldId="470"/>
            <ac:cxnSpMk id="30" creationId="{AD23B2CD-009B-425A-9616-1E1AD1D5AB46}"/>
          </ac:cxnSpMkLst>
        </pc:cxnChg>
      </pc:sldChg>
      <pc:sldChg chg="del">
        <pc:chgData name="Esther McCartney" userId="003ee287-b963-4216-80c2-e989f2d52a36" providerId="ADAL" clId="{60D34955-58AA-448D-AB0D-989AB19BD28A}" dt="2026-02-27T00:09:25.204" v="174" actId="2696"/>
        <pc:sldMkLst>
          <pc:docMk/>
          <pc:sldMk cId="37190422" sldId="471"/>
        </pc:sldMkLst>
      </pc:sldChg>
      <pc:sldChg chg="addSp delSp add del setBg delDesignElem">
        <pc:chgData name="Esther McCartney" userId="003ee287-b963-4216-80c2-e989f2d52a36" providerId="ADAL" clId="{60D34955-58AA-448D-AB0D-989AB19BD28A}" dt="2026-02-27T00:16:00.719" v="416" actId="2696"/>
        <pc:sldMkLst>
          <pc:docMk/>
          <pc:sldMk cId="2032552503" sldId="471"/>
        </pc:sldMkLst>
        <pc:spChg chg="add del">
          <ac:chgData name="Esther McCartney" userId="003ee287-b963-4216-80c2-e989f2d52a36" providerId="ADAL" clId="{60D34955-58AA-448D-AB0D-989AB19BD28A}" dt="2026-02-27T00:13:24.935" v="374"/>
          <ac:spMkLst>
            <pc:docMk/>
            <pc:sldMk cId="2032552503" sldId="471"/>
            <ac:spMk id="20" creationId="{3E20E404-0173-46F6-9DC4-C960A5778302}"/>
          </ac:spMkLst>
        </pc:spChg>
        <pc:spChg chg="add del">
          <ac:chgData name="Esther McCartney" userId="003ee287-b963-4216-80c2-e989f2d52a36" providerId="ADAL" clId="{60D34955-58AA-448D-AB0D-989AB19BD28A}" dt="2026-02-27T00:13:24.935" v="374"/>
          <ac:spMkLst>
            <pc:docMk/>
            <pc:sldMk cId="2032552503" sldId="471"/>
            <ac:spMk id="22" creationId="{712E451E-151A-4910-BF41-6A040B65982B}"/>
          </ac:spMkLst>
        </pc:spChg>
        <pc:spChg chg="add del">
          <ac:chgData name="Esther McCartney" userId="003ee287-b963-4216-80c2-e989f2d52a36" providerId="ADAL" clId="{60D34955-58AA-448D-AB0D-989AB19BD28A}" dt="2026-02-27T00:13:24.935" v="374"/>
          <ac:spMkLst>
            <pc:docMk/>
            <pc:sldMk cId="2032552503" sldId="471"/>
            <ac:spMk id="24" creationId="{C296EFE4-A70C-4388-9A15-3F657B6615FD}"/>
          </ac:spMkLst>
        </pc:spChg>
        <pc:spChg chg="add del">
          <ac:chgData name="Esther McCartney" userId="003ee287-b963-4216-80c2-e989f2d52a36" providerId="ADAL" clId="{60D34955-58AA-448D-AB0D-989AB19BD28A}" dt="2026-02-27T00:13:24.935" v="374"/>
          <ac:spMkLst>
            <pc:docMk/>
            <pc:sldMk cId="2032552503" sldId="471"/>
            <ac:spMk id="26" creationId="{425EBAFC-9388-432A-BCFD-EEA2F410D8EC}"/>
          </ac:spMkLst>
        </pc:spChg>
        <pc:grpChg chg="add del">
          <ac:chgData name="Esther McCartney" userId="003ee287-b963-4216-80c2-e989f2d52a36" providerId="ADAL" clId="{60D34955-58AA-448D-AB0D-989AB19BD28A}" dt="2026-02-27T00:13:24.935" v="374"/>
          <ac:grpSpMkLst>
            <pc:docMk/>
            <pc:sldMk cId="2032552503" sldId="471"/>
            <ac:grpSpMk id="11" creationId="{C8E92A9B-56BB-484E-A885-6FF999C15FE7}"/>
          </ac:grpSpMkLst>
        </pc:grpChg>
      </pc:sldChg>
      <pc:sldChg chg="addSp delSp modSp add del mod setBg delDesignElem">
        <pc:chgData name="Esther McCartney" userId="003ee287-b963-4216-80c2-e989f2d52a36" providerId="ADAL" clId="{60D34955-58AA-448D-AB0D-989AB19BD28A}" dt="2026-02-27T00:17:41.619" v="538" actId="2696"/>
        <pc:sldMkLst>
          <pc:docMk/>
          <pc:sldMk cId="431780454" sldId="472"/>
        </pc:sldMkLst>
        <pc:spChg chg="mod">
          <ac:chgData name="Esther McCartney" userId="003ee287-b963-4216-80c2-e989f2d52a36" providerId="ADAL" clId="{60D34955-58AA-448D-AB0D-989AB19BD28A}" dt="2026-02-27T00:16:33.693" v="422" actId="403"/>
          <ac:spMkLst>
            <pc:docMk/>
            <pc:sldMk cId="431780454" sldId="472"/>
            <ac:spMk id="3" creationId="{3E735150-9828-4453-F8F1-B7371D749792}"/>
          </ac:spMkLst>
        </pc:spChg>
        <pc:spChg chg="add del">
          <ac:chgData name="Esther McCartney" userId="003ee287-b963-4216-80c2-e989f2d52a36" providerId="ADAL" clId="{60D34955-58AA-448D-AB0D-989AB19BD28A}" dt="2026-02-27T00:13:24.935" v="374"/>
          <ac:spMkLst>
            <pc:docMk/>
            <pc:sldMk cId="431780454" sldId="472"/>
            <ac:spMk id="40" creationId="{3E20E404-0173-46F6-9DC4-C960A5778302}"/>
          </ac:spMkLst>
        </pc:spChg>
        <pc:spChg chg="add del">
          <ac:chgData name="Esther McCartney" userId="003ee287-b963-4216-80c2-e989f2d52a36" providerId="ADAL" clId="{60D34955-58AA-448D-AB0D-989AB19BD28A}" dt="2026-02-27T00:13:24.935" v="374"/>
          <ac:spMkLst>
            <pc:docMk/>
            <pc:sldMk cId="431780454" sldId="472"/>
            <ac:spMk id="41" creationId="{712E451E-151A-4910-BF41-6A040B65982B}"/>
          </ac:spMkLst>
        </pc:spChg>
        <pc:spChg chg="add del">
          <ac:chgData name="Esther McCartney" userId="003ee287-b963-4216-80c2-e989f2d52a36" providerId="ADAL" clId="{60D34955-58AA-448D-AB0D-989AB19BD28A}" dt="2026-02-27T00:13:24.935" v="374"/>
          <ac:spMkLst>
            <pc:docMk/>
            <pc:sldMk cId="431780454" sldId="472"/>
            <ac:spMk id="42" creationId="{C296EFE4-A70C-4388-9A15-3F657B6615FD}"/>
          </ac:spMkLst>
        </pc:spChg>
        <pc:spChg chg="add del">
          <ac:chgData name="Esther McCartney" userId="003ee287-b963-4216-80c2-e989f2d52a36" providerId="ADAL" clId="{60D34955-58AA-448D-AB0D-989AB19BD28A}" dt="2026-02-27T00:13:24.935" v="374"/>
          <ac:spMkLst>
            <pc:docMk/>
            <pc:sldMk cId="431780454" sldId="472"/>
            <ac:spMk id="43" creationId="{425EBAFC-9388-432A-BCFD-EEA2F410D8EC}"/>
          </ac:spMkLst>
        </pc:spChg>
        <pc:grpChg chg="add del">
          <ac:chgData name="Esther McCartney" userId="003ee287-b963-4216-80c2-e989f2d52a36" providerId="ADAL" clId="{60D34955-58AA-448D-AB0D-989AB19BD28A}" dt="2026-02-27T00:13:24.935" v="374"/>
          <ac:grpSpMkLst>
            <pc:docMk/>
            <pc:sldMk cId="431780454" sldId="472"/>
            <ac:grpSpMk id="32" creationId="{C8E92A9B-56BB-484E-A885-6FF999C15FE7}"/>
          </ac:grpSpMkLst>
        </pc:grpChg>
      </pc:sldChg>
      <pc:sldChg chg="del">
        <pc:chgData name="Esther McCartney" userId="003ee287-b963-4216-80c2-e989f2d52a36" providerId="ADAL" clId="{60D34955-58AA-448D-AB0D-989AB19BD28A}" dt="2026-02-27T00:09:36.931" v="175" actId="2696"/>
        <pc:sldMkLst>
          <pc:docMk/>
          <pc:sldMk cId="4079833502" sldId="472"/>
        </pc:sldMkLst>
      </pc:sldChg>
      <pc:sldChg chg="addSp delSp add del setBg delDesignElem">
        <pc:chgData name="Esther McCartney" userId="003ee287-b963-4216-80c2-e989f2d52a36" providerId="ADAL" clId="{60D34955-58AA-448D-AB0D-989AB19BD28A}" dt="2026-02-27T00:17:52.813" v="539" actId="2696"/>
        <pc:sldMkLst>
          <pc:docMk/>
          <pc:sldMk cId="1509459756" sldId="473"/>
        </pc:sldMkLst>
        <pc:spChg chg="add del">
          <ac:chgData name="Esther McCartney" userId="003ee287-b963-4216-80c2-e989f2d52a36" providerId="ADAL" clId="{60D34955-58AA-448D-AB0D-989AB19BD28A}" dt="2026-02-27T00:13:24.935" v="374"/>
          <ac:spMkLst>
            <pc:docMk/>
            <pc:sldMk cId="1509459756" sldId="473"/>
            <ac:spMk id="20" creationId="{3E20E404-0173-46F6-9DC4-C960A5778302}"/>
          </ac:spMkLst>
        </pc:spChg>
        <pc:spChg chg="add del">
          <ac:chgData name="Esther McCartney" userId="003ee287-b963-4216-80c2-e989f2d52a36" providerId="ADAL" clId="{60D34955-58AA-448D-AB0D-989AB19BD28A}" dt="2026-02-27T00:13:24.935" v="374"/>
          <ac:spMkLst>
            <pc:docMk/>
            <pc:sldMk cId="1509459756" sldId="473"/>
            <ac:spMk id="22" creationId="{712E451E-151A-4910-BF41-6A040B65982B}"/>
          </ac:spMkLst>
        </pc:spChg>
        <pc:spChg chg="add del">
          <ac:chgData name="Esther McCartney" userId="003ee287-b963-4216-80c2-e989f2d52a36" providerId="ADAL" clId="{60D34955-58AA-448D-AB0D-989AB19BD28A}" dt="2026-02-27T00:13:24.935" v="374"/>
          <ac:spMkLst>
            <pc:docMk/>
            <pc:sldMk cId="1509459756" sldId="473"/>
            <ac:spMk id="24" creationId="{C296EFE4-A70C-4388-9A15-3F657B6615FD}"/>
          </ac:spMkLst>
        </pc:spChg>
        <pc:spChg chg="add del">
          <ac:chgData name="Esther McCartney" userId="003ee287-b963-4216-80c2-e989f2d52a36" providerId="ADAL" clId="{60D34955-58AA-448D-AB0D-989AB19BD28A}" dt="2026-02-27T00:13:24.935" v="374"/>
          <ac:spMkLst>
            <pc:docMk/>
            <pc:sldMk cId="1509459756" sldId="473"/>
            <ac:spMk id="26" creationId="{425EBAFC-9388-432A-BCFD-EEA2F410D8EC}"/>
          </ac:spMkLst>
        </pc:spChg>
        <pc:grpChg chg="add del">
          <ac:chgData name="Esther McCartney" userId="003ee287-b963-4216-80c2-e989f2d52a36" providerId="ADAL" clId="{60D34955-58AA-448D-AB0D-989AB19BD28A}" dt="2026-02-27T00:13:24.935" v="374"/>
          <ac:grpSpMkLst>
            <pc:docMk/>
            <pc:sldMk cId="1509459756" sldId="473"/>
            <ac:grpSpMk id="11" creationId="{C8E92A9B-56BB-484E-A885-6FF999C15FE7}"/>
          </ac:grpSpMkLst>
        </pc:grpChg>
      </pc:sldChg>
      <pc:sldChg chg="del">
        <pc:chgData name="Esther McCartney" userId="003ee287-b963-4216-80c2-e989f2d52a36" providerId="ADAL" clId="{60D34955-58AA-448D-AB0D-989AB19BD28A}" dt="2026-02-27T00:10:26.925" v="285" actId="2696"/>
        <pc:sldMkLst>
          <pc:docMk/>
          <pc:sldMk cId="1544467163" sldId="473"/>
        </pc:sldMkLst>
      </pc:sldChg>
      <pc:sldChg chg="del">
        <pc:chgData name="Esther McCartney" userId="003ee287-b963-4216-80c2-e989f2d52a36" providerId="ADAL" clId="{60D34955-58AA-448D-AB0D-989AB19BD28A}" dt="2026-02-27T00:10:35.731" v="287" actId="2696"/>
        <pc:sldMkLst>
          <pc:docMk/>
          <pc:sldMk cId="2994023099" sldId="474"/>
        </pc:sldMkLst>
      </pc:sldChg>
      <pc:sldChg chg="addSp delSp add del setBg delDesignElem">
        <pc:chgData name="Esther McCartney" userId="003ee287-b963-4216-80c2-e989f2d52a36" providerId="ADAL" clId="{60D34955-58AA-448D-AB0D-989AB19BD28A}" dt="2026-02-27T00:18:10.214" v="561" actId="2696"/>
        <pc:sldMkLst>
          <pc:docMk/>
          <pc:sldMk cId="3233397961" sldId="474"/>
        </pc:sldMkLst>
        <pc:spChg chg="add del">
          <ac:chgData name="Esther McCartney" userId="003ee287-b963-4216-80c2-e989f2d52a36" providerId="ADAL" clId="{60D34955-58AA-448D-AB0D-989AB19BD28A}" dt="2026-02-27T00:13:24.935" v="374"/>
          <ac:spMkLst>
            <pc:docMk/>
            <pc:sldMk cId="3233397961" sldId="474"/>
            <ac:spMk id="20" creationId="{3E20E404-0173-46F6-9DC4-C960A5778302}"/>
          </ac:spMkLst>
        </pc:spChg>
        <pc:spChg chg="add del">
          <ac:chgData name="Esther McCartney" userId="003ee287-b963-4216-80c2-e989f2d52a36" providerId="ADAL" clId="{60D34955-58AA-448D-AB0D-989AB19BD28A}" dt="2026-02-27T00:13:24.935" v="374"/>
          <ac:spMkLst>
            <pc:docMk/>
            <pc:sldMk cId="3233397961" sldId="474"/>
            <ac:spMk id="22" creationId="{B219AE65-9B94-44EA-BEF3-EF4BFA169C81}"/>
          </ac:spMkLst>
        </pc:spChg>
        <pc:spChg chg="add del">
          <ac:chgData name="Esther McCartney" userId="003ee287-b963-4216-80c2-e989f2d52a36" providerId="ADAL" clId="{60D34955-58AA-448D-AB0D-989AB19BD28A}" dt="2026-02-27T00:13:24.935" v="374"/>
          <ac:spMkLst>
            <pc:docMk/>
            <pc:sldMk cId="3233397961" sldId="474"/>
            <ac:spMk id="24" creationId="{F0C81A57-9CD5-461B-8FFE-4A8CB6CFBE01}"/>
          </ac:spMkLst>
        </pc:spChg>
        <pc:grpChg chg="add del">
          <ac:chgData name="Esther McCartney" userId="003ee287-b963-4216-80c2-e989f2d52a36" providerId="ADAL" clId="{60D34955-58AA-448D-AB0D-989AB19BD28A}" dt="2026-02-27T00:13:24.935" v="374"/>
          <ac:grpSpMkLst>
            <pc:docMk/>
            <pc:sldMk cId="3233397961" sldId="474"/>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233397961" sldId="474"/>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233397961" sldId="474"/>
            <ac:cxnSpMk id="30" creationId="{AD23B2CD-009B-425A-9616-1E1AD1D5AB46}"/>
          </ac:cxnSpMkLst>
        </pc:cxnChg>
      </pc:sldChg>
      <pc:sldChg chg="addSp delSp add del setBg delDesignElem">
        <pc:chgData name="Esther McCartney" userId="003ee287-b963-4216-80c2-e989f2d52a36" providerId="ADAL" clId="{60D34955-58AA-448D-AB0D-989AB19BD28A}" dt="2026-02-27T00:18:26.713" v="596" actId="2696"/>
        <pc:sldMkLst>
          <pc:docMk/>
          <pc:sldMk cId="2475228006" sldId="475"/>
        </pc:sldMkLst>
        <pc:spChg chg="add del">
          <ac:chgData name="Esther McCartney" userId="003ee287-b963-4216-80c2-e989f2d52a36" providerId="ADAL" clId="{60D34955-58AA-448D-AB0D-989AB19BD28A}" dt="2026-02-27T00:13:24.935" v="374"/>
          <ac:spMkLst>
            <pc:docMk/>
            <pc:sldMk cId="2475228006" sldId="475"/>
            <ac:spMk id="20" creationId="{3E20E404-0173-46F6-9DC4-C960A5778302}"/>
          </ac:spMkLst>
        </pc:spChg>
        <pc:spChg chg="add del">
          <ac:chgData name="Esther McCartney" userId="003ee287-b963-4216-80c2-e989f2d52a36" providerId="ADAL" clId="{60D34955-58AA-448D-AB0D-989AB19BD28A}" dt="2026-02-27T00:13:24.935" v="374"/>
          <ac:spMkLst>
            <pc:docMk/>
            <pc:sldMk cId="2475228006" sldId="475"/>
            <ac:spMk id="22" creationId="{B219AE65-9B94-44EA-BEF3-EF4BFA169C81}"/>
          </ac:spMkLst>
        </pc:spChg>
        <pc:spChg chg="add del">
          <ac:chgData name="Esther McCartney" userId="003ee287-b963-4216-80c2-e989f2d52a36" providerId="ADAL" clId="{60D34955-58AA-448D-AB0D-989AB19BD28A}" dt="2026-02-27T00:13:24.935" v="374"/>
          <ac:spMkLst>
            <pc:docMk/>
            <pc:sldMk cId="2475228006" sldId="475"/>
            <ac:spMk id="24" creationId="{F0C81A57-9CD5-461B-8FFE-4A8CB6CFBE01}"/>
          </ac:spMkLst>
        </pc:spChg>
        <pc:grpChg chg="add del">
          <ac:chgData name="Esther McCartney" userId="003ee287-b963-4216-80c2-e989f2d52a36" providerId="ADAL" clId="{60D34955-58AA-448D-AB0D-989AB19BD28A}" dt="2026-02-27T00:13:24.935" v="374"/>
          <ac:grpSpMkLst>
            <pc:docMk/>
            <pc:sldMk cId="2475228006" sldId="475"/>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475228006" sldId="475"/>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475228006" sldId="475"/>
            <ac:cxnSpMk id="30" creationId="{AD23B2CD-009B-425A-9616-1E1AD1D5AB46}"/>
          </ac:cxnSpMkLst>
        </pc:cxnChg>
      </pc:sldChg>
      <pc:sldChg chg="addSp delSp add del setBg delDesignElem">
        <pc:chgData name="Esther McCartney" userId="003ee287-b963-4216-80c2-e989f2d52a36" providerId="ADAL" clId="{60D34955-58AA-448D-AB0D-989AB19BD28A}" dt="2026-02-27T00:20:20.312" v="693" actId="2696"/>
        <pc:sldMkLst>
          <pc:docMk/>
          <pc:sldMk cId="2697253906" sldId="479"/>
        </pc:sldMkLst>
        <pc:spChg chg="add del">
          <ac:chgData name="Esther McCartney" userId="003ee287-b963-4216-80c2-e989f2d52a36" providerId="ADAL" clId="{60D34955-58AA-448D-AB0D-989AB19BD28A}" dt="2026-02-27T00:13:24.935" v="374"/>
          <ac:spMkLst>
            <pc:docMk/>
            <pc:sldMk cId="2697253906" sldId="479"/>
            <ac:spMk id="31" creationId="{3E20E404-0173-46F6-9DC4-C960A5778302}"/>
          </ac:spMkLst>
        </pc:spChg>
        <pc:spChg chg="add del">
          <ac:chgData name="Esther McCartney" userId="003ee287-b963-4216-80c2-e989f2d52a36" providerId="ADAL" clId="{60D34955-58AA-448D-AB0D-989AB19BD28A}" dt="2026-02-27T00:13:24.935" v="374"/>
          <ac:spMkLst>
            <pc:docMk/>
            <pc:sldMk cId="2697253906" sldId="479"/>
            <ac:spMk id="32" creationId="{B219AE65-9B94-44EA-BEF3-EF4BFA169C81}"/>
          </ac:spMkLst>
        </pc:spChg>
        <pc:spChg chg="add del">
          <ac:chgData name="Esther McCartney" userId="003ee287-b963-4216-80c2-e989f2d52a36" providerId="ADAL" clId="{60D34955-58AA-448D-AB0D-989AB19BD28A}" dt="2026-02-27T00:13:24.935" v="374"/>
          <ac:spMkLst>
            <pc:docMk/>
            <pc:sldMk cId="2697253906" sldId="479"/>
            <ac:spMk id="33" creationId="{F0C81A57-9CD5-461B-8FFE-4A8CB6CFBE01}"/>
          </ac:spMkLst>
        </pc:spChg>
        <pc:grpChg chg="add del">
          <ac:chgData name="Esther McCartney" userId="003ee287-b963-4216-80c2-e989f2d52a36" providerId="ADAL" clId="{60D34955-58AA-448D-AB0D-989AB19BD28A}" dt="2026-02-27T00:13:24.935" v="374"/>
          <ac:grpSpMkLst>
            <pc:docMk/>
            <pc:sldMk cId="2697253906" sldId="479"/>
            <ac:grpSpMk id="29" creationId="{C8E92A9B-56BB-484E-A885-6FF999C15FE7}"/>
          </ac:grpSpMkLst>
        </pc:grpChg>
        <pc:grpChg chg="add del">
          <ac:chgData name="Esther McCartney" userId="003ee287-b963-4216-80c2-e989f2d52a36" providerId="ADAL" clId="{60D34955-58AA-448D-AB0D-989AB19BD28A}" dt="2026-02-27T00:13:24.935" v="374"/>
          <ac:grpSpMkLst>
            <pc:docMk/>
            <pc:sldMk cId="2697253906" sldId="479"/>
            <ac:grpSpMk id="34" creationId="{3086C462-37F4-494D-8292-CCB95221CC1A}"/>
          </ac:grpSpMkLst>
        </pc:grpChg>
        <pc:cxnChg chg="add del">
          <ac:chgData name="Esther McCartney" userId="003ee287-b963-4216-80c2-e989f2d52a36" providerId="ADAL" clId="{60D34955-58AA-448D-AB0D-989AB19BD28A}" dt="2026-02-27T00:13:24.935" v="374"/>
          <ac:cxnSpMkLst>
            <pc:docMk/>
            <pc:sldMk cId="2697253906" sldId="479"/>
            <ac:cxnSpMk id="30" creationId="{AD23B2CD-009B-425A-9616-1E1AD1D5AB46}"/>
          </ac:cxnSpMkLst>
        </pc:cxnChg>
      </pc:sldChg>
      <pc:sldChg chg="del">
        <pc:chgData name="Esther McCartney" userId="003ee287-b963-4216-80c2-e989f2d52a36" providerId="ADAL" clId="{60D34955-58AA-448D-AB0D-989AB19BD28A}" dt="2026-02-27T00:12:24.125" v="292" actId="2696"/>
        <pc:sldMkLst>
          <pc:docMk/>
          <pc:sldMk cId="3756184029" sldId="479"/>
        </pc:sldMkLst>
      </pc:sldChg>
      <pc:sldChg chg="del">
        <pc:chgData name="Esther McCartney" userId="003ee287-b963-4216-80c2-e989f2d52a36" providerId="ADAL" clId="{60D34955-58AA-448D-AB0D-989AB19BD28A}" dt="2026-02-27T00:11:08.583" v="288" actId="2696"/>
        <pc:sldMkLst>
          <pc:docMk/>
          <pc:sldMk cId="483763812" sldId="480"/>
        </pc:sldMkLst>
      </pc:sldChg>
      <pc:sldChg chg="addSp delSp add del setBg delDesignElem">
        <pc:chgData name="Esther McCartney" userId="003ee287-b963-4216-80c2-e989f2d52a36" providerId="ADAL" clId="{60D34955-58AA-448D-AB0D-989AB19BD28A}" dt="2026-02-27T00:20:35.217" v="710" actId="2696"/>
        <pc:sldMkLst>
          <pc:docMk/>
          <pc:sldMk cId="2940836907" sldId="480"/>
        </pc:sldMkLst>
        <pc:spChg chg="add del">
          <ac:chgData name="Esther McCartney" userId="003ee287-b963-4216-80c2-e989f2d52a36" providerId="ADAL" clId="{60D34955-58AA-448D-AB0D-989AB19BD28A}" dt="2026-02-27T00:13:24.935" v="374"/>
          <ac:spMkLst>
            <pc:docMk/>
            <pc:sldMk cId="2940836907" sldId="480"/>
            <ac:spMk id="20" creationId="{3E20E404-0173-46F6-9DC4-C960A5778302}"/>
          </ac:spMkLst>
        </pc:spChg>
        <pc:spChg chg="add del">
          <ac:chgData name="Esther McCartney" userId="003ee287-b963-4216-80c2-e989f2d52a36" providerId="ADAL" clId="{60D34955-58AA-448D-AB0D-989AB19BD28A}" dt="2026-02-27T00:13:24.935" v="374"/>
          <ac:spMkLst>
            <pc:docMk/>
            <pc:sldMk cId="2940836907" sldId="480"/>
            <ac:spMk id="22" creationId="{B219AE65-9B94-44EA-BEF3-EF4BFA169C81}"/>
          </ac:spMkLst>
        </pc:spChg>
        <pc:spChg chg="add del">
          <ac:chgData name="Esther McCartney" userId="003ee287-b963-4216-80c2-e989f2d52a36" providerId="ADAL" clId="{60D34955-58AA-448D-AB0D-989AB19BD28A}" dt="2026-02-27T00:13:24.935" v="374"/>
          <ac:spMkLst>
            <pc:docMk/>
            <pc:sldMk cId="2940836907" sldId="480"/>
            <ac:spMk id="24" creationId="{F0C81A57-9CD5-461B-8FFE-4A8CB6CFBE01}"/>
          </ac:spMkLst>
        </pc:spChg>
        <pc:grpChg chg="add del">
          <ac:chgData name="Esther McCartney" userId="003ee287-b963-4216-80c2-e989f2d52a36" providerId="ADAL" clId="{60D34955-58AA-448D-AB0D-989AB19BD28A}" dt="2026-02-27T00:13:24.935" v="374"/>
          <ac:grpSpMkLst>
            <pc:docMk/>
            <pc:sldMk cId="2940836907" sldId="480"/>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940836907" sldId="480"/>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940836907" sldId="480"/>
            <ac:cxnSpMk id="30" creationId="{AD23B2CD-009B-425A-9616-1E1AD1D5AB46}"/>
          </ac:cxnSpMkLst>
        </pc:cxnChg>
      </pc:sldChg>
      <pc:sldChg chg="del">
        <pc:chgData name="Esther McCartney" userId="003ee287-b963-4216-80c2-e989f2d52a36" providerId="ADAL" clId="{60D34955-58AA-448D-AB0D-989AB19BD28A}" dt="2026-02-27T00:12:34.831" v="293" actId="2696"/>
        <pc:sldMkLst>
          <pc:docMk/>
          <pc:sldMk cId="541616994" sldId="482"/>
        </pc:sldMkLst>
      </pc:sldChg>
      <pc:sldChg chg="addSp delSp add del setBg delDesignElem">
        <pc:chgData name="Esther McCartney" userId="003ee287-b963-4216-80c2-e989f2d52a36" providerId="ADAL" clId="{60D34955-58AA-448D-AB0D-989AB19BD28A}" dt="2026-02-27T00:13:29.740" v="375"/>
        <pc:sldMkLst>
          <pc:docMk/>
          <pc:sldMk cId="1590325647" sldId="482"/>
        </pc:sldMkLst>
        <pc:spChg chg="add del">
          <ac:chgData name="Esther McCartney" userId="003ee287-b963-4216-80c2-e989f2d52a36" providerId="ADAL" clId="{60D34955-58AA-448D-AB0D-989AB19BD28A}" dt="2026-02-27T00:13:24.935" v="374"/>
          <ac:spMkLst>
            <pc:docMk/>
            <pc:sldMk cId="1590325647" sldId="482"/>
            <ac:spMk id="21" creationId="{8DCAC2A9-D869-46E1-9DD3-353AE3254A13}"/>
          </ac:spMkLst>
        </pc:spChg>
        <pc:spChg chg="add del">
          <ac:chgData name="Esther McCartney" userId="003ee287-b963-4216-80c2-e989f2d52a36" providerId="ADAL" clId="{60D34955-58AA-448D-AB0D-989AB19BD28A}" dt="2026-02-27T00:13:24.935" v="374"/>
          <ac:spMkLst>
            <pc:docMk/>
            <pc:sldMk cId="1590325647" sldId="482"/>
            <ac:spMk id="23" creationId="{8682CCCE-534D-4FC6-BF2B-9BEA2F2BB482}"/>
          </ac:spMkLst>
        </pc:spChg>
        <pc:spChg chg="add del">
          <ac:chgData name="Esther McCartney" userId="003ee287-b963-4216-80c2-e989f2d52a36" providerId="ADAL" clId="{60D34955-58AA-448D-AB0D-989AB19BD28A}" dt="2026-02-27T00:13:24.935" v="374"/>
          <ac:spMkLst>
            <pc:docMk/>
            <pc:sldMk cId="1590325647" sldId="482"/>
            <ac:spMk id="25" creationId="{BC664B74-EEBB-416C-9D86-AE1FECC022DE}"/>
          </ac:spMkLst>
        </pc:spChg>
        <pc:spChg chg="add del">
          <ac:chgData name="Esther McCartney" userId="003ee287-b963-4216-80c2-e989f2d52a36" providerId="ADAL" clId="{60D34955-58AA-448D-AB0D-989AB19BD28A}" dt="2026-02-27T00:13:24.935" v="374"/>
          <ac:spMkLst>
            <pc:docMk/>
            <pc:sldMk cId="1590325647" sldId="482"/>
            <ac:spMk id="27" creationId="{52000483-C30E-42A1-8569-E1DE1F55BCAC}"/>
          </ac:spMkLst>
        </pc:spChg>
        <pc:spChg chg="add del">
          <ac:chgData name="Esther McCartney" userId="003ee287-b963-4216-80c2-e989f2d52a36" providerId="ADAL" clId="{60D34955-58AA-448D-AB0D-989AB19BD28A}" dt="2026-02-27T00:13:24.935" v="374"/>
          <ac:spMkLst>
            <pc:docMk/>
            <pc:sldMk cId="1590325647" sldId="482"/>
            <ac:spMk id="29" creationId="{A5ACD7E0-6D9A-4803-8B9B-D4602DC48C78}"/>
          </ac:spMkLst>
        </pc:spChg>
        <pc:spChg chg="add del">
          <ac:chgData name="Esther McCartney" userId="003ee287-b963-4216-80c2-e989f2d52a36" providerId="ADAL" clId="{60D34955-58AA-448D-AB0D-989AB19BD28A}" dt="2026-02-27T00:13:24.935" v="374"/>
          <ac:spMkLst>
            <pc:docMk/>
            <pc:sldMk cId="1590325647" sldId="482"/>
            <ac:spMk id="31" creationId="{C238E92D-87E7-4B27-AD36-0E1330051168}"/>
          </ac:spMkLst>
        </pc:spChg>
        <pc:spChg chg="add del">
          <ac:chgData name="Esther McCartney" userId="003ee287-b963-4216-80c2-e989f2d52a36" providerId="ADAL" clId="{60D34955-58AA-448D-AB0D-989AB19BD28A}" dt="2026-02-27T00:13:24.935" v="374"/>
          <ac:spMkLst>
            <pc:docMk/>
            <pc:sldMk cId="1590325647" sldId="482"/>
            <ac:spMk id="33" creationId="{6D0B958C-B82E-4F4B-945B-6B038D655637}"/>
          </ac:spMkLst>
        </pc:spChg>
        <pc:spChg chg="add del">
          <ac:chgData name="Esther McCartney" userId="003ee287-b963-4216-80c2-e989f2d52a36" providerId="ADAL" clId="{60D34955-58AA-448D-AB0D-989AB19BD28A}" dt="2026-02-27T00:13:24.935" v="374"/>
          <ac:spMkLst>
            <pc:docMk/>
            <pc:sldMk cId="1590325647" sldId="482"/>
            <ac:spMk id="35" creationId="{E18F3B2A-BB9B-4FB6-B8A5-2A8E5DB9321F}"/>
          </ac:spMkLst>
        </pc:spChg>
        <pc:spChg chg="add del">
          <ac:chgData name="Esther McCartney" userId="003ee287-b963-4216-80c2-e989f2d52a36" providerId="ADAL" clId="{60D34955-58AA-448D-AB0D-989AB19BD28A}" dt="2026-02-27T00:13:24.935" v="374"/>
          <ac:spMkLst>
            <pc:docMk/>
            <pc:sldMk cId="1590325647" sldId="482"/>
            <ac:spMk id="37" creationId="{C4164AEF-861B-41D1-9ED5-B81051DA7D4D}"/>
          </ac:spMkLst>
        </pc:spChg>
        <pc:grpChg chg="add del">
          <ac:chgData name="Esther McCartney" userId="003ee287-b963-4216-80c2-e989f2d52a36" providerId="ADAL" clId="{60D34955-58AA-448D-AB0D-989AB19BD28A}" dt="2026-02-27T00:13:24.935" v="374"/>
          <ac:grpSpMkLst>
            <pc:docMk/>
            <pc:sldMk cId="1590325647" sldId="482"/>
            <ac:grpSpMk id="12" creationId="{1D4F4DA4-C427-4DEF-91E0-8E7129A4B3CF}"/>
          </ac:grpSpMkLst>
        </pc:grpChg>
      </pc:sldChg>
      <pc:sldChg chg="del">
        <pc:chgData name="Esther McCartney" userId="003ee287-b963-4216-80c2-e989f2d52a36" providerId="ADAL" clId="{60D34955-58AA-448D-AB0D-989AB19BD28A}" dt="2026-02-27T00:12:41.082" v="294" actId="2696"/>
        <pc:sldMkLst>
          <pc:docMk/>
          <pc:sldMk cId="1697476969" sldId="483"/>
        </pc:sldMkLst>
      </pc:sldChg>
      <pc:sldChg chg="addSp delSp add del setBg delDesignElem">
        <pc:chgData name="Esther McCartney" userId="003ee287-b963-4216-80c2-e989f2d52a36" providerId="ADAL" clId="{60D34955-58AA-448D-AB0D-989AB19BD28A}" dt="2026-02-27T00:21:07.296" v="711" actId="2696"/>
        <pc:sldMkLst>
          <pc:docMk/>
          <pc:sldMk cId="2965867851" sldId="483"/>
        </pc:sldMkLst>
        <pc:spChg chg="add del">
          <ac:chgData name="Esther McCartney" userId="003ee287-b963-4216-80c2-e989f2d52a36" providerId="ADAL" clId="{60D34955-58AA-448D-AB0D-989AB19BD28A}" dt="2026-02-27T00:13:24.935" v="374"/>
          <ac:spMkLst>
            <pc:docMk/>
            <pc:sldMk cId="2965867851" sldId="483"/>
            <ac:spMk id="20" creationId="{3E20E404-0173-46F6-9DC4-C960A5778302}"/>
          </ac:spMkLst>
        </pc:spChg>
        <pc:spChg chg="add del">
          <ac:chgData name="Esther McCartney" userId="003ee287-b963-4216-80c2-e989f2d52a36" providerId="ADAL" clId="{60D34955-58AA-448D-AB0D-989AB19BD28A}" dt="2026-02-27T00:13:24.935" v="374"/>
          <ac:spMkLst>
            <pc:docMk/>
            <pc:sldMk cId="2965867851" sldId="483"/>
            <ac:spMk id="22" creationId="{B219AE65-9B94-44EA-BEF3-EF4BFA169C81}"/>
          </ac:spMkLst>
        </pc:spChg>
        <pc:spChg chg="add del">
          <ac:chgData name="Esther McCartney" userId="003ee287-b963-4216-80c2-e989f2d52a36" providerId="ADAL" clId="{60D34955-58AA-448D-AB0D-989AB19BD28A}" dt="2026-02-27T00:13:24.935" v="374"/>
          <ac:spMkLst>
            <pc:docMk/>
            <pc:sldMk cId="2965867851" sldId="483"/>
            <ac:spMk id="24" creationId="{F0C81A57-9CD5-461B-8FFE-4A8CB6CFBE01}"/>
          </ac:spMkLst>
        </pc:spChg>
        <pc:grpChg chg="add del">
          <ac:chgData name="Esther McCartney" userId="003ee287-b963-4216-80c2-e989f2d52a36" providerId="ADAL" clId="{60D34955-58AA-448D-AB0D-989AB19BD28A}" dt="2026-02-27T00:13:24.935" v="374"/>
          <ac:grpSpMkLst>
            <pc:docMk/>
            <pc:sldMk cId="2965867851" sldId="483"/>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965867851" sldId="483"/>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965867851" sldId="483"/>
            <ac:cxnSpMk id="30" creationId="{AD23B2CD-009B-425A-9616-1E1AD1D5AB46}"/>
          </ac:cxnSpMkLst>
        </pc:cxnChg>
      </pc:sldChg>
      <pc:sldChg chg="del">
        <pc:chgData name="Esther McCartney" userId="003ee287-b963-4216-80c2-e989f2d52a36" providerId="ADAL" clId="{60D34955-58AA-448D-AB0D-989AB19BD28A}" dt="2026-02-27T00:12:45.774" v="295" actId="2696"/>
        <pc:sldMkLst>
          <pc:docMk/>
          <pc:sldMk cId="1187389407" sldId="484"/>
        </pc:sldMkLst>
      </pc:sldChg>
      <pc:sldChg chg="modSp add del mod">
        <pc:chgData name="Esther McCartney" userId="003ee287-b963-4216-80c2-e989f2d52a36" providerId="ADAL" clId="{60D34955-58AA-448D-AB0D-989AB19BD28A}" dt="2026-02-27T00:22:01.427" v="726" actId="113"/>
        <pc:sldMkLst>
          <pc:docMk/>
          <pc:sldMk cId="1215382301" sldId="484"/>
        </pc:sldMkLst>
        <pc:spChg chg="mod">
          <ac:chgData name="Esther McCartney" userId="003ee287-b963-4216-80c2-e989f2d52a36" providerId="ADAL" clId="{60D34955-58AA-448D-AB0D-989AB19BD28A}" dt="2026-02-27T00:22:01.427" v="726" actId="113"/>
          <ac:spMkLst>
            <pc:docMk/>
            <pc:sldMk cId="1215382301" sldId="484"/>
            <ac:spMk id="3" creationId="{3E735150-9828-4453-F8F1-B7371D749792}"/>
          </ac:spMkLst>
        </pc:spChg>
      </pc:sldChg>
      <pc:sldChg chg="del">
        <pc:chgData name="Esther McCartney" userId="003ee287-b963-4216-80c2-e989f2d52a36" providerId="ADAL" clId="{60D34955-58AA-448D-AB0D-989AB19BD28A}" dt="2026-02-27T00:11:28.589" v="289" actId="2696"/>
        <pc:sldMkLst>
          <pc:docMk/>
          <pc:sldMk cId="1582894983" sldId="485"/>
        </pc:sldMkLst>
      </pc:sldChg>
      <pc:sldChg chg="addSp delSp add del setBg delDesignElem">
        <pc:chgData name="Esther McCartney" userId="003ee287-b963-4216-80c2-e989f2d52a36" providerId="ADAL" clId="{60D34955-58AA-448D-AB0D-989AB19BD28A}" dt="2026-02-27T00:13:29.740" v="375"/>
        <pc:sldMkLst>
          <pc:docMk/>
          <pc:sldMk cId="3960804345" sldId="485"/>
        </pc:sldMkLst>
        <pc:spChg chg="add del">
          <ac:chgData name="Esther McCartney" userId="003ee287-b963-4216-80c2-e989f2d52a36" providerId="ADAL" clId="{60D34955-58AA-448D-AB0D-989AB19BD28A}" dt="2026-02-27T00:13:24.935" v="374"/>
          <ac:spMkLst>
            <pc:docMk/>
            <pc:sldMk cId="3960804345" sldId="485"/>
            <ac:spMk id="20" creationId="{3E20E404-0173-46F6-9DC4-C960A5778302}"/>
          </ac:spMkLst>
        </pc:spChg>
        <pc:spChg chg="add del">
          <ac:chgData name="Esther McCartney" userId="003ee287-b963-4216-80c2-e989f2d52a36" providerId="ADAL" clId="{60D34955-58AA-448D-AB0D-989AB19BD28A}" dt="2026-02-27T00:13:24.935" v="374"/>
          <ac:spMkLst>
            <pc:docMk/>
            <pc:sldMk cId="3960804345" sldId="485"/>
            <ac:spMk id="22" creationId="{B219AE65-9B94-44EA-BEF3-EF4BFA169C81}"/>
          </ac:spMkLst>
        </pc:spChg>
        <pc:spChg chg="add del">
          <ac:chgData name="Esther McCartney" userId="003ee287-b963-4216-80c2-e989f2d52a36" providerId="ADAL" clId="{60D34955-58AA-448D-AB0D-989AB19BD28A}" dt="2026-02-27T00:13:24.935" v="374"/>
          <ac:spMkLst>
            <pc:docMk/>
            <pc:sldMk cId="3960804345" sldId="485"/>
            <ac:spMk id="24" creationId="{F0C81A57-9CD5-461B-8FFE-4A8CB6CFBE01}"/>
          </ac:spMkLst>
        </pc:spChg>
        <pc:grpChg chg="add del">
          <ac:chgData name="Esther McCartney" userId="003ee287-b963-4216-80c2-e989f2d52a36" providerId="ADAL" clId="{60D34955-58AA-448D-AB0D-989AB19BD28A}" dt="2026-02-27T00:13:24.935" v="374"/>
          <ac:grpSpMkLst>
            <pc:docMk/>
            <pc:sldMk cId="3960804345" sldId="485"/>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960804345" sldId="485"/>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960804345" sldId="485"/>
            <ac:cxnSpMk id="30" creationId="{AD23B2CD-009B-425A-9616-1E1AD1D5AB46}"/>
          </ac:cxnSpMkLst>
        </pc:cxnChg>
      </pc:sldChg>
      <pc:sldChg chg="addSp delSp add del setBg delDesignElem">
        <pc:chgData name="Esther McCartney" userId="003ee287-b963-4216-80c2-e989f2d52a36" providerId="ADAL" clId="{60D34955-58AA-448D-AB0D-989AB19BD28A}" dt="2026-02-27T00:13:29.740" v="375"/>
        <pc:sldMkLst>
          <pc:docMk/>
          <pc:sldMk cId="609642621" sldId="486"/>
        </pc:sldMkLst>
        <pc:spChg chg="add del">
          <ac:chgData name="Esther McCartney" userId="003ee287-b963-4216-80c2-e989f2d52a36" providerId="ADAL" clId="{60D34955-58AA-448D-AB0D-989AB19BD28A}" dt="2026-02-27T00:13:24.935" v="374"/>
          <ac:spMkLst>
            <pc:docMk/>
            <pc:sldMk cId="609642621" sldId="486"/>
            <ac:spMk id="20" creationId="{3E20E404-0173-46F6-9DC4-C960A5778302}"/>
          </ac:spMkLst>
        </pc:spChg>
        <pc:spChg chg="add del">
          <ac:chgData name="Esther McCartney" userId="003ee287-b963-4216-80c2-e989f2d52a36" providerId="ADAL" clId="{60D34955-58AA-448D-AB0D-989AB19BD28A}" dt="2026-02-27T00:13:24.935" v="374"/>
          <ac:spMkLst>
            <pc:docMk/>
            <pc:sldMk cId="609642621" sldId="486"/>
            <ac:spMk id="22" creationId="{B219AE65-9B94-44EA-BEF3-EF4BFA169C81}"/>
          </ac:spMkLst>
        </pc:spChg>
        <pc:spChg chg="add del">
          <ac:chgData name="Esther McCartney" userId="003ee287-b963-4216-80c2-e989f2d52a36" providerId="ADAL" clId="{60D34955-58AA-448D-AB0D-989AB19BD28A}" dt="2026-02-27T00:13:24.935" v="374"/>
          <ac:spMkLst>
            <pc:docMk/>
            <pc:sldMk cId="609642621" sldId="486"/>
            <ac:spMk id="24" creationId="{F0C81A57-9CD5-461B-8FFE-4A8CB6CFBE01}"/>
          </ac:spMkLst>
        </pc:spChg>
        <pc:grpChg chg="add del">
          <ac:chgData name="Esther McCartney" userId="003ee287-b963-4216-80c2-e989f2d52a36" providerId="ADAL" clId="{60D34955-58AA-448D-AB0D-989AB19BD28A}" dt="2026-02-27T00:13:24.935" v="374"/>
          <ac:grpSpMkLst>
            <pc:docMk/>
            <pc:sldMk cId="609642621" sldId="486"/>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609642621" sldId="486"/>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609642621" sldId="486"/>
            <ac:cxnSpMk id="30" creationId="{AD23B2CD-009B-425A-9616-1E1AD1D5AB46}"/>
          </ac:cxnSpMkLst>
        </pc:cxnChg>
      </pc:sldChg>
      <pc:sldChg chg="del">
        <pc:chgData name="Esther McCartney" userId="003ee287-b963-4216-80c2-e989f2d52a36" providerId="ADAL" clId="{60D34955-58AA-448D-AB0D-989AB19BD28A}" dt="2026-02-27T00:12:50.323" v="296" actId="2696"/>
        <pc:sldMkLst>
          <pc:docMk/>
          <pc:sldMk cId="2841596770" sldId="486"/>
        </pc:sldMkLst>
      </pc:sldChg>
      <pc:sldChg chg="del">
        <pc:chgData name="Esther McCartney" userId="003ee287-b963-4216-80c2-e989f2d52a36" providerId="ADAL" clId="{60D34955-58AA-448D-AB0D-989AB19BD28A}" dt="2026-02-27T00:11:38.390" v="290" actId="2696"/>
        <pc:sldMkLst>
          <pc:docMk/>
          <pc:sldMk cId="1001127522" sldId="488"/>
        </pc:sldMkLst>
      </pc:sldChg>
      <pc:sldChg chg="addSp delSp add del setBg delDesignElem">
        <pc:chgData name="Esther McCartney" userId="003ee287-b963-4216-80c2-e989f2d52a36" providerId="ADAL" clId="{60D34955-58AA-448D-AB0D-989AB19BD28A}" dt="2026-02-27T00:24:08.629" v="745" actId="2696"/>
        <pc:sldMkLst>
          <pc:docMk/>
          <pc:sldMk cId="2104342466" sldId="488"/>
        </pc:sldMkLst>
        <pc:spChg chg="add del">
          <ac:chgData name="Esther McCartney" userId="003ee287-b963-4216-80c2-e989f2d52a36" providerId="ADAL" clId="{60D34955-58AA-448D-AB0D-989AB19BD28A}" dt="2026-02-27T00:13:24.935" v="374"/>
          <ac:spMkLst>
            <pc:docMk/>
            <pc:sldMk cId="2104342466" sldId="488"/>
            <ac:spMk id="20" creationId="{3E20E404-0173-46F6-9DC4-C960A5778302}"/>
          </ac:spMkLst>
        </pc:spChg>
        <pc:spChg chg="add del">
          <ac:chgData name="Esther McCartney" userId="003ee287-b963-4216-80c2-e989f2d52a36" providerId="ADAL" clId="{60D34955-58AA-448D-AB0D-989AB19BD28A}" dt="2026-02-27T00:13:24.935" v="374"/>
          <ac:spMkLst>
            <pc:docMk/>
            <pc:sldMk cId="2104342466" sldId="488"/>
            <ac:spMk id="22" creationId="{B219AE65-9B94-44EA-BEF3-EF4BFA169C81}"/>
          </ac:spMkLst>
        </pc:spChg>
        <pc:spChg chg="add del">
          <ac:chgData name="Esther McCartney" userId="003ee287-b963-4216-80c2-e989f2d52a36" providerId="ADAL" clId="{60D34955-58AA-448D-AB0D-989AB19BD28A}" dt="2026-02-27T00:13:24.935" v="374"/>
          <ac:spMkLst>
            <pc:docMk/>
            <pc:sldMk cId="2104342466" sldId="488"/>
            <ac:spMk id="24" creationId="{F0C81A57-9CD5-461B-8FFE-4A8CB6CFBE01}"/>
          </ac:spMkLst>
        </pc:spChg>
        <pc:grpChg chg="add del">
          <ac:chgData name="Esther McCartney" userId="003ee287-b963-4216-80c2-e989f2d52a36" providerId="ADAL" clId="{60D34955-58AA-448D-AB0D-989AB19BD28A}" dt="2026-02-27T00:13:24.935" v="374"/>
          <ac:grpSpMkLst>
            <pc:docMk/>
            <pc:sldMk cId="2104342466" sldId="488"/>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104342466" sldId="488"/>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104342466" sldId="488"/>
            <ac:cxnSpMk id="30" creationId="{AD23B2CD-009B-425A-9616-1E1AD1D5AB46}"/>
          </ac:cxnSpMkLst>
        </pc:cxnChg>
      </pc:sldChg>
      <pc:sldChg chg="addSp delSp modSp add del mod">
        <pc:chgData name="Esther McCartney" userId="003ee287-b963-4216-80c2-e989f2d52a36" providerId="ADAL" clId="{60D34955-58AA-448D-AB0D-989AB19BD28A}" dt="2026-02-27T00:26:22.639" v="883" actId="20577"/>
        <pc:sldMkLst>
          <pc:docMk/>
          <pc:sldMk cId="3425197421" sldId="489"/>
        </pc:sldMkLst>
        <pc:spChg chg="mod">
          <ac:chgData name="Esther McCartney" userId="003ee287-b963-4216-80c2-e989f2d52a36" providerId="ADAL" clId="{60D34955-58AA-448D-AB0D-989AB19BD28A}" dt="2026-02-27T00:26:22.639" v="883" actId="20577"/>
          <ac:spMkLst>
            <pc:docMk/>
            <pc:sldMk cId="3425197421" sldId="489"/>
            <ac:spMk id="2" creationId="{00000000-0000-0000-0000-000000000000}"/>
          </ac:spMkLst>
        </pc:spChg>
        <pc:spChg chg="del">
          <ac:chgData name="Esther McCartney" userId="003ee287-b963-4216-80c2-e989f2d52a36" providerId="ADAL" clId="{60D34955-58AA-448D-AB0D-989AB19BD28A}" dt="2026-02-27T00:24:36.934" v="750" actId="478"/>
          <ac:spMkLst>
            <pc:docMk/>
            <pc:sldMk cId="3425197421" sldId="489"/>
            <ac:spMk id="4" creationId="{00000000-0000-0000-0000-000000000000}"/>
          </ac:spMkLst>
        </pc:spChg>
        <pc:spChg chg="add del mod">
          <ac:chgData name="Esther McCartney" userId="003ee287-b963-4216-80c2-e989f2d52a36" providerId="ADAL" clId="{60D34955-58AA-448D-AB0D-989AB19BD28A}" dt="2026-02-27T00:24:40.202" v="751" actId="478"/>
          <ac:spMkLst>
            <pc:docMk/>
            <pc:sldMk cId="3425197421" sldId="489"/>
            <ac:spMk id="5" creationId="{5A231CFC-E6FF-886B-E927-F65B4D8B658E}"/>
          </ac:spMkLst>
        </pc:spChg>
        <pc:spChg chg="mod">
          <ac:chgData name="Esther McCartney" userId="003ee287-b963-4216-80c2-e989f2d52a36" providerId="ADAL" clId="{60D34955-58AA-448D-AB0D-989AB19BD28A}" dt="2026-02-27T00:24:51.661" v="754" actId="1076"/>
          <ac:spMkLst>
            <pc:docMk/>
            <pc:sldMk cId="3425197421" sldId="489"/>
            <ac:spMk id="6" creationId="{9D81D9B5-B3AD-C56A-7714-EA8E7E9498E7}"/>
          </ac:spMkLst>
        </pc:spChg>
      </pc:sldChg>
      <pc:sldChg chg="del">
        <pc:chgData name="Esther McCartney" userId="003ee287-b963-4216-80c2-e989f2d52a36" providerId="ADAL" clId="{60D34955-58AA-448D-AB0D-989AB19BD28A}" dt="2026-02-27T00:11:51.018" v="291" actId="2696"/>
        <pc:sldMkLst>
          <pc:docMk/>
          <pc:sldMk cId="4171150344" sldId="489"/>
        </pc:sldMkLst>
      </pc:sldChg>
      <pc:sldChg chg="addSp delSp add del setBg delDesignElem">
        <pc:chgData name="Esther McCartney" userId="003ee287-b963-4216-80c2-e989f2d52a36" providerId="ADAL" clId="{60D34955-58AA-448D-AB0D-989AB19BD28A}" dt="2026-02-27T00:26:31.697" v="884" actId="2696"/>
        <pc:sldMkLst>
          <pc:docMk/>
          <pc:sldMk cId="2873796153" sldId="490"/>
        </pc:sldMkLst>
        <pc:spChg chg="add del">
          <ac:chgData name="Esther McCartney" userId="003ee287-b963-4216-80c2-e989f2d52a36" providerId="ADAL" clId="{60D34955-58AA-448D-AB0D-989AB19BD28A}" dt="2026-02-27T00:13:24.935" v="374"/>
          <ac:spMkLst>
            <pc:docMk/>
            <pc:sldMk cId="2873796153" sldId="490"/>
            <ac:spMk id="20" creationId="{3E20E404-0173-46F6-9DC4-C960A5778302}"/>
          </ac:spMkLst>
        </pc:spChg>
        <pc:spChg chg="add del">
          <ac:chgData name="Esther McCartney" userId="003ee287-b963-4216-80c2-e989f2d52a36" providerId="ADAL" clId="{60D34955-58AA-448D-AB0D-989AB19BD28A}" dt="2026-02-27T00:13:24.935" v="374"/>
          <ac:spMkLst>
            <pc:docMk/>
            <pc:sldMk cId="2873796153" sldId="490"/>
            <ac:spMk id="22" creationId="{B219AE65-9B94-44EA-BEF3-EF4BFA169C81}"/>
          </ac:spMkLst>
        </pc:spChg>
        <pc:spChg chg="add del">
          <ac:chgData name="Esther McCartney" userId="003ee287-b963-4216-80c2-e989f2d52a36" providerId="ADAL" clId="{60D34955-58AA-448D-AB0D-989AB19BD28A}" dt="2026-02-27T00:13:24.935" v="374"/>
          <ac:spMkLst>
            <pc:docMk/>
            <pc:sldMk cId="2873796153" sldId="490"/>
            <ac:spMk id="24" creationId="{F0C81A57-9CD5-461B-8FFE-4A8CB6CFBE01}"/>
          </ac:spMkLst>
        </pc:spChg>
        <pc:grpChg chg="add del">
          <ac:chgData name="Esther McCartney" userId="003ee287-b963-4216-80c2-e989f2d52a36" providerId="ADAL" clId="{60D34955-58AA-448D-AB0D-989AB19BD28A}" dt="2026-02-27T00:13:24.935" v="374"/>
          <ac:grpSpMkLst>
            <pc:docMk/>
            <pc:sldMk cId="2873796153" sldId="490"/>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873796153" sldId="490"/>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873796153" sldId="490"/>
            <ac:cxnSpMk id="30" creationId="{AD23B2CD-009B-425A-9616-1E1AD1D5AB46}"/>
          </ac:cxnSpMkLst>
        </pc:cxnChg>
      </pc:sldChg>
      <pc:sldChg chg="del">
        <pc:chgData name="Esther McCartney" userId="003ee287-b963-4216-80c2-e989f2d52a36" providerId="ADAL" clId="{60D34955-58AA-448D-AB0D-989AB19BD28A}" dt="2026-02-27T00:07:54.208" v="129" actId="2696"/>
        <pc:sldMkLst>
          <pc:docMk/>
          <pc:sldMk cId="3485216713" sldId="490"/>
        </pc:sldMkLst>
      </pc:sldChg>
      <pc:sldChg chg="modSp mod">
        <pc:chgData name="Esther McCartney" userId="003ee287-b963-4216-80c2-e989f2d52a36" providerId="ADAL" clId="{60D34955-58AA-448D-AB0D-989AB19BD28A}" dt="2026-02-27T00:09:42.095" v="183" actId="20577"/>
        <pc:sldMkLst>
          <pc:docMk/>
          <pc:sldMk cId="2727653236" sldId="493"/>
        </pc:sldMkLst>
        <pc:spChg chg="mod">
          <ac:chgData name="Esther McCartney" userId="003ee287-b963-4216-80c2-e989f2d52a36" providerId="ADAL" clId="{60D34955-58AA-448D-AB0D-989AB19BD28A}" dt="2026-02-27T00:09:42.095" v="183" actId="20577"/>
          <ac:spMkLst>
            <pc:docMk/>
            <pc:sldMk cId="2727653236" sldId="493"/>
            <ac:spMk id="6" creationId="{9D81D9B5-B3AD-C56A-7714-EA8E7E9498E7}"/>
          </ac:spMkLst>
        </pc:spChg>
      </pc:sldChg>
      <pc:sldChg chg="del">
        <pc:chgData name="Esther McCartney" userId="003ee287-b963-4216-80c2-e989f2d52a36" providerId="ADAL" clId="{60D34955-58AA-448D-AB0D-989AB19BD28A}" dt="2026-02-27T00:10:31.348" v="286" actId="2696"/>
        <pc:sldMkLst>
          <pc:docMk/>
          <pc:sldMk cId="1081879930" sldId="494"/>
        </pc:sldMkLst>
      </pc:sldChg>
      <pc:sldChg chg="addSp delSp add del setBg delDesignElem">
        <pc:chgData name="Esther McCartney" userId="003ee287-b963-4216-80c2-e989f2d52a36" providerId="ADAL" clId="{60D34955-58AA-448D-AB0D-989AB19BD28A}" dt="2026-02-27T00:14:48.395" v="390" actId="2696"/>
        <pc:sldMkLst>
          <pc:docMk/>
          <pc:sldMk cId="2585748917" sldId="494"/>
        </pc:sldMkLst>
        <pc:spChg chg="add del">
          <ac:chgData name="Esther McCartney" userId="003ee287-b963-4216-80c2-e989f2d52a36" providerId="ADAL" clId="{60D34955-58AA-448D-AB0D-989AB19BD28A}" dt="2026-02-27T00:13:24.935" v="374"/>
          <ac:spMkLst>
            <pc:docMk/>
            <pc:sldMk cId="2585748917" sldId="494"/>
            <ac:spMk id="20" creationId="{3E20E404-0173-46F6-9DC4-C960A5778302}"/>
          </ac:spMkLst>
        </pc:spChg>
        <pc:spChg chg="add del">
          <ac:chgData name="Esther McCartney" userId="003ee287-b963-4216-80c2-e989f2d52a36" providerId="ADAL" clId="{60D34955-58AA-448D-AB0D-989AB19BD28A}" dt="2026-02-27T00:13:24.935" v="374"/>
          <ac:spMkLst>
            <pc:docMk/>
            <pc:sldMk cId="2585748917" sldId="494"/>
            <ac:spMk id="22" creationId="{B219AE65-9B94-44EA-BEF3-EF4BFA169C81}"/>
          </ac:spMkLst>
        </pc:spChg>
        <pc:spChg chg="add del">
          <ac:chgData name="Esther McCartney" userId="003ee287-b963-4216-80c2-e989f2d52a36" providerId="ADAL" clId="{60D34955-58AA-448D-AB0D-989AB19BD28A}" dt="2026-02-27T00:13:24.935" v="374"/>
          <ac:spMkLst>
            <pc:docMk/>
            <pc:sldMk cId="2585748917" sldId="494"/>
            <ac:spMk id="24" creationId="{F0C81A57-9CD5-461B-8FFE-4A8CB6CFBE01}"/>
          </ac:spMkLst>
        </pc:spChg>
        <pc:grpChg chg="add del">
          <ac:chgData name="Esther McCartney" userId="003ee287-b963-4216-80c2-e989f2d52a36" providerId="ADAL" clId="{60D34955-58AA-448D-AB0D-989AB19BD28A}" dt="2026-02-27T00:13:24.935" v="374"/>
          <ac:grpSpMkLst>
            <pc:docMk/>
            <pc:sldMk cId="2585748917" sldId="494"/>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585748917" sldId="494"/>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585748917" sldId="494"/>
            <ac:cxnSpMk id="30" creationId="{AD23B2CD-009B-425A-9616-1E1AD1D5AB46}"/>
          </ac:cxnSpMkLst>
        </pc:cxnChg>
      </pc:sldChg>
      <pc:sldChg chg="modSp new mod">
        <pc:chgData name="Esther McCartney" userId="003ee287-b963-4216-80c2-e989f2d52a36" providerId="ADAL" clId="{60D34955-58AA-448D-AB0D-989AB19BD28A}" dt="2026-02-27T00:06:43.616" v="120" actId="20577"/>
        <pc:sldMkLst>
          <pc:docMk/>
          <pc:sldMk cId="1380216081" sldId="495"/>
        </pc:sldMkLst>
        <pc:spChg chg="mod">
          <ac:chgData name="Esther McCartney" userId="003ee287-b963-4216-80c2-e989f2d52a36" providerId="ADAL" clId="{60D34955-58AA-448D-AB0D-989AB19BD28A}" dt="2026-02-27T00:05:49.917" v="17" actId="20577"/>
          <ac:spMkLst>
            <pc:docMk/>
            <pc:sldMk cId="1380216081" sldId="495"/>
            <ac:spMk id="2" creationId="{A10BCCF1-7EF4-9A09-8A53-F5C2B5027848}"/>
          </ac:spMkLst>
        </pc:spChg>
        <pc:spChg chg="mod">
          <ac:chgData name="Esther McCartney" userId="003ee287-b963-4216-80c2-e989f2d52a36" providerId="ADAL" clId="{60D34955-58AA-448D-AB0D-989AB19BD28A}" dt="2026-02-27T00:06:43.616" v="120" actId="20577"/>
          <ac:spMkLst>
            <pc:docMk/>
            <pc:sldMk cId="1380216081" sldId="495"/>
            <ac:spMk id="3" creationId="{6898C0C5-E4F8-DAC3-04EC-6F10B9937C82}"/>
          </ac:spMkLst>
        </pc:spChg>
      </pc:sldChg>
      <pc:sldChg chg="modSp new del mod">
        <pc:chgData name="Esther McCartney" userId="003ee287-b963-4216-80c2-e989f2d52a36" providerId="ADAL" clId="{60D34955-58AA-448D-AB0D-989AB19BD28A}" dt="2026-02-27T00:08:23.808" v="153" actId="2696"/>
        <pc:sldMkLst>
          <pc:docMk/>
          <pc:sldMk cId="1188982975" sldId="496"/>
        </pc:sldMkLst>
        <pc:spChg chg="mod">
          <ac:chgData name="Esther McCartney" userId="003ee287-b963-4216-80c2-e989f2d52a36" providerId="ADAL" clId="{60D34955-58AA-448D-AB0D-989AB19BD28A}" dt="2026-02-27T00:08:19.965" v="152" actId="20577"/>
          <ac:spMkLst>
            <pc:docMk/>
            <pc:sldMk cId="1188982975" sldId="496"/>
            <ac:spMk id="2" creationId="{C5655546-A9C1-2DBF-124F-BE691853F406}"/>
          </ac:spMkLst>
        </pc:spChg>
      </pc:sldChg>
      <pc:sldChg chg="modSp new mod">
        <pc:chgData name="Esther McCartney" userId="003ee287-b963-4216-80c2-e989f2d52a36" providerId="ADAL" clId="{60D34955-58AA-448D-AB0D-989AB19BD28A}" dt="2026-02-27T00:10:18.315" v="284" actId="207"/>
        <pc:sldMkLst>
          <pc:docMk/>
          <pc:sldMk cId="1929944168" sldId="496"/>
        </pc:sldMkLst>
        <pc:spChg chg="mod">
          <ac:chgData name="Esther McCartney" userId="003ee287-b963-4216-80c2-e989f2d52a36" providerId="ADAL" clId="{60D34955-58AA-448D-AB0D-989AB19BD28A}" dt="2026-02-27T00:10:18.315" v="284" actId="207"/>
          <ac:spMkLst>
            <pc:docMk/>
            <pc:sldMk cId="1929944168" sldId="496"/>
            <ac:spMk id="2" creationId="{90270444-0B2A-82E2-5326-B29CD178BCA4}"/>
          </ac:spMkLst>
        </pc:spChg>
        <pc:spChg chg="mod">
          <ac:chgData name="Esther McCartney" userId="003ee287-b963-4216-80c2-e989f2d52a36" providerId="ADAL" clId="{60D34955-58AA-448D-AB0D-989AB19BD28A}" dt="2026-02-27T00:10:14.228" v="283" actId="20577"/>
          <ac:spMkLst>
            <pc:docMk/>
            <pc:sldMk cId="1929944168" sldId="496"/>
            <ac:spMk id="3" creationId="{C087BA4F-2AEE-1FC1-C0E6-2419F0732A90}"/>
          </ac:spMkLst>
        </pc:spChg>
      </pc:sldChg>
      <pc:sldChg chg="addSp delSp add del setBg delDesignElem">
        <pc:chgData name="Esther McCartney" userId="003ee287-b963-4216-80c2-e989f2d52a36" providerId="ADAL" clId="{60D34955-58AA-448D-AB0D-989AB19BD28A}" dt="2026-02-27T00:13:19.311" v="335"/>
        <pc:sldMkLst>
          <pc:docMk/>
          <pc:sldMk cId="1948367051" sldId="497"/>
        </pc:sldMkLst>
        <pc:spChg chg="add del">
          <ac:chgData name="Esther McCartney" userId="003ee287-b963-4216-80c2-e989f2d52a36" providerId="ADAL" clId="{60D34955-58AA-448D-AB0D-989AB19BD28A}" dt="2026-02-27T00:13:19.311" v="335"/>
          <ac:spMkLst>
            <pc:docMk/>
            <pc:sldMk cId="1948367051" sldId="497"/>
            <ac:spMk id="18" creationId="{33474BD5-5CDD-4624-B265-461D5D2FAB8D}"/>
          </ac:spMkLst>
        </pc:spChg>
        <pc:spChg chg="add del">
          <ac:chgData name="Esther McCartney" userId="003ee287-b963-4216-80c2-e989f2d52a36" providerId="ADAL" clId="{60D34955-58AA-448D-AB0D-989AB19BD28A}" dt="2026-02-27T00:13:19.311" v="335"/>
          <ac:spMkLst>
            <pc:docMk/>
            <pc:sldMk cId="1948367051" sldId="497"/>
            <ac:spMk id="29" creationId="{9E382A3D-2F90-475C-8DF2-F666FEA3425B}"/>
          </ac:spMkLst>
        </pc:spChg>
        <pc:grpChg chg="add del">
          <ac:chgData name="Esther McCartney" userId="003ee287-b963-4216-80c2-e989f2d52a36" providerId="ADAL" clId="{60D34955-58AA-448D-AB0D-989AB19BD28A}" dt="2026-02-27T00:13:19.311" v="335"/>
          <ac:grpSpMkLst>
            <pc:docMk/>
            <pc:sldMk cId="1948367051" sldId="497"/>
            <ac:grpSpMk id="20" creationId="{89C082B5-9FB8-47CC-AE81-E993CEC17DEF}"/>
          </ac:grpSpMkLst>
        </pc:grpChg>
      </pc:sldChg>
      <pc:sldChg chg="addSp delSp add del setBg delDesignElem">
        <pc:chgData name="Esther McCartney" userId="003ee287-b963-4216-80c2-e989f2d52a36" providerId="ADAL" clId="{60D34955-58AA-448D-AB0D-989AB19BD28A}" dt="2026-02-27T00:13:24.935" v="374"/>
        <pc:sldMkLst>
          <pc:docMk/>
          <pc:sldMk cId="2253295565" sldId="497"/>
        </pc:sldMkLst>
        <pc:spChg chg="add del">
          <ac:chgData name="Esther McCartney" userId="003ee287-b963-4216-80c2-e989f2d52a36" providerId="ADAL" clId="{60D34955-58AA-448D-AB0D-989AB19BD28A}" dt="2026-02-27T00:13:24.935" v="374"/>
          <ac:spMkLst>
            <pc:docMk/>
            <pc:sldMk cId="2253295565" sldId="497"/>
            <ac:spMk id="18" creationId="{33474BD5-5CDD-4624-B265-461D5D2FAB8D}"/>
          </ac:spMkLst>
        </pc:spChg>
        <pc:spChg chg="add del">
          <ac:chgData name="Esther McCartney" userId="003ee287-b963-4216-80c2-e989f2d52a36" providerId="ADAL" clId="{60D34955-58AA-448D-AB0D-989AB19BD28A}" dt="2026-02-27T00:13:24.935" v="374"/>
          <ac:spMkLst>
            <pc:docMk/>
            <pc:sldMk cId="2253295565" sldId="497"/>
            <ac:spMk id="29" creationId="{9E382A3D-2F90-475C-8DF2-F666FEA3425B}"/>
          </ac:spMkLst>
        </pc:spChg>
        <pc:grpChg chg="add del">
          <ac:chgData name="Esther McCartney" userId="003ee287-b963-4216-80c2-e989f2d52a36" providerId="ADAL" clId="{60D34955-58AA-448D-AB0D-989AB19BD28A}" dt="2026-02-27T00:13:24.935" v="374"/>
          <ac:grpSpMkLst>
            <pc:docMk/>
            <pc:sldMk cId="2253295565" sldId="497"/>
            <ac:grpSpMk id="20" creationId="{89C082B5-9FB8-47CC-AE81-E993CEC17DEF}"/>
          </ac:grpSpMkLst>
        </pc:grpChg>
      </pc:sldChg>
      <pc:sldChg chg="add">
        <pc:chgData name="Esther McCartney" userId="003ee287-b963-4216-80c2-e989f2d52a36" providerId="ADAL" clId="{60D34955-58AA-448D-AB0D-989AB19BD28A}" dt="2026-02-27T00:13:29.740" v="375"/>
        <pc:sldMkLst>
          <pc:docMk/>
          <pc:sldMk cId="3109091800" sldId="497"/>
        </pc:sldMkLst>
      </pc:sldChg>
      <pc:sldChg chg="addSp delSp add del setBg delDesignElem">
        <pc:chgData name="Esther McCartney" userId="003ee287-b963-4216-80c2-e989f2d52a36" providerId="ADAL" clId="{60D34955-58AA-448D-AB0D-989AB19BD28A}" dt="2026-02-27T00:13:19.311" v="335"/>
        <pc:sldMkLst>
          <pc:docMk/>
          <pc:sldMk cId="2227425507" sldId="498"/>
        </pc:sldMkLst>
        <pc:spChg chg="add del">
          <ac:chgData name="Esther McCartney" userId="003ee287-b963-4216-80c2-e989f2d52a36" providerId="ADAL" clId="{60D34955-58AA-448D-AB0D-989AB19BD28A}" dt="2026-02-27T00:13:19.311" v="335"/>
          <ac:spMkLst>
            <pc:docMk/>
            <pc:sldMk cId="2227425507" sldId="498"/>
            <ac:spMk id="20" creationId="{3E20E404-0173-46F6-9DC4-C960A5778302}"/>
          </ac:spMkLst>
        </pc:spChg>
        <pc:spChg chg="add del">
          <ac:chgData name="Esther McCartney" userId="003ee287-b963-4216-80c2-e989f2d52a36" providerId="ADAL" clId="{60D34955-58AA-448D-AB0D-989AB19BD28A}" dt="2026-02-27T00:13:19.311" v="335"/>
          <ac:spMkLst>
            <pc:docMk/>
            <pc:sldMk cId="2227425507" sldId="498"/>
            <ac:spMk id="22" creationId="{B219AE65-9B94-44EA-BEF3-EF4BFA169C81}"/>
          </ac:spMkLst>
        </pc:spChg>
        <pc:spChg chg="add del">
          <ac:chgData name="Esther McCartney" userId="003ee287-b963-4216-80c2-e989f2d52a36" providerId="ADAL" clId="{60D34955-58AA-448D-AB0D-989AB19BD28A}" dt="2026-02-27T00:13:19.311" v="335"/>
          <ac:spMkLst>
            <pc:docMk/>
            <pc:sldMk cId="2227425507" sldId="498"/>
            <ac:spMk id="24" creationId="{F0C81A57-9CD5-461B-8FFE-4A8CB6CFBE01}"/>
          </ac:spMkLst>
        </pc:spChg>
        <pc:grpChg chg="add del">
          <ac:chgData name="Esther McCartney" userId="003ee287-b963-4216-80c2-e989f2d52a36" providerId="ADAL" clId="{60D34955-58AA-448D-AB0D-989AB19BD28A}" dt="2026-02-27T00:13:19.311" v="335"/>
          <ac:grpSpMkLst>
            <pc:docMk/>
            <pc:sldMk cId="2227425507" sldId="498"/>
            <ac:grpSpMk id="11" creationId="{C8E92A9B-56BB-484E-A885-6FF999C15FE7}"/>
          </ac:grpSpMkLst>
        </pc:grpChg>
        <pc:grpChg chg="add del">
          <ac:chgData name="Esther McCartney" userId="003ee287-b963-4216-80c2-e989f2d52a36" providerId="ADAL" clId="{60D34955-58AA-448D-AB0D-989AB19BD28A}" dt="2026-02-27T00:13:19.311" v="335"/>
          <ac:grpSpMkLst>
            <pc:docMk/>
            <pc:sldMk cId="2227425507" sldId="498"/>
            <ac:grpSpMk id="26" creationId="{3086C462-37F4-494D-8292-CCB95221CC1A}"/>
          </ac:grpSpMkLst>
        </pc:grpChg>
        <pc:cxnChg chg="add del">
          <ac:chgData name="Esther McCartney" userId="003ee287-b963-4216-80c2-e989f2d52a36" providerId="ADAL" clId="{60D34955-58AA-448D-AB0D-989AB19BD28A}" dt="2026-02-27T00:13:19.311" v="335"/>
          <ac:cxnSpMkLst>
            <pc:docMk/>
            <pc:sldMk cId="2227425507" sldId="498"/>
            <ac:cxnSpMk id="30" creationId="{AD23B2CD-009B-425A-9616-1E1AD1D5AB46}"/>
          </ac:cxnSpMkLst>
        </pc:cxnChg>
      </pc:sldChg>
      <pc:sldChg chg="modSp add mod">
        <pc:chgData name="Esther McCartney" userId="003ee287-b963-4216-80c2-e989f2d52a36" providerId="ADAL" clId="{60D34955-58AA-448D-AB0D-989AB19BD28A}" dt="2026-02-27T00:13:47.711" v="384" actId="20577"/>
        <pc:sldMkLst>
          <pc:docMk/>
          <pc:sldMk cId="2421122438" sldId="498"/>
        </pc:sldMkLst>
        <pc:spChg chg="mod">
          <ac:chgData name="Esther McCartney" userId="003ee287-b963-4216-80c2-e989f2d52a36" providerId="ADAL" clId="{60D34955-58AA-448D-AB0D-989AB19BD28A}" dt="2026-02-27T00:13:47.711" v="384" actId="20577"/>
          <ac:spMkLst>
            <pc:docMk/>
            <pc:sldMk cId="2421122438" sldId="498"/>
            <ac:spMk id="6" creationId="{9D81D9B5-B3AD-C56A-7714-EA8E7E9498E7}"/>
          </ac:spMkLst>
        </pc:spChg>
      </pc:sldChg>
      <pc:sldChg chg="addSp delSp add del setBg delDesignElem">
        <pc:chgData name="Esther McCartney" userId="003ee287-b963-4216-80c2-e989f2d52a36" providerId="ADAL" clId="{60D34955-58AA-448D-AB0D-989AB19BD28A}" dt="2026-02-27T00:13:24.935" v="374"/>
        <pc:sldMkLst>
          <pc:docMk/>
          <pc:sldMk cId="3319223051" sldId="498"/>
        </pc:sldMkLst>
        <pc:spChg chg="add del">
          <ac:chgData name="Esther McCartney" userId="003ee287-b963-4216-80c2-e989f2d52a36" providerId="ADAL" clId="{60D34955-58AA-448D-AB0D-989AB19BD28A}" dt="2026-02-27T00:13:24.935" v="374"/>
          <ac:spMkLst>
            <pc:docMk/>
            <pc:sldMk cId="3319223051" sldId="498"/>
            <ac:spMk id="20" creationId="{3E20E404-0173-46F6-9DC4-C960A5778302}"/>
          </ac:spMkLst>
        </pc:spChg>
        <pc:spChg chg="add del">
          <ac:chgData name="Esther McCartney" userId="003ee287-b963-4216-80c2-e989f2d52a36" providerId="ADAL" clId="{60D34955-58AA-448D-AB0D-989AB19BD28A}" dt="2026-02-27T00:13:24.935" v="374"/>
          <ac:spMkLst>
            <pc:docMk/>
            <pc:sldMk cId="3319223051" sldId="498"/>
            <ac:spMk id="22" creationId="{B219AE65-9B94-44EA-BEF3-EF4BFA169C81}"/>
          </ac:spMkLst>
        </pc:spChg>
        <pc:spChg chg="add del">
          <ac:chgData name="Esther McCartney" userId="003ee287-b963-4216-80c2-e989f2d52a36" providerId="ADAL" clId="{60D34955-58AA-448D-AB0D-989AB19BD28A}" dt="2026-02-27T00:13:24.935" v="374"/>
          <ac:spMkLst>
            <pc:docMk/>
            <pc:sldMk cId="3319223051" sldId="498"/>
            <ac:spMk id="24" creationId="{F0C81A57-9CD5-461B-8FFE-4A8CB6CFBE01}"/>
          </ac:spMkLst>
        </pc:spChg>
        <pc:grpChg chg="add del">
          <ac:chgData name="Esther McCartney" userId="003ee287-b963-4216-80c2-e989f2d52a36" providerId="ADAL" clId="{60D34955-58AA-448D-AB0D-989AB19BD28A}" dt="2026-02-27T00:13:24.935" v="374"/>
          <ac:grpSpMkLst>
            <pc:docMk/>
            <pc:sldMk cId="3319223051" sldId="498"/>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319223051" sldId="498"/>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319223051" sldId="498"/>
            <ac:cxnSpMk id="30" creationId="{AD23B2CD-009B-425A-9616-1E1AD1D5AB46}"/>
          </ac:cxnSpMkLst>
        </pc:cxnChg>
      </pc:sldChg>
      <pc:sldChg chg="addSp delSp add del setBg delDesignElem">
        <pc:chgData name="Esther McCartney" userId="003ee287-b963-4216-80c2-e989f2d52a36" providerId="ADAL" clId="{60D34955-58AA-448D-AB0D-989AB19BD28A}" dt="2026-02-27T00:13:54.279" v="385" actId="2696"/>
        <pc:sldMkLst>
          <pc:docMk/>
          <pc:sldMk cId="2666363505" sldId="499"/>
        </pc:sldMkLst>
        <pc:spChg chg="add del">
          <ac:chgData name="Esther McCartney" userId="003ee287-b963-4216-80c2-e989f2d52a36" providerId="ADAL" clId="{60D34955-58AA-448D-AB0D-989AB19BD28A}" dt="2026-02-27T00:13:24.935" v="374"/>
          <ac:spMkLst>
            <pc:docMk/>
            <pc:sldMk cId="2666363505" sldId="499"/>
            <ac:spMk id="20" creationId="{3E20E404-0173-46F6-9DC4-C960A5778302}"/>
          </ac:spMkLst>
        </pc:spChg>
        <pc:spChg chg="add del">
          <ac:chgData name="Esther McCartney" userId="003ee287-b963-4216-80c2-e989f2d52a36" providerId="ADAL" clId="{60D34955-58AA-448D-AB0D-989AB19BD28A}" dt="2026-02-27T00:13:24.935" v="374"/>
          <ac:spMkLst>
            <pc:docMk/>
            <pc:sldMk cId="2666363505" sldId="499"/>
            <ac:spMk id="22" creationId="{B219AE65-9B94-44EA-BEF3-EF4BFA169C81}"/>
          </ac:spMkLst>
        </pc:spChg>
        <pc:spChg chg="add del">
          <ac:chgData name="Esther McCartney" userId="003ee287-b963-4216-80c2-e989f2d52a36" providerId="ADAL" clId="{60D34955-58AA-448D-AB0D-989AB19BD28A}" dt="2026-02-27T00:13:24.935" v="374"/>
          <ac:spMkLst>
            <pc:docMk/>
            <pc:sldMk cId="2666363505" sldId="499"/>
            <ac:spMk id="24" creationId="{F0C81A57-9CD5-461B-8FFE-4A8CB6CFBE01}"/>
          </ac:spMkLst>
        </pc:spChg>
        <pc:grpChg chg="add del">
          <ac:chgData name="Esther McCartney" userId="003ee287-b963-4216-80c2-e989f2d52a36" providerId="ADAL" clId="{60D34955-58AA-448D-AB0D-989AB19BD28A}" dt="2026-02-27T00:13:24.935" v="374"/>
          <ac:grpSpMkLst>
            <pc:docMk/>
            <pc:sldMk cId="2666363505" sldId="499"/>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666363505" sldId="499"/>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666363505" sldId="499"/>
            <ac:cxnSpMk id="30" creationId="{AD23B2CD-009B-425A-9616-1E1AD1D5AB46}"/>
          </ac:cxnSpMkLst>
        </pc:cxnChg>
      </pc:sldChg>
      <pc:sldChg chg="addSp delSp add del setBg delDesignElem">
        <pc:chgData name="Esther McCartney" userId="003ee287-b963-4216-80c2-e989f2d52a36" providerId="ADAL" clId="{60D34955-58AA-448D-AB0D-989AB19BD28A}" dt="2026-02-27T00:26:57.141" v="886" actId="2696"/>
        <pc:sldMkLst>
          <pc:docMk/>
          <pc:sldMk cId="1976888935" sldId="500"/>
        </pc:sldMkLst>
        <pc:spChg chg="add del">
          <ac:chgData name="Esther McCartney" userId="003ee287-b963-4216-80c2-e989f2d52a36" providerId="ADAL" clId="{60D34955-58AA-448D-AB0D-989AB19BD28A}" dt="2026-02-27T00:13:24.935" v="374"/>
          <ac:spMkLst>
            <pc:docMk/>
            <pc:sldMk cId="1976888935" sldId="500"/>
            <ac:spMk id="20" creationId="{3E20E404-0173-46F6-9DC4-C960A5778302}"/>
          </ac:spMkLst>
        </pc:spChg>
        <pc:spChg chg="add del">
          <ac:chgData name="Esther McCartney" userId="003ee287-b963-4216-80c2-e989f2d52a36" providerId="ADAL" clId="{60D34955-58AA-448D-AB0D-989AB19BD28A}" dt="2026-02-27T00:13:24.935" v="374"/>
          <ac:spMkLst>
            <pc:docMk/>
            <pc:sldMk cId="1976888935" sldId="500"/>
            <ac:spMk id="22" creationId="{B219AE65-9B94-44EA-BEF3-EF4BFA169C81}"/>
          </ac:spMkLst>
        </pc:spChg>
        <pc:spChg chg="add del">
          <ac:chgData name="Esther McCartney" userId="003ee287-b963-4216-80c2-e989f2d52a36" providerId="ADAL" clId="{60D34955-58AA-448D-AB0D-989AB19BD28A}" dt="2026-02-27T00:13:24.935" v="374"/>
          <ac:spMkLst>
            <pc:docMk/>
            <pc:sldMk cId="1976888935" sldId="500"/>
            <ac:spMk id="24" creationId="{F0C81A57-9CD5-461B-8FFE-4A8CB6CFBE01}"/>
          </ac:spMkLst>
        </pc:spChg>
        <pc:grpChg chg="add del">
          <ac:chgData name="Esther McCartney" userId="003ee287-b963-4216-80c2-e989f2d52a36" providerId="ADAL" clId="{60D34955-58AA-448D-AB0D-989AB19BD28A}" dt="2026-02-27T00:13:24.935" v="374"/>
          <ac:grpSpMkLst>
            <pc:docMk/>
            <pc:sldMk cId="1976888935" sldId="500"/>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1976888935" sldId="500"/>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1976888935" sldId="500"/>
            <ac:cxnSpMk id="30" creationId="{AD23B2CD-009B-425A-9616-1E1AD1D5AB46}"/>
          </ac:cxnSpMkLst>
        </pc:cxnChg>
      </pc:sldChg>
      <pc:sldChg chg="addSp delSp add del setBg delDesignElem">
        <pc:chgData name="Esther McCartney" userId="003ee287-b963-4216-80c2-e989f2d52a36" providerId="ADAL" clId="{60D34955-58AA-448D-AB0D-989AB19BD28A}" dt="2026-02-27T00:26:57.141" v="886" actId="2696"/>
        <pc:sldMkLst>
          <pc:docMk/>
          <pc:sldMk cId="3190478313" sldId="501"/>
        </pc:sldMkLst>
        <pc:spChg chg="add del">
          <ac:chgData name="Esther McCartney" userId="003ee287-b963-4216-80c2-e989f2d52a36" providerId="ADAL" clId="{60D34955-58AA-448D-AB0D-989AB19BD28A}" dt="2026-02-27T00:13:24.935" v="374"/>
          <ac:spMkLst>
            <pc:docMk/>
            <pc:sldMk cId="3190478313" sldId="501"/>
            <ac:spMk id="20" creationId="{3E20E404-0173-46F6-9DC4-C960A5778302}"/>
          </ac:spMkLst>
        </pc:spChg>
        <pc:spChg chg="add del">
          <ac:chgData name="Esther McCartney" userId="003ee287-b963-4216-80c2-e989f2d52a36" providerId="ADAL" clId="{60D34955-58AA-448D-AB0D-989AB19BD28A}" dt="2026-02-27T00:13:24.935" v="374"/>
          <ac:spMkLst>
            <pc:docMk/>
            <pc:sldMk cId="3190478313" sldId="501"/>
            <ac:spMk id="22" creationId="{B219AE65-9B94-44EA-BEF3-EF4BFA169C81}"/>
          </ac:spMkLst>
        </pc:spChg>
        <pc:spChg chg="add del">
          <ac:chgData name="Esther McCartney" userId="003ee287-b963-4216-80c2-e989f2d52a36" providerId="ADAL" clId="{60D34955-58AA-448D-AB0D-989AB19BD28A}" dt="2026-02-27T00:13:24.935" v="374"/>
          <ac:spMkLst>
            <pc:docMk/>
            <pc:sldMk cId="3190478313" sldId="501"/>
            <ac:spMk id="24" creationId="{F0C81A57-9CD5-461B-8FFE-4A8CB6CFBE01}"/>
          </ac:spMkLst>
        </pc:spChg>
        <pc:grpChg chg="add del">
          <ac:chgData name="Esther McCartney" userId="003ee287-b963-4216-80c2-e989f2d52a36" providerId="ADAL" clId="{60D34955-58AA-448D-AB0D-989AB19BD28A}" dt="2026-02-27T00:13:24.935" v="374"/>
          <ac:grpSpMkLst>
            <pc:docMk/>
            <pc:sldMk cId="3190478313" sldId="501"/>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190478313" sldId="501"/>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190478313" sldId="501"/>
            <ac:cxnSpMk id="30" creationId="{AD23B2CD-009B-425A-9616-1E1AD1D5AB46}"/>
          </ac:cxnSpMkLst>
        </pc:cxnChg>
      </pc:sldChg>
      <pc:sldChg chg="addSp delSp add del setBg delDesignElem">
        <pc:chgData name="Esther McCartney" userId="003ee287-b963-4216-80c2-e989f2d52a36" providerId="ADAL" clId="{60D34955-58AA-448D-AB0D-989AB19BD28A}" dt="2026-02-27T00:13:29.740" v="375"/>
        <pc:sldMkLst>
          <pc:docMk/>
          <pc:sldMk cId="863380577" sldId="502"/>
        </pc:sldMkLst>
        <pc:spChg chg="add del">
          <ac:chgData name="Esther McCartney" userId="003ee287-b963-4216-80c2-e989f2d52a36" providerId="ADAL" clId="{60D34955-58AA-448D-AB0D-989AB19BD28A}" dt="2026-02-27T00:13:24.935" v="374"/>
          <ac:spMkLst>
            <pc:docMk/>
            <pc:sldMk cId="863380577" sldId="502"/>
            <ac:spMk id="20" creationId="{3E20E404-0173-46F6-9DC4-C960A5778302}"/>
          </ac:spMkLst>
        </pc:spChg>
        <pc:spChg chg="add del">
          <ac:chgData name="Esther McCartney" userId="003ee287-b963-4216-80c2-e989f2d52a36" providerId="ADAL" clId="{60D34955-58AA-448D-AB0D-989AB19BD28A}" dt="2026-02-27T00:13:24.935" v="374"/>
          <ac:spMkLst>
            <pc:docMk/>
            <pc:sldMk cId="863380577" sldId="502"/>
            <ac:spMk id="22" creationId="{B219AE65-9B94-44EA-BEF3-EF4BFA169C81}"/>
          </ac:spMkLst>
        </pc:spChg>
        <pc:spChg chg="add del">
          <ac:chgData name="Esther McCartney" userId="003ee287-b963-4216-80c2-e989f2d52a36" providerId="ADAL" clId="{60D34955-58AA-448D-AB0D-989AB19BD28A}" dt="2026-02-27T00:13:24.935" v="374"/>
          <ac:spMkLst>
            <pc:docMk/>
            <pc:sldMk cId="863380577" sldId="502"/>
            <ac:spMk id="24" creationId="{F0C81A57-9CD5-461B-8FFE-4A8CB6CFBE01}"/>
          </ac:spMkLst>
        </pc:spChg>
        <pc:grpChg chg="add del">
          <ac:chgData name="Esther McCartney" userId="003ee287-b963-4216-80c2-e989f2d52a36" providerId="ADAL" clId="{60D34955-58AA-448D-AB0D-989AB19BD28A}" dt="2026-02-27T00:13:24.935" v="374"/>
          <ac:grpSpMkLst>
            <pc:docMk/>
            <pc:sldMk cId="863380577" sldId="502"/>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863380577" sldId="502"/>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863380577" sldId="502"/>
            <ac:cxnSpMk id="30" creationId="{AD23B2CD-009B-425A-9616-1E1AD1D5AB46}"/>
          </ac:cxnSpMkLst>
        </pc:cxnChg>
      </pc:sldChg>
      <pc:sldChg chg="addSp delSp add del setBg delDesignElem">
        <pc:chgData name="Esther McCartney" userId="003ee287-b963-4216-80c2-e989f2d52a36" providerId="ADAL" clId="{60D34955-58AA-448D-AB0D-989AB19BD28A}" dt="2026-02-27T00:14:12.396" v="386" actId="2696"/>
        <pc:sldMkLst>
          <pc:docMk/>
          <pc:sldMk cId="56788896" sldId="503"/>
        </pc:sldMkLst>
        <pc:spChg chg="add del">
          <ac:chgData name="Esther McCartney" userId="003ee287-b963-4216-80c2-e989f2d52a36" providerId="ADAL" clId="{60D34955-58AA-448D-AB0D-989AB19BD28A}" dt="2026-02-27T00:13:24.935" v="374"/>
          <ac:spMkLst>
            <pc:docMk/>
            <pc:sldMk cId="56788896" sldId="503"/>
            <ac:spMk id="20" creationId="{3E20E404-0173-46F6-9DC4-C960A5778302}"/>
          </ac:spMkLst>
        </pc:spChg>
        <pc:spChg chg="add del">
          <ac:chgData name="Esther McCartney" userId="003ee287-b963-4216-80c2-e989f2d52a36" providerId="ADAL" clId="{60D34955-58AA-448D-AB0D-989AB19BD28A}" dt="2026-02-27T00:13:24.935" v="374"/>
          <ac:spMkLst>
            <pc:docMk/>
            <pc:sldMk cId="56788896" sldId="503"/>
            <ac:spMk id="22" creationId="{B219AE65-9B94-44EA-BEF3-EF4BFA169C81}"/>
          </ac:spMkLst>
        </pc:spChg>
        <pc:spChg chg="add del">
          <ac:chgData name="Esther McCartney" userId="003ee287-b963-4216-80c2-e989f2d52a36" providerId="ADAL" clId="{60D34955-58AA-448D-AB0D-989AB19BD28A}" dt="2026-02-27T00:13:24.935" v="374"/>
          <ac:spMkLst>
            <pc:docMk/>
            <pc:sldMk cId="56788896" sldId="503"/>
            <ac:spMk id="24" creationId="{F0C81A57-9CD5-461B-8FFE-4A8CB6CFBE01}"/>
          </ac:spMkLst>
        </pc:spChg>
        <pc:grpChg chg="add del">
          <ac:chgData name="Esther McCartney" userId="003ee287-b963-4216-80c2-e989f2d52a36" providerId="ADAL" clId="{60D34955-58AA-448D-AB0D-989AB19BD28A}" dt="2026-02-27T00:13:24.935" v="374"/>
          <ac:grpSpMkLst>
            <pc:docMk/>
            <pc:sldMk cId="56788896" sldId="503"/>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56788896" sldId="503"/>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56788896" sldId="503"/>
            <ac:cxnSpMk id="30" creationId="{AD23B2CD-009B-425A-9616-1E1AD1D5AB46}"/>
          </ac:cxnSpMkLst>
        </pc:cxnChg>
      </pc:sldChg>
      <pc:sldChg chg="addSp delSp add del setBg delDesignElem">
        <pc:chgData name="Esther McCartney" userId="003ee287-b963-4216-80c2-e989f2d52a36" providerId="ADAL" clId="{60D34955-58AA-448D-AB0D-989AB19BD28A}" dt="2026-02-27T00:14:29.943" v="388" actId="2696"/>
        <pc:sldMkLst>
          <pc:docMk/>
          <pc:sldMk cId="1301362715" sldId="504"/>
        </pc:sldMkLst>
        <pc:spChg chg="add del">
          <ac:chgData name="Esther McCartney" userId="003ee287-b963-4216-80c2-e989f2d52a36" providerId="ADAL" clId="{60D34955-58AA-448D-AB0D-989AB19BD28A}" dt="2026-02-27T00:13:24.935" v="374"/>
          <ac:spMkLst>
            <pc:docMk/>
            <pc:sldMk cId="1301362715" sldId="504"/>
            <ac:spMk id="20" creationId="{3E20E404-0173-46F6-9DC4-C960A5778302}"/>
          </ac:spMkLst>
        </pc:spChg>
        <pc:spChg chg="add del">
          <ac:chgData name="Esther McCartney" userId="003ee287-b963-4216-80c2-e989f2d52a36" providerId="ADAL" clId="{60D34955-58AA-448D-AB0D-989AB19BD28A}" dt="2026-02-27T00:13:24.935" v="374"/>
          <ac:spMkLst>
            <pc:docMk/>
            <pc:sldMk cId="1301362715" sldId="504"/>
            <ac:spMk id="22" creationId="{B219AE65-9B94-44EA-BEF3-EF4BFA169C81}"/>
          </ac:spMkLst>
        </pc:spChg>
        <pc:spChg chg="add del">
          <ac:chgData name="Esther McCartney" userId="003ee287-b963-4216-80c2-e989f2d52a36" providerId="ADAL" clId="{60D34955-58AA-448D-AB0D-989AB19BD28A}" dt="2026-02-27T00:13:24.935" v="374"/>
          <ac:spMkLst>
            <pc:docMk/>
            <pc:sldMk cId="1301362715" sldId="504"/>
            <ac:spMk id="24" creationId="{F0C81A57-9CD5-461B-8FFE-4A8CB6CFBE01}"/>
          </ac:spMkLst>
        </pc:spChg>
        <pc:grpChg chg="add del">
          <ac:chgData name="Esther McCartney" userId="003ee287-b963-4216-80c2-e989f2d52a36" providerId="ADAL" clId="{60D34955-58AA-448D-AB0D-989AB19BD28A}" dt="2026-02-27T00:13:24.935" v="374"/>
          <ac:grpSpMkLst>
            <pc:docMk/>
            <pc:sldMk cId="1301362715" sldId="504"/>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1301362715" sldId="504"/>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1301362715" sldId="504"/>
            <ac:cxnSpMk id="30" creationId="{AD23B2CD-009B-425A-9616-1E1AD1D5AB46}"/>
          </ac:cxnSpMkLst>
        </pc:cxnChg>
      </pc:sldChg>
      <pc:sldChg chg="addSp delSp add del setBg delDesignElem">
        <pc:chgData name="Esther McCartney" userId="003ee287-b963-4216-80c2-e989f2d52a36" providerId="ADAL" clId="{60D34955-58AA-448D-AB0D-989AB19BD28A}" dt="2026-02-27T00:14:25.091" v="387" actId="2696"/>
        <pc:sldMkLst>
          <pc:docMk/>
          <pc:sldMk cId="4065118982" sldId="505"/>
        </pc:sldMkLst>
        <pc:spChg chg="add del">
          <ac:chgData name="Esther McCartney" userId="003ee287-b963-4216-80c2-e989f2d52a36" providerId="ADAL" clId="{60D34955-58AA-448D-AB0D-989AB19BD28A}" dt="2026-02-27T00:13:24.935" v="374"/>
          <ac:spMkLst>
            <pc:docMk/>
            <pc:sldMk cId="4065118982" sldId="505"/>
            <ac:spMk id="20" creationId="{3E20E404-0173-46F6-9DC4-C960A5778302}"/>
          </ac:spMkLst>
        </pc:spChg>
        <pc:spChg chg="add del">
          <ac:chgData name="Esther McCartney" userId="003ee287-b963-4216-80c2-e989f2d52a36" providerId="ADAL" clId="{60D34955-58AA-448D-AB0D-989AB19BD28A}" dt="2026-02-27T00:13:24.935" v="374"/>
          <ac:spMkLst>
            <pc:docMk/>
            <pc:sldMk cId="4065118982" sldId="505"/>
            <ac:spMk id="22" creationId="{B219AE65-9B94-44EA-BEF3-EF4BFA169C81}"/>
          </ac:spMkLst>
        </pc:spChg>
        <pc:spChg chg="add del">
          <ac:chgData name="Esther McCartney" userId="003ee287-b963-4216-80c2-e989f2d52a36" providerId="ADAL" clId="{60D34955-58AA-448D-AB0D-989AB19BD28A}" dt="2026-02-27T00:13:24.935" v="374"/>
          <ac:spMkLst>
            <pc:docMk/>
            <pc:sldMk cId="4065118982" sldId="505"/>
            <ac:spMk id="24" creationId="{F0C81A57-9CD5-461B-8FFE-4A8CB6CFBE01}"/>
          </ac:spMkLst>
        </pc:spChg>
        <pc:grpChg chg="add del">
          <ac:chgData name="Esther McCartney" userId="003ee287-b963-4216-80c2-e989f2d52a36" providerId="ADAL" clId="{60D34955-58AA-448D-AB0D-989AB19BD28A}" dt="2026-02-27T00:13:24.935" v="374"/>
          <ac:grpSpMkLst>
            <pc:docMk/>
            <pc:sldMk cId="4065118982" sldId="505"/>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4065118982" sldId="505"/>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4065118982" sldId="505"/>
            <ac:cxnSpMk id="30" creationId="{AD23B2CD-009B-425A-9616-1E1AD1D5AB46}"/>
          </ac:cxnSpMkLst>
        </pc:cxnChg>
      </pc:sldChg>
      <pc:sldChg chg="addSp delSp add del setBg delDesignElem">
        <pc:chgData name="Esther McCartney" userId="003ee287-b963-4216-80c2-e989f2d52a36" providerId="ADAL" clId="{60D34955-58AA-448D-AB0D-989AB19BD28A}" dt="2026-02-27T00:14:44.983" v="389" actId="2696"/>
        <pc:sldMkLst>
          <pc:docMk/>
          <pc:sldMk cId="3349691774" sldId="506"/>
        </pc:sldMkLst>
        <pc:spChg chg="add del">
          <ac:chgData name="Esther McCartney" userId="003ee287-b963-4216-80c2-e989f2d52a36" providerId="ADAL" clId="{60D34955-58AA-448D-AB0D-989AB19BD28A}" dt="2026-02-27T00:13:24.935" v="374"/>
          <ac:spMkLst>
            <pc:docMk/>
            <pc:sldMk cId="3349691774" sldId="506"/>
            <ac:spMk id="20" creationId="{3E20E404-0173-46F6-9DC4-C960A5778302}"/>
          </ac:spMkLst>
        </pc:spChg>
        <pc:spChg chg="add del">
          <ac:chgData name="Esther McCartney" userId="003ee287-b963-4216-80c2-e989f2d52a36" providerId="ADAL" clId="{60D34955-58AA-448D-AB0D-989AB19BD28A}" dt="2026-02-27T00:13:24.935" v="374"/>
          <ac:spMkLst>
            <pc:docMk/>
            <pc:sldMk cId="3349691774" sldId="506"/>
            <ac:spMk id="22" creationId="{B219AE65-9B94-44EA-BEF3-EF4BFA169C81}"/>
          </ac:spMkLst>
        </pc:spChg>
        <pc:spChg chg="add del">
          <ac:chgData name="Esther McCartney" userId="003ee287-b963-4216-80c2-e989f2d52a36" providerId="ADAL" clId="{60D34955-58AA-448D-AB0D-989AB19BD28A}" dt="2026-02-27T00:13:24.935" v="374"/>
          <ac:spMkLst>
            <pc:docMk/>
            <pc:sldMk cId="3349691774" sldId="506"/>
            <ac:spMk id="24" creationId="{F0C81A57-9CD5-461B-8FFE-4A8CB6CFBE01}"/>
          </ac:spMkLst>
        </pc:spChg>
        <pc:grpChg chg="add del">
          <ac:chgData name="Esther McCartney" userId="003ee287-b963-4216-80c2-e989f2d52a36" providerId="ADAL" clId="{60D34955-58AA-448D-AB0D-989AB19BD28A}" dt="2026-02-27T00:13:24.935" v="374"/>
          <ac:grpSpMkLst>
            <pc:docMk/>
            <pc:sldMk cId="3349691774" sldId="506"/>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349691774" sldId="506"/>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349691774" sldId="506"/>
            <ac:cxnSpMk id="30" creationId="{AD23B2CD-009B-425A-9616-1E1AD1D5AB46}"/>
          </ac:cxnSpMkLst>
        </pc:cxnChg>
      </pc:sldChg>
      <pc:sldChg chg="addSp delSp add del setBg delDesignElem">
        <pc:chgData name="Esther McCartney" userId="003ee287-b963-4216-80c2-e989f2d52a36" providerId="ADAL" clId="{60D34955-58AA-448D-AB0D-989AB19BD28A}" dt="2026-02-27T00:14:53.529" v="391" actId="2696"/>
        <pc:sldMkLst>
          <pc:docMk/>
          <pc:sldMk cId="147657423" sldId="507"/>
        </pc:sldMkLst>
        <pc:spChg chg="add del">
          <ac:chgData name="Esther McCartney" userId="003ee287-b963-4216-80c2-e989f2d52a36" providerId="ADAL" clId="{60D34955-58AA-448D-AB0D-989AB19BD28A}" dt="2026-02-27T00:13:24.935" v="374"/>
          <ac:spMkLst>
            <pc:docMk/>
            <pc:sldMk cId="147657423" sldId="507"/>
            <ac:spMk id="20" creationId="{3E20E404-0173-46F6-9DC4-C960A5778302}"/>
          </ac:spMkLst>
        </pc:spChg>
        <pc:spChg chg="add del">
          <ac:chgData name="Esther McCartney" userId="003ee287-b963-4216-80c2-e989f2d52a36" providerId="ADAL" clId="{60D34955-58AA-448D-AB0D-989AB19BD28A}" dt="2026-02-27T00:13:24.935" v="374"/>
          <ac:spMkLst>
            <pc:docMk/>
            <pc:sldMk cId="147657423" sldId="507"/>
            <ac:spMk id="22" creationId="{B219AE65-9B94-44EA-BEF3-EF4BFA169C81}"/>
          </ac:spMkLst>
        </pc:spChg>
        <pc:spChg chg="add del">
          <ac:chgData name="Esther McCartney" userId="003ee287-b963-4216-80c2-e989f2d52a36" providerId="ADAL" clId="{60D34955-58AA-448D-AB0D-989AB19BD28A}" dt="2026-02-27T00:13:24.935" v="374"/>
          <ac:spMkLst>
            <pc:docMk/>
            <pc:sldMk cId="147657423" sldId="507"/>
            <ac:spMk id="24" creationId="{F0C81A57-9CD5-461B-8FFE-4A8CB6CFBE01}"/>
          </ac:spMkLst>
        </pc:spChg>
        <pc:grpChg chg="add del">
          <ac:chgData name="Esther McCartney" userId="003ee287-b963-4216-80c2-e989f2d52a36" providerId="ADAL" clId="{60D34955-58AA-448D-AB0D-989AB19BD28A}" dt="2026-02-27T00:13:24.935" v="374"/>
          <ac:grpSpMkLst>
            <pc:docMk/>
            <pc:sldMk cId="147657423" sldId="507"/>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147657423" sldId="507"/>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147657423" sldId="507"/>
            <ac:cxnSpMk id="30" creationId="{AD23B2CD-009B-425A-9616-1E1AD1D5AB46}"/>
          </ac:cxnSpMkLst>
        </pc:cxnChg>
      </pc:sldChg>
      <pc:sldChg chg="addSp delSp modSp add del mod setBg delDesignElem">
        <pc:chgData name="Esther McCartney" userId="003ee287-b963-4216-80c2-e989f2d52a36" providerId="ADAL" clId="{60D34955-58AA-448D-AB0D-989AB19BD28A}" dt="2026-02-27T00:15:42.116" v="414" actId="403"/>
        <pc:sldMkLst>
          <pc:docMk/>
          <pc:sldMk cId="4184839835" sldId="508"/>
        </pc:sldMkLst>
        <pc:spChg chg="mod">
          <ac:chgData name="Esther McCartney" userId="003ee287-b963-4216-80c2-e989f2d52a36" providerId="ADAL" clId="{60D34955-58AA-448D-AB0D-989AB19BD28A}" dt="2026-02-27T00:15:42.116" v="414" actId="403"/>
          <ac:spMkLst>
            <pc:docMk/>
            <pc:sldMk cId="4184839835" sldId="508"/>
            <ac:spMk id="3" creationId="{3E735150-9828-4453-F8F1-B7371D749792}"/>
          </ac:spMkLst>
        </pc:spChg>
        <pc:spChg chg="mod">
          <ac:chgData name="Esther McCartney" userId="003ee287-b963-4216-80c2-e989f2d52a36" providerId="ADAL" clId="{60D34955-58AA-448D-AB0D-989AB19BD28A}" dt="2026-02-27T00:15:37.395" v="407" actId="20577"/>
          <ac:spMkLst>
            <pc:docMk/>
            <pc:sldMk cId="4184839835" sldId="508"/>
            <ac:spMk id="6" creationId="{9D81D9B5-B3AD-C56A-7714-EA8E7E9498E7}"/>
          </ac:spMkLst>
        </pc:spChg>
        <pc:spChg chg="add del">
          <ac:chgData name="Esther McCartney" userId="003ee287-b963-4216-80c2-e989f2d52a36" providerId="ADAL" clId="{60D34955-58AA-448D-AB0D-989AB19BD28A}" dt="2026-02-27T00:13:24.935" v="374"/>
          <ac:spMkLst>
            <pc:docMk/>
            <pc:sldMk cId="4184839835" sldId="508"/>
            <ac:spMk id="20" creationId="{3E20E404-0173-46F6-9DC4-C960A5778302}"/>
          </ac:spMkLst>
        </pc:spChg>
        <pc:spChg chg="add del">
          <ac:chgData name="Esther McCartney" userId="003ee287-b963-4216-80c2-e989f2d52a36" providerId="ADAL" clId="{60D34955-58AA-448D-AB0D-989AB19BD28A}" dt="2026-02-27T00:13:24.935" v="374"/>
          <ac:spMkLst>
            <pc:docMk/>
            <pc:sldMk cId="4184839835" sldId="508"/>
            <ac:spMk id="22" creationId="{B219AE65-9B94-44EA-BEF3-EF4BFA169C81}"/>
          </ac:spMkLst>
        </pc:spChg>
        <pc:spChg chg="add del">
          <ac:chgData name="Esther McCartney" userId="003ee287-b963-4216-80c2-e989f2d52a36" providerId="ADAL" clId="{60D34955-58AA-448D-AB0D-989AB19BD28A}" dt="2026-02-27T00:13:24.935" v="374"/>
          <ac:spMkLst>
            <pc:docMk/>
            <pc:sldMk cId="4184839835" sldId="508"/>
            <ac:spMk id="24" creationId="{F0C81A57-9CD5-461B-8FFE-4A8CB6CFBE01}"/>
          </ac:spMkLst>
        </pc:spChg>
        <pc:grpChg chg="add del">
          <ac:chgData name="Esther McCartney" userId="003ee287-b963-4216-80c2-e989f2d52a36" providerId="ADAL" clId="{60D34955-58AA-448D-AB0D-989AB19BD28A}" dt="2026-02-27T00:13:24.935" v="374"/>
          <ac:grpSpMkLst>
            <pc:docMk/>
            <pc:sldMk cId="4184839835" sldId="508"/>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4184839835" sldId="508"/>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4184839835" sldId="508"/>
            <ac:cxnSpMk id="30" creationId="{AD23B2CD-009B-425A-9616-1E1AD1D5AB46}"/>
          </ac:cxnSpMkLst>
        </pc:cxnChg>
      </pc:sldChg>
      <pc:sldChg chg="addSp delSp add del setBg delDesignElem">
        <pc:chgData name="Esther McCartney" userId="003ee287-b963-4216-80c2-e989f2d52a36" providerId="ADAL" clId="{60D34955-58AA-448D-AB0D-989AB19BD28A}" dt="2026-02-27T00:15:52.514" v="415" actId="2696"/>
        <pc:sldMkLst>
          <pc:docMk/>
          <pc:sldMk cId="3790678583" sldId="509"/>
        </pc:sldMkLst>
        <pc:spChg chg="add del">
          <ac:chgData name="Esther McCartney" userId="003ee287-b963-4216-80c2-e989f2d52a36" providerId="ADAL" clId="{60D34955-58AA-448D-AB0D-989AB19BD28A}" dt="2026-02-27T00:13:24.935" v="374"/>
          <ac:spMkLst>
            <pc:docMk/>
            <pc:sldMk cId="3790678583" sldId="509"/>
            <ac:spMk id="20" creationId="{3E20E404-0173-46F6-9DC4-C960A5778302}"/>
          </ac:spMkLst>
        </pc:spChg>
        <pc:spChg chg="add del">
          <ac:chgData name="Esther McCartney" userId="003ee287-b963-4216-80c2-e989f2d52a36" providerId="ADAL" clId="{60D34955-58AA-448D-AB0D-989AB19BD28A}" dt="2026-02-27T00:13:24.935" v="374"/>
          <ac:spMkLst>
            <pc:docMk/>
            <pc:sldMk cId="3790678583" sldId="509"/>
            <ac:spMk id="22" creationId="{712E451E-151A-4910-BF41-6A040B65982B}"/>
          </ac:spMkLst>
        </pc:spChg>
        <pc:spChg chg="add del">
          <ac:chgData name="Esther McCartney" userId="003ee287-b963-4216-80c2-e989f2d52a36" providerId="ADAL" clId="{60D34955-58AA-448D-AB0D-989AB19BD28A}" dt="2026-02-27T00:13:24.935" v="374"/>
          <ac:spMkLst>
            <pc:docMk/>
            <pc:sldMk cId="3790678583" sldId="509"/>
            <ac:spMk id="24" creationId="{C296EFE4-A70C-4388-9A15-3F657B6615FD}"/>
          </ac:spMkLst>
        </pc:spChg>
        <pc:spChg chg="add del">
          <ac:chgData name="Esther McCartney" userId="003ee287-b963-4216-80c2-e989f2d52a36" providerId="ADAL" clId="{60D34955-58AA-448D-AB0D-989AB19BD28A}" dt="2026-02-27T00:13:24.935" v="374"/>
          <ac:spMkLst>
            <pc:docMk/>
            <pc:sldMk cId="3790678583" sldId="509"/>
            <ac:spMk id="26" creationId="{425EBAFC-9388-432A-BCFD-EEA2F410D8EC}"/>
          </ac:spMkLst>
        </pc:spChg>
        <pc:grpChg chg="add del">
          <ac:chgData name="Esther McCartney" userId="003ee287-b963-4216-80c2-e989f2d52a36" providerId="ADAL" clId="{60D34955-58AA-448D-AB0D-989AB19BD28A}" dt="2026-02-27T00:13:24.935" v="374"/>
          <ac:grpSpMkLst>
            <pc:docMk/>
            <pc:sldMk cId="3790678583" sldId="509"/>
            <ac:grpSpMk id="11" creationId="{C8E92A9B-56BB-484E-A885-6FF999C15FE7}"/>
          </ac:grpSpMkLst>
        </pc:grpChg>
      </pc:sldChg>
      <pc:sldChg chg="addSp delSp add del setBg delDesignElem">
        <pc:chgData name="Esther McCartney" userId="003ee287-b963-4216-80c2-e989f2d52a36" providerId="ADAL" clId="{60D34955-58AA-448D-AB0D-989AB19BD28A}" dt="2026-02-27T00:19:18.141" v="633" actId="2696"/>
        <pc:sldMkLst>
          <pc:docMk/>
          <pc:sldMk cId="291778844" sldId="510"/>
        </pc:sldMkLst>
        <pc:spChg chg="add del">
          <ac:chgData name="Esther McCartney" userId="003ee287-b963-4216-80c2-e989f2d52a36" providerId="ADAL" clId="{60D34955-58AA-448D-AB0D-989AB19BD28A}" dt="2026-02-27T00:13:24.935" v="374"/>
          <ac:spMkLst>
            <pc:docMk/>
            <pc:sldMk cId="291778844" sldId="510"/>
            <ac:spMk id="20" creationId="{3E20E404-0173-46F6-9DC4-C960A5778302}"/>
          </ac:spMkLst>
        </pc:spChg>
        <pc:spChg chg="add del">
          <ac:chgData name="Esther McCartney" userId="003ee287-b963-4216-80c2-e989f2d52a36" providerId="ADAL" clId="{60D34955-58AA-448D-AB0D-989AB19BD28A}" dt="2026-02-27T00:13:24.935" v="374"/>
          <ac:spMkLst>
            <pc:docMk/>
            <pc:sldMk cId="291778844" sldId="510"/>
            <ac:spMk id="22" creationId="{B219AE65-9B94-44EA-BEF3-EF4BFA169C81}"/>
          </ac:spMkLst>
        </pc:spChg>
        <pc:spChg chg="add del">
          <ac:chgData name="Esther McCartney" userId="003ee287-b963-4216-80c2-e989f2d52a36" providerId="ADAL" clId="{60D34955-58AA-448D-AB0D-989AB19BD28A}" dt="2026-02-27T00:13:24.935" v="374"/>
          <ac:spMkLst>
            <pc:docMk/>
            <pc:sldMk cId="291778844" sldId="510"/>
            <ac:spMk id="24" creationId="{F0C81A57-9CD5-461B-8FFE-4A8CB6CFBE01}"/>
          </ac:spMkLst>
        </pc:spChg>
        <pc:grpChg chg="add del">
          <ac:chgData name="Esther McCartney" userId="003ee287-b963-4216-80c2-e989f2d52a36" providerId="ADAL" clId="{60D34955-58AA-448D-AB0D-989AB19BD28A}" dt="2026-02-27T00:13:24.935" v="374"/>
          <ac:grpSpMkLst>
            <pc:docMk/>
            <pc:sldMk cId="291778844" sldId="510"/>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91778844" sldId="510"/>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91778844" sldId="510"/>
            <ac:cxnSpMk id="30" creationId="{AD23B2CD-009B-425A-9616-1E1AD1D5AB46}"/>
          </ac:cxnSpMkLst>
        </pc:cxnChg>
      </pc:sldChg>
      <pc:sldChg chg="addSp delSp add del setBg delDesignElem">
        <pc:chgData name="Esther McCartney" userId="003ee287-b963-4216-80c2-e989f2d52a36" providerId="ADAL" clId="{60D34955-58AA-448D-AB0D-989AB19BD28A}" dt="2026-02-27T00:19:45.145" v="634" actId="2696"/>
        <pc:sldMkLst>
          <pc:docMk/>
          <pc:sldMk cId="3170625386" sldId="511"/>
        </pc:sldMkLst>
        <pc:spChg chg="add del">
          <ac:chgData name="Esther McCartney" userId="003ee287-b963-4216-80c2-e989f2d52a36" providerId="ADAL" clId="{60D34955-58AA-448D-AB0D-989AB19BD28A}" dt="2026-02-27T00:13:24.935" v="374"/>
          <ac:spMkLst>
            <pc:docMk/>
            <pc:sldMk cId="3170625386" sldId="511"/>
            <ac:spMk id="20" creationId="{3E20E404-0173-46F6-9DC4-C960A5778302}"/>
          </ac:spMkLst>
        </pc:spChg>
        <pc:spChg chg="add del">
          <ac:chgData name="Esther McCartney" userId="003ee287-b963-4216-80c2-e989f2d52a36" providerId="ADAL" clId="{60D34955-58AA-448D-AB0D-989AB19BD28A}" dt="2026-02-27T00:13:24.935" v="374"/>
          <ac:spMkLst>
            <pc:docMk/>
            <pc:sldMk cId="3170625386" sldId="511"/>
            <ac:spMk id="22" creationId="{B219AE65-9B94-44EA-BEF3-EF4BFA169C81}"/>
          </ac:spMkLst>
        </pc:spChg>
        <pc:spChg chg="add del">
          <ac:chgData name="Esther McCartney" userId="003ee287-b963-4216-80c2-e989f2d52a36" providerId="ADAL" clId="{60D34955-58AA-448D-AB0D-989AB19BD28A}" dt="2026-02-27T00:13:24.935" v="374"/>
          <ac:spMkLst>
            <pc:docMk/>
            <pc:sldMk cId="3170625386" sldId="511"/>
            <ac:spMk id="24" creationId="{F0C81A57-9CD5-461B-8FFE-4A8CB6CFBE01}"/>
          </ac:spMkLst>
        </pc:spChg>
        <pc:grpChg chg="add del">
          <ac:chgData name="Esther McCartney" userId="003ee287-b963-4216-80c2-e989f2d52a36" providerId="ADAL" clId="{60D34955-58AA-448D-AB0D-989AB19BD28A}" dt="2026-02-27T00:13:24.935" v="374"/>
          <ac:grpSpMkLst>
            <pc:docMk/>
            <pc:sldMk cId="3170625386" sldId="511"/>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170625386" sldId="511"/>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170625386" sldId="511"/>
            <ac:cxnSpMk id="30" creationId="{AD23B2CD-009B-425A-9616-1E1AD1D5AB46}"/>
          </ac:cxnSpMkLst>
        </pc:cxnChg>
      </pc:sldChg>
      <pc:sldChg chg="addSp delSp add del setBg delDesignElem">
        <pc:chgData name="Esther McCartney" userId="003ee287-b963-4216-80c2-e989f2d52a36" providerId="ADAL" clId="{60D34955-58AA-448D-AB0D-989AB19BD28A}" dt="2026-02-27T00:20:01.263" v="655" actId="2696"/>
        <pc:sldMkLst>
          <pc:docMk/>
          <pc:sldMk cId="3281812510" sldId="512"/>
        </pc:sldMkLst>
        <pc:spChg chg="add del">
          <ac:chgData name="Esther McCartney" userId="003ee287-b963-4216-80c2-e989f2d52a36" providerId="ADAL" clId="{60D34955-58AA-448D-AB0D-989AB19BD28A}" dt="2026-02-27T00:13:24.935" v="374"/>
          <ac:spMkLst>
            <pc:docMk/>
            <pc:sldMk cId="3281812510" sldId="512"/>
            <ac:spMk id="20" creationId="{3E20E404-0173-46F6-9DC4-C960A5778302}"/>
          </ac:spMkLst>
        </pc:spChg>
        <pc:spChg chg="add del">
          <ac:chgData name="Esther McCartney" userId="003ee287-b963-4216-80c2-e989f2d52a36" providerId="ADAL" clId="{60D34955-58AA-448D-AB0D-989AB19BD28A}" dt="2026-02-27T00:13:24.935" v="374"/>
          <ac:spMkLst>
            <pc:docMk/>
            <pc:sldMk cId="3281812510" sldId="512"/>
            <ac:spMk id="22" creationId="{712E451E-151A-4910-BF41-6A040B65982B}"/>
          </ac:spMkLst>
        </pc:spChg>
        <pc:spChg chg="add del">
          <ac:chgData name="Esther McCartney" userId="003ee287-b963-4216-80c2-e989f2d52a36" providerId="ADAL" clId="{60D34955-58AA-448D-AB0D-989AB19BD28A}" dt="2026-02-27T00:13:24.935" v="374"/>
          <ac:spMkLst>
            <pc:docMk/>
            <pc:sldMk cId="3281812510" sldId="512"/>
            <ac:spMk id="24" creationId="{C296EFE4-A70C-4388-9A15-3F657B6615FD}"/>
          </ac:spMkLst>
        </pc:spChg>
        <pc:spChg chg="add del">
          <ac:chgData name="Esther McCartney" userId="003ee287-b963-4216-80c2-e989f2d52a36" providerId="ADAL" clId="{60D34955-58AA-448D-AB0D-989AB19BD28A}" dt="2026-02-27T00:13:24.935" v="374"/>
          <ac:spMkLst>
            <pc:docMk/>
            <pc:sldMk cId="3281812510" sldId="512"/>
            <ac:spMk id="26" creationId="{425EBAFC-9388-432A-BCFD-EEA2F410D8EC}"/>
          </ac:spMkLst>
        </pc:spChg>
        <pc:grpChg chg="add del">
          <ac:chgData name="Esther McCartney" userId="003ee287-b963-4216-80c2-e989f2d52a36" providerId="ADAL" clId="{60D34955-58AA-448D-AB0D-989AB19BD28A}" dt="2026-02-27T00:13:24.935" v="374"/>
          <ac:grpSpMkLst>
            <pc:docMk/>
            <pc:sldMk cId="3281812510" sldId="512"/>
            <ac:grpSpMk id="11" creationId="{C8E92A9B-56BB-484E-A885-6FF999C15FE7}"/>
          </ac:grpSpMkLst>
        </pc:grpChg>
      </pc:sldChg>
      <pc:sldChg chg="addSp delSp add del setBg delDesignElem">
        <pc:chgData name="Esther McCartney" userId="003ee287-b963-4216-80c2-e989f2d52a36" providerId="ADAL" clId="{60D34955-58AA-448D-AB0D-989AB19BD28A}" dt="2026-02-27T00:13:29.740" v="375"/>
        <pc:sldMkLst>
          <pc:docMk/>
          <pc:sldMk cId="131636629" sldId="513"/>
        </pc:sldMkLst>
        <pc:spChg chg="add del">
          <ac:chgData name="Esther McCartney" userId="003ee287-b963-4216-80c2-e989f2d52a36" providerId="ADAL" clId="{60D34955-58AA-448D-AB0D-989AB19BD28A}" dt="2026-02-27T00:13:24.935" v="374"/>
          <ac:spMkLst>
            <pc:docMk/>
            <pc:sldMk cId="131636629" sldId="513"/>
            <ac:spMk id="21" creationId="{8DCAC2A9-D869-46E1-9DD3-353AE3254A13}"/>
          </ac:spMkLst>
        </pc:spChg>
        <pc:spChg chg="add del">
          <ac:chgData name="Esther McCartney" userId="003ee287-b963-4216-80c2-e989f2d52a36" providerId="ADAL" clId="{60D34955-58AA-448D-AB0D-989AB19BD28A}" dt="2026-02-27T00:13:24.935" v="374"/>
          <ac:spMkLst>
            <pc:docMk/>
            <pc:sldMk cId="131636629" sldId="513"/>
            <ac:spMk id="23" creationId="{8682CCCE-534D-4FC6-BF2B-9BEA2F2BB482}"/>
          </ac:spMkLst>
        </pc:spChg>
        <pc:spChg chg="add del">
          <ac:chgData name="Esther McCartney" userId="003ee287-b963-4216-80c2-e989f2d52a36" providerId="ADAL" clId="{60D34955-58AA-448D-AB0D-989AB19BD28A}" dt="2026-02-27T00:13:24.935" v="374"/>
          <ac:spMkLst>
            <pc:docMk/>
            <pc:sldMk cId="131636629" sldId="513"/>
            <ac:spMk id="25" creationId="{BC664B74-EEBB-416C-9D86-AE1FECC022DE}"/>
          </ac:spMkLst>
        </pc:spChg>
        <pc:spChg chg="add del">
          <ac:chgData name="Esther McCartney" userId="003ee287-b963-4216-80c2-e989f2d52a36" providerId="ADAL" clId="{60D34955-58AA-448D-AB0D-989AB19BD28A}" dt="2026-02-27T00:13:24.935" v="374"/>
          <ac:spMkLst>
            <pc:docMk/>
            <pc:sldMk cId="131636629" sldId="513"/>
            <ac:spMk id="27" creationId="{52000483-C30E-42A1-8569-E1DE1F55BCAC}"/>
          </ac:spMkLst>
        </pc:spChg>
        <pc:spChg chg="add del">
          <ac:chgData name="Esther McCartney" userId="003ee287-b963-4216-80c2-e989f2d52a36" providerId="ADAL" clId="{60D34955-58AA-448D-AB0D-989AB19BD28A}" dt="2026-02-27T00:13:24.935" v="374"/>
          <ac:spMkLst>
            <pc:docMk/>
            <pc:sldMk cId="131636629" sldId="513"/>
            <ac:spMk id="29" creationId="{A5ACD7E0-6D9A-4803-8B9B-D4602DC48C78}"/>
          </ac:spMkLst>
        </pc:spChg>
        <pc:spChg chg="add del">
          <ac:chgData name="Esther McCartney" userId="003ee287-b963-4216-80c2-e989f2d52a36" providerId="ADAL" clId="{60D34955-58AA-448D-AB0D-989AB19BD28A}" dt="2026-02-27T00:13:24.935" v="374"/>
          <ac:spMkLst>
            <pc:docMk/>
            <pc:sldMk cId="131636629" sldId="513"/>
            <ac:spMk id="31" creationId="{C238E92D-87E7-4B27-AD36-0E1330051168}"/>
          </ac:spMkLst>
        </pc:spChg>
        <pc:spChg chg="add del">
          <ac:chgData name="Esther McCartney" userId="003ee287-b963-4216-80c2-e989f2d52a36" providerId="ADAL" clId="{60D34955-58AA-448D-AB0D-989AB19BD28A}" dt="2026-02-27T00:13:24.935" v="374"/>
          <ac:spMkLst>
            <pc:docMk/>
            <pc:sldMk cId="131636629" sldId="513"/>
            <ac:spMk id="33" creationId="{6D0B958C-B82E-4F4B-945B-6B038D655637}"/>
          </ac:spMkLst>
        </pc:spChg>
        <pc:spChg chg="add del">
          <ac:chgData name="Esther McCartney" userId="003ee287-b963-4216-80c2-e989f2d52a36" providerId="ADAL" clId="{60D34955-58AA-448D-AB0D-989AB19BD28A}" dt="2026-02-27T00:13:24.935" v="374"/>
          <ac:spMkLst>
            <pc:docMk/>
            <pc:sldMk cId="131636629" sldId="513"/>
            <ac:spMk id="35" creationId="{E18F3B2A-BB9B-4FB6-B8A5-2A8E5DB9321F}"/>
          </ac:spMkLst>
        </pc:spChg>
        <pc:spChg chg="add del">
          <ac:chgData name="Esther McCartney" userId="003ee287-b963-4216-80c2-e989f2d52a36" providerId="ADAL" clId="{60D34955-58AA-448D-AB0D-989AB19BD28A}" dt="2026-02-27T00:13:24.935" v="374"/>
          <ac:spMkLst>
            <pc:docMk/>
            <pc:sldMk cId="131636629" sldId="513"/>
            <ac:spMk id="37" creationId="{C4164AEF-861B-41D1-9ED5-B81051DA7D4D}"/>
          </ac:spMkLst>
        </pc:spChg>
        <pc:grpChg chg="add del">
          <ac:chgData name="Esther McCartney" userId="003ee287-b963-4216-80c2-e989f2d52a36" providerId="ADAL" clId="{60D34955-58AA-448D-AB0D-989AB19BD28A}" dt="2026-02-27T00:13:24.935" v="374"/>
          <ac:grpSpMkLst>
            <pc:docMk/>
            <pc:sldMk cId="131636629" sldId="513"/>
            <ac:grpSpMk id="12" creationId="{1D4F4DA4-C427-4DEF-91E0-8E7129A4B3CF}"/>
          </ac:grpSpMkLst>
        </pc:grpChg>
      </pc:sldChg>
      <pc:sldChg chg="addSp delSp add del setBg delDesignElem">
        <pc:chgData name="Esther McCartney" userId="003ee287-b963-4216-80c2-e989f2d52a36" providerId="ADAL" clId="{60D34955-58AA-448D-AB0D-989AB19BD28A}" dt="2026-02-27T00:13:29.740" v="375"/>
        <pc:sldMkLst>
          <pc:docMk/>
          <pc:sldMk cId="2326441904" sldId="514"/>
        </pc:sldMkLst>
        <pc:spChg chg="add del">
          <ac:chgData name="Esther McCartney" userId="003ee287-b963-4216-80c2-e989f2d52a36" providerId="ADAL" clId="{60D34955-58AA-448D-AB0D-989AB19BD28A}" dt="2026-02-27T00:13:24.935" v="374"/>
          <ac:spMkLst>
            <pc:docMk/>
            <pc:sldMk cId="2326441904" sldId="514"/>
            <ac:spMk id="20" creationId="{3E20E404-0173-46F6-9DC4-C960A5778302}"/>
          </ac:spMkLst>
        </pc:spChg>
        <pc:spChg chg="add del">
          <ac:chgData name="Esther McCartney" userId="003ee287-b963-4216-80c2-e989f2d52a36" providerId="ADAL" clId="{60D34955-58AA-448D-AB0D-989AB19BD28A}" dt="2026-02-27T00:13:24.935" v="374"/>
          <ac:spMkLst>
            <pc:docMk/>
            <pc:sldMk cId="2326441904" sldId="514"/>
            <ac:spMk id="22" creationId="{B219AE65-9B94-44EA-BEF3-EF4BFA169C81}"/>
          </ac:spMkLst>
        </pc:spChg>
        <pc:spChg chg="add del">
          <ac:chgData name="Esther McCartney" userId="003ee287-b963-4216-80c2-e989f2d52a36" providerId="ADAL" clId="{60D34955-58AA-448D-AB0D-989AB19BD28A}" dt="2026-02-27T00:13:24.935" v="374"/>
          <ac:spMkLst>
            <pc:docMk/>
            <pc:sldMk cId="2326441904" sldId="514"/>
            <ac:spMk id="24" creationId="{F0C81A57-9CD5-461B-8FFE-4A8CB6CFBE01}"/>
          </ac:spMkLst>
        </pc:spChg>
        <pc:grpChg chg="add del">
          <ac:chgData name="Esther McCartney" userId="003ee287-b963-4216-80c2-e989f2d52a36" providerId="ADAL" clId="{60D34955-58AA-448D-AB0D-989AB19BD28A}" dt="2026-02-27T00:13:24.935" v="374"/>
          <ac:grpSpMkLst>
            <pc:docMk/>
            <pc:sldMk cId="2326441904" sldId="514"/>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326441904" sldId="514"/>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326441904" sldId="514"/>
            <ac:cxnSpMk id="30" creationId="{AD23B2CD-009B-425A-9616-1E1AD1D5AB46}"/>
          </ac:cxnSpMkLst>
        </pc:cxnChg>
      </pc:sldChg>
      <pc:sldChg chg="add del">
        <pc:chgData name="Esther McCartney" userId="003ee287-b963-4216-80c2-e989f2d52a36" providerId="ADAL" clId="{60D34955-58AA-448D-AB0D-989AB19BD28A}" dt="2026-02-27T00:13:29.740" v="375"/>
        <pc:sldMkLst>
          <pc:docMk/>
          <pc:sldMk cId="1011570345" sldId="515"/>
        </pc:sldMkLst>
      </pc:sldChg>
      <pc:sldChg chg="addSp delSp modSp add del mod setBg delDesignElem">
        <pc:chgData name="Esther McCartney" userId="003ee287-b963-4216-80c2-e989f2d52a36" providerId="ADAL" clId="{60D34955-58AA-448D-AB0D-989AB19BD28A}" dt="2026-02-27T00:23:54.588" v="744" actId="20577"/>
        <pc:sldMkLst>
          <pc:docMk/>
          <pc:sldMk cId="3028759624" sldId="516"/>
        </pc:sldMkLst>
        <pc:spChg chg="mod">
          <ac:chgData name="Esther McCartney" userId="003ee287-b963-4216-80c2-e989f2d52a36" providerId="ADAL" clId="{60D34955-58AA-448D-AB0D-989AB19BD28A}" dt="2026-02-27T00:23:54.588" v="744" actId="20577"/>
          <ac:spMkLst>
            <pc:docMk/>
            <pc:sldMk cId="3028759624" sldId="516"/>
            <ac:spMk id="3" creationId="{3E735150-9828-4453-F8F1-B7371D749792}"/>
          </ac:spMkLst>
        </pc:spChg>
        <pc:spChg chg="add del">
          <ac:chgData name="Esther McCartney" userId="003ee287-b963-4216-80c2-e989f2d52a36" providerId="ADAL" clId="{60D34955-58AA-448D-AB0D-989AB19BD28A}" dt="2026-02-27T00:13:24.935" v="374"/>
          <ac:spMkLst>
            <pc:docMk/>
            <pc:sldMk cId="3028759624" sldId="516"/>
            <ac:spMk id="20" creationId="{3E20E404-0173-46F6-9DC4-C960A5778302}"/>
          </ac:spMkLst>
        </pc:spChg>
        <pc:spChg chg="add del">
          <ac:chgData name="Esther McCartney" userId="003ee287-b963-4216-80c2-e989f2d52a36" providerId="ADAL" clId="{60D34955-58AA-448D-AB0D-989AB19BD28A}" dt="2026-02-27T00:13:24.935" v="374"/>
          <ac:spMkLst>
            <pc:docMk/>
            <pc:sldMk cId="3028759624" sldId="516"/>
            <ac:spMk id="22" creationId="{B219AE65-9B94-44EA-BEF3-EF4BFA169C81}"/>
          </ac:spMkLst>
        </pc:spChg>
        <pc:spChg chg="add del">
          <ac:chgData name="Esther McCartney" userId="003ee287-b963-4216-80c2-e989f2d52a36" providerId="ADAL" clId="{60D34955-58AA-448D-AB0D-989AB19BD28A}" dt="2026-02-27T00:13:24.935" v="374"/>
          <ac:spMkLst>
            <pc:docMk/>
            <pc:sldMk cId="3028759624" sldId="516"/>
            <ac:spMk id="24" creationId="{F0C81A57-9CD5-461B-8FFE-4A8CB6CFBE01}"/>
          </ac:spMkLst>
        </pc:spChg>
        <pc:grpChg chg="add del">
          <ac:chgData name="Esther McCartney" userId="003ee287-b963-4216-80c2-e989f2d52a36" providerId="ADAL" clId="{60D34955-58AA-448D-AB0D-989AB19BD28A}" dt="2026-02-27T00:13:24.935" v="374"/>
          <ac:grpSpMkLst>
            <pc:docMk/>
            <pc:sldMk cId="3028759624" sldId="516"/>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3028759624" sldId="516"/>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3028759624" sldId="516"/>
            <ac:cxnSpMk id="30" creationId="{AD23B2CD-009B-425A-9616-1E1AD1D5AB46}"/>
          </ac:cxnSpMkLst>
        </pc:cxnChg>
      </pc:sldChg>
      <pc:sldChg chg="addSp delSp add del setBg delDesignElem">
        <pc:chgData name="Esther McCartney" userId="003ee287-b963-4216-80c2-e989f2d52a36" providerId="ADAL" clId="{60D34955-58AA-448D-AB0D-989AB19BD28A}" dt="2026-02-27T00:25:32.885" v="808" actId="2696"/>
        <pc:sldMkLst>
          <pc:docMk/>
          <pc:sldMk cId="2718408003" sldId="517"/>
        </pc:sldMkLst>
        <pc:spChg chg="add del">
          <ac:chgData name="Esther McCartney" userId="003ee287-b963-4216-80c2-e989f2d52a36" providerId="ADAL" clId="{60D34955-58AA-448D-AB0D-989AB19BD28A}" dt="2026-02-27T00:13:24.935" v="374"/>
          <ac:spMkLst>
            <pc:docMk/>
            <pc:sldMk cId="2718408003" sldId="517"/>
            <ac:spMk id="20" creationId="{3E20E404-0173-46F6-9DC4-C960A5778302}"/>
          </ac:spMkLst>
        </pc:spChg>
        <pc:spChg chg="add del">
          <ac:chgData name="Esther McCartney" userId="003ee287-b963-4216-80c2-e989f2d52a36" providerId="ADAL" clId="{60D34955-58AA-448D-AB0D-989AB19BD28A}" dt="2026-02-27T00:13:24.935" v="374"/>
          <ac:spMkLst>
            <pc:docMk/>
            <pc:sldMk cId="2718408003" sldId="517"/>
            <ac:spMk id="22" creationId="{B219AE65-9B94-44EA-BEF3-EF4BFA169C81}"/>
          </ac:spMkLst>
        </pc:spChg>
        <pc:spChg chg="add del">
          <ac:chgData name="Esther McCartney" userId="003ee287-b963-4216-80c2-e989f2d52a36" providerId="ADAL" clId="{60D34955-58AA-448D-AB0D-989AB19BD28A}" dt="2026-02-27T00:13:24.935" v="374"/>
          <ac:spMkLst>
            <pc:docMk/>
            <pc:sldMk cId="2718408003" sldId="517"/>
            <ac:spMk id="24" creationId="{F0C81A57-9CD5-461B-8FFE-4A8CB6CFBE01}"/>
          </ac:spMkLst>
        </pc:spChg>
        <pc:grpChg chg="add del">
          <ac:chgData name="Esther McCartney" userId="003ee287-b963-4216-80c2-e989f2d52a36" providerId="ADAL" clId="{60D34955-58AA-448D-AB0D-989AB19BD28A}" dt="2026-02-27T00:13:24.935" v="374"/>
          <ac:grpSpMkLst>
            <pc:docMk/>
            <pc:sldMk cId="2718408003" sldId="517"/>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2718408003" sldId="517"/>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2718408003" sldId="517"/>
            <ac:cxnSpMk id="30" creationId="{AD23B2CD-009B-425A-9616-1E1AD1D5AB46}"/>
          </ac:cxnSpMkLst>
        </pc:cxnChg>
      </pc:sldChg>
      <pc:sldChg chg="addSp delSp add del setBg delDesignElem">
        <pc:chgData name="Esther McCartney" userId="003ee287-b963-4216-80c2-e989f2d52a36" providerId="ADAL" clId="{60D34955-58AA-448D-AB0D-989AB19BD28A}" dt="2026-02-27T00:26:43.249" v="885" actId="2696"/>
        <pc:sldMkLst>
          <pc:docMk/>
          <pc:sldMk cId="190949344" sldId="518"/>
        </pc:sldMkLst>
        <pc:spChg chg="add del">
          <ac:chgData name="Esther McCartney" userId="003ee287-b963-4216-80c2-e989f2d52a36" providerId="ADAL" clId="{60D34955-58AA-448D-AB0D-989AB19BD28A}" dt="2026-02-27T00:13:24.935" v="374"/>
          <ac:spMkLst>
            <pc:docMk/>
            <pc:sldMk cId="190949344" sldId="518"/>
            <ac:spMk id="20" creationId="{3E20E404-0173-46F6-9DC4-C960A5778302}"/>
          </ac:spMkLst>
        </pc:spChg>
        <pc:spChg chg="add del">
          <ac:chgData name="Esther McCartney" userId="003ee287-b963-4216-80c2-e989f2d52a36" providerId="ADAL" clId="{60D34955-58AA-448D-AB0D-989AB19BD28A}" dt="2026-02-27T00:13:24.935" v="374"/>
          <ac:spMkLst>
            <pc:docMk/>
            <pc:sldMk cId="190949344" sldId="518"/>
            <ac:spMk id="22" creationId="{B219AE65-9B94-44EA-BEF3-EF4BFA169C81}"/>
          </ac:spMkLst>
        </pc:spChg>
        <pc:spChg chg="add del">
          <ac:chgData name="Esther McCartney" userId="003ee287-b963-4216-80c2-e989f2d52a36" providerId="ADAL" clId="{60D34955-58AA-448D-AB0D-989AB19BD28A}" dt="2026-02-27T00:13:24.935" v="374"/>
          <ac:spMkLst>
            <pc:docMk/>
            <pc:sldMk cId="190949344" sldId="518"/>
            <ac:spMk id="24" creationId="{F0C81A57-9CD5-461B-8FFE-4A8CB6CFBE01}"/>
          </ac:spMkLst>
        </pc:spChg>
        <pc:grpChg chg="add del">
          <ac:chgData name="Esther McCartney" userId="003ee287-b963-4216-80c2-e989f2d52a36" providerId="ADAL" clId="{60D34955-58AA-448D-AB0D-989AB19BD28A}" dt="2026-02-27T00:13:24.935" v="374"/>
          <ac:grpSpMkLst>
            <pc:docMk/>
            <pc:sldMk cId="190949344" sldId="518"/>
            <ac:grpSpMk id="11" creationId="{C8E92A9B-56BB-484E-A885-6FF999C15FE7}"/>
          </ac:grpSpMkLst>
        </pc:grpChg>
        <pc:grpChg chg="add del">
          <ac:chgData name="Esther McCartney" userId="003ee287-b963-4216-80c2-e989f2d52a36" providerId="ADAL" clId="{60D34955-58AA-448D-AB0D-989AB19BD28A}" dt="2026-02-27T00:13:24.935" v="374"/>
          <ac:grpSpMkLst>
            <pc:docMk/>
            <pc:sldMk cId="190949344" sldId="518"/>
            <ac:grpSpMk id="26" creationId="{3086C462-37F4-494D-8292-CCB95221CC1A}"/>
          </ac:grpSpMkLst>
        </pc:grpChg>
        <pc:cxnChg chg="add del">
          <ac:chgData name="Esther McCartney" userId="003ee287-b963-4216-80c2-e989f2d52a36" providerId="ADAL" clId="{60D34955-58AA-448D-AB0D-989AB19BD28A}" dt="2026-02-27T00:13:24.935" v="374"/>
          <ac:cxnSpMkLst>
            <pc:docMk/>
            <pc:sldMk cId="190949344" sldId="518"/>
            <ac:cxnSpMk id="30" creationId="{AD23B2CD-009B-425A-9616-1E1AD1D5AB46}"/>
          </ac:cxnSpMkLst>
        </pc:cxnChg>
      </pc:sldChg>
      <pc:sldChg chg="addSp delSp modSp new mod modClrScheme chgLayout">
        <pc:chgData name="Esther McCartney" userId="003ee287-b963-4216-80c2-e989f2d52a36" providerId="ADAL" clId="{60D34955-58AA-448D-AB0D-989AB19BD28A}" dt="2026-02-27T00:20:30.604" v="709" actId="20577"/>
        <pc:sldMkLst>
          <pc:docMk/>
          <pc:sldMk cId="3779084072" sldId="519"/>
        </pc:sldMkLst>
        <pc:spChg chg="del mod ord">
          <ac:chgData name="Esther McCartney" userId="003ee287-b963-4216-80c2-e989f2d52a36" providerId="ADAL" clId="{60D34955-58AA-448D-AB0D-989AB19BD28A}" dt="2026-02-27T00:16:52.039" v="424" actId="700"/>
          <ac:spMkLst>
            <pc:docMk/>
            <pc:sldMk cId="3779084072" sldId="519"/>
            <ac:spMk id="2" creationId="{62569D06-9328-C420-64CA-8168EC6A95CA}"/>
          </ac:spMkLst>
        </pc:spChg>
        <pc:spChg chg="del mod ord">
          <ac:chgData name="Esther McCartney" userId="003ee287-b963-4216-80c2-e989f2d52a36" providerId="ADAL" clId="{60D34955-58AA-448D-AB0D-989AB19BD28A}" dt="2026-02-27T00:16:52.039" v="424" actId="700"/>
          <ac:spMkLst>
            <pc:docMk/>
            <pc:sldMk cId="3779084072" sldId="519"/>
            <ac:spMk id="3" creationId="{5DA798BA-DA5F-57C0-CA4B-33195DEF748F}"/>
          </ac:spMkLst>
        </pc:spChg>
        <pc:spChg chg="add mod ord">
          <ac:chgData name="Esther McCartney" userId="003ee287-b963-4216-80c2-e989f2d52a36" providerId="ADAL" clId="{60D34955-58AA-448D-AB0D-989AB19BD28A}" dt="2026-02-27T00:16:56.505" v="436" actId="20577"/>
          <ac:spMkLst>
            <pc:docMk/>
            <pc:sldMk cId="3779084072" sldId="519"/>
            <ac:spMk id="4" creationId="{3D2EC93B-F8ED-6951-AA9A-EA06EDF7D2D9}"/>
          </ac:spMkLst>
        </pc:spChg>
        <pc:spChg chg="add mod ord">
          <ac:chgData name="Esther McCartney" userId="003ee287-b963-4216-80c2-e989f2d52a36" providerId="ADAL" clId="{60D34955-58AA-448D-AB0D-989AB19BD28A}" dt="2026-02-27T00:20:30.604" v="709" actId="20577"/>
          <ac:spMkLst>
            <pc:docMk/>
            <pc:sldMk cId="3779084072" sldId="519"/>
            <ac:spMk id="5" creationId="{32770D49-9E3B-88B9-805E-146F36BE247E}"/>
          </ac:spMkLst>
        </pc:spChg>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F9ED07-D833-4F94-A702-A5A2FA5C42E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B7AEF2B-8678-4A5E-AB8C-C4F2D9B8E62F}">
      <dgm:prSet/>
      <dgm:spPr/>
      <dgm:t>
        <a:bodyPr/>
        <a:lstStyle/>
        <a:p>
          <a:r>
            <a:rPr lang="en-US" b="1" i="0"/>
            <a:t>Precontemplation</a:t>
          </a:r>
          <a:r>
            <a:rPr lang="en-US" b="0" i="0"/>
            <a:t>—characterized by resistance to change or denying that a problem exists.</a:t>
          </a:r>
          <a:endParaRPr lang="en-US"/>
        </a:p>
      </dgm:t>
    </dgm:pt>
    <dgm:pt modelId="{6B38E655-90F0-4DBF-8FFF-29B9E5ABC512}" type="parTrans" cxnId="{D293D2E0-5856-4F49-A043-92A5850A6BB7}">
      <dgm:prSet/>
      <dgm:spPr/>
      <dgm:t>
        <a:bodyPr/>
        <a:lstStyle/>
        <a:p>
          <a:endParaRPr lang="en-US"/>
        </a:p>
      </dgm:t>
    </dgm:pt>
    <dgm:pt modelId="{92E3AA98-ABD4-4147-B542-0A8374F73081}" type="sibTrans" cxnId="{D293D2E0-5856-4F49-A043-92A5850A6BB7}">
      <dgm:prSet/>
      <dgm:spPr/>
      <dgm:t>
        <a:bodyPr/>
        <a:lstStyle/>
        <a:p>
          <a:endParaRPr lang="en-US"/>
        </a:p>
      </dgm:t>
    </dgm:pt>
    <dgm:pt modelId="{3536FCFF-F40E-4A43-9938-BA961ECF88CD}">
      <dgm:prSet/>
      <dgm:spPr/>
      <dgm:t>
        <a:bodyPr/>
        <a:lstStyle/>
        <a:p>
          <a:r>
            <a:rPr lang="en-US" b="1" i="0"/>
            <a:t>Contemplation</a:t>
          </a:r>
          <a:r>
            <a:rPr lang="en-US" b="0" i="0"/>
            <a:t>—evidence of ambivalence exists and the client is contemplating the effects of substance use as well as weighing the advantages and disadvantages of continued use.</a:t>
          </a:r>
          <a:endParaRPr lang="en-US"/>
        </a:p>
      </dgm:t>
    </dgm:pt>
    <dgm:pt modelId="{8E513B82-74FE-4907-90FE-C05FF8FE0ECC}" type="parTrans" cxnId="{A5C04B25-5432-441A-A8A7-639BC8F54713}">
      <dgm:prSet/>
      <dgm:spPr/>
      <dgm:t>
        <a:bodyPr/>
        <a:lstStyle/>
        <a:p>
          <a:endParaRPr lang="en-US"/>
        </a:p>
      </dgm:t>
    </dgm:pt>
    <dgm:pt modelId="{8B7832C3-CE48-44F8-8038-82D3EA78251A}" type="sibTrans" cxnId="{A5C04B25-5432-441A-A8A7-639BC8F54713}">
      <dgm:prSet/>
      <dgm:spPr/>
      <dgm:t>
        <a:bodyPr/>
        <a:lstStyle/>
        <a:p>
          <a:endParaRPr lang="en-US"/>
        </a:p>
      </dgm:t>
    </dgm:pt>
    <dgm:pt modelId="{CAFFD41E-FF78-4953-8657-C6415C9BF8FE}">
      <dgm:prSet/>
      <dgm:spPr/>
      <dgm:t>
        <a:bodyPr/>
        <a:lstStyle/>
        <a:p>
          <a:r>
            <a:rPr lang="en-US" b="1" i="0"/>
            <a:t>Preparation</a:t>
          </a:r>
          <a:r>
            <a:rPr lang="en-US" b="0" i="0"/>
            <a:t>—resistance has waned and the client has made a decision to change but is uncertain how to go about this process.</a:t>
          </a:r>
          <a:endParaRPr lang="en-US"/>
        </a:p>
      </dgm:t>
    </dgm:pt>
    <dgm:pt modelId="{950216F8-F89C-41AA-83F5-777E1E719FB1}" type="parTrans" cxnId="{00E7552F-6B7C-4B90-BE78-A8F2501F93B1}">
      <dgm:prSet/>
      <dgm:spPr/>
      <dgm:t>
        <a:bodyPr/>
        <a:lstStyle/>
        <a:p>
          <a:endParaRPr lang="en-US"/>
        </a:p>
      </dgm:t>
    </dgm:pt>
    <dgm:pt modelId="{03CBB7E9-B964-431F-AF1A-E0E2435BCC34}" type="sibTrans" cxnId="{00E7552F-6B7C-4B90-BE78-A8F2501F93B1}">
      <dgm:prSet/>
      <dgm:spPr/>
      <dgm:t>
        <a:bodyPr/>
        <a:lstStyle/>
        <a:p>
          <a:endParaRPr lang="en-US"/>
        </a:p>
      </dgm:t>
    </dgm:pt>
    <dgm:pt modelId="{324D7C66-974B-41D0-A8D8-7C3BA765A916}">
      <dgm:prSet/>
      <dgm:spPr/>
      <dgm:t>
        <a:bodyPr/>
        <a:lstStyle/>
        <a:p>
          <a:r>
            <a:rPr lang="en-US" b="1" i="0"/>
            <a:t>Action</a:t>
          </a:r>
          <a:r>
            <a:rPr lang="en-US" b="0" i="0"/>
            <a:t>—the client is committed to making a change and has demonstrated specific goals and behaviors toward this end.</a:t>
          </a:r>
          <a:endParaRPr lang="en-US"/>
        </a:p>
      </dgm:t>
    </dgm:pt>
    <dgm:pt modelId="{4A1E4B43-1833-49A5-A196-DCDF81764C0F}" type="parTrans" cxnId="{3A9937BD-266E-499E-9C0E-66488E0AC30D}">
      <dgm:prSet/>
      <dgm:spPr/>
      <dgm:t>
        <a:bodyPr/>
        <a:lstStyle/>
        <a:p>
          <a:endParaRPr lang="en-US"/>
        </a:p>
      </dgm:t>
    </dgm:pt>
    <dgm:pt modelId="{60A8FC3D-8D38-4D89-9217-0FA8E3CBD24F}" type="sibTrans" cxnId="{3A9937BD-266E-499E-9C0E-66488E0AC30D}">
      <dgm:prSet/>
      <dgm:spPr/>
      <dgm:t>
        <a:bodyPr/>
        <a:lstStyle/>
        <a:p>
          <a:endParaRPr lang="en-US"/>
        </a:p>
      </dgm:t>
    </dgm:pt>
    <dgm:pt modelId="{8BF7DDEB-F3DC-49EA-AF1A-D16FD9B0ED18}">
      <dgm:prSet/>
      <dgm:spPr/>
      <dgm:t>
        <a:bodyPr/>
        <a:lstStyle/>
        <a:p>
          <a:r>
            <a:rPr lang="en-US" b="1" i="0"/>
            <a:t>Maintenance</a:t>
          </a:r>
          <a:r>
            <a:rPr lang="en-US" b="0" i="0"/>
            <a:t>—the client has maintained a period of abstinence and is working on maintaining recovery and addressing relapse issues and triggers.</a:t>
          </a:r>
          <a:endParaRPr lang="en-US"/>
        </a:p>
      </dgm:t>
    </dgm:pt>
    <dgm:pt modelId="{CF33FAA3-015A-4AD0-BBC7-CF8A662143C4}" type="parTrans" cxnId="{6D677C69-6966-42A1-BF57-D4D980DB0291}">
      <dgm:prSet/>
      <dgm:spPr/>
      <dgm:t>
        <a:bodyPr/>
        <a:lstStyle/>
        <a:p>
          <a:endParaRPr lang="en-US"/>
        </a:p>
      </dgm:t>
    </dgm:pt>
    <dgm:pt modelId="{665A8D8F-217F-4D47-8BCD-2819E6D62DED}" type="sibTrans" cxnId="{6D677C69-6966-42A1-BF57-D4D980DB0291}">
      <dgm:prSet/>
      <dgm:spPr/>
      <dgm:t>
        <a:bodyPr/>
        <a:lstStyle/>
        <a:p>
          <a:endParaRPr lang="en-US"/>
        </a:p>
      </dgm:t>
    </dgm:pt>
    <dgm:pt modelId="{620090E6-887B-4596-ACBF-2541F37306D3}" type="pres">
      <dgm:prSet presAssocID="{1EF9ED07-D833-4F94-A702-A5A2FA5C42E4}" presName="linear" presStyleCnt="0">
        <dgm:presLayoutVars>
          <dgm:animLvl val="lvl"/>
          <dgm:resizeHandles val="exact"/>
        </dgm:presLayoutVars>
      </dgm:prSet>
      <dgm:spPr/>
    </dgm:pt>
    <dgm:pt modelId="{D3A9CDA6-E7EB-4471-9AFF-69C0ABCA7245}" type="pres">
      <dgm:prSet presAssocID="{EB7AEF2B-8678-4A5E-AB8C-C4F2D9B8E62F}" presName="parentText" presStyleLbl="node1" presStyleIdx="0" presStyleCnt="5">
        <dgm:presLayoutVars>
          <dgm:chMax val="0"/>
          <dgm:bulletEnabled val="1"/>
        </dgm:presLayoutVars>
      </dgm:prSet>
      <dgm:spPr/>
    </dgm:pt>
    <dgm:pt modelId="{25DFF2DB-3A7D-4C50-B71C-A6CA44520CA2}" type="pres">
      <dgm:prSet presAssocID="{92E3AA98-ABD4-4147-B542-0A8374F73081}" presName="spacer" presStyleCnt="0"/>
      <dgm:spPr/>
    </dgm:pt>
    <dgm:pt modelId="{43FA67E7-F63A-4E50-A72D-A606FC37CCF6}" type="pres">
      <dgm:prSet presAssocID="{3536FCFF-F40E-4A43-9938-BA961ECF88CD}" presName="parentText" presStyleLbl="node1" presStyleIdx="1" presStyleCnt="5">
        <dgm:presLayoutVars>
          <dgm:chMax val="0"/>
          <dgm:bulletEnabled val="1"/>
        </dgm:presLayoutVars>
      </dgm:prSet>
      <dgm:spPr/>
    </dgm:pt>
    <dgm:pt modelId="{D0E52D47-91AF-459A-8184-C22E8A258DD0}" type="pres">
      <dgm:prSet presAssocID="{8B7832C3-CE48-44F8-8038-82D3EA78251A}" presName="spacer" presStyleCnt="0"/>
      <dgm:spPr/>
    </dgm:pt>
    <dgm:pt modelId="{E3495BAF-E7D0-42BC-BDA1-46B048642279}" type="pres">
      <dgm:prSet presAssocID="{CAFFD41E-FF78-4953-8657-C6415C9BF8FE}" presName="parentText" presStyleLbl="node1" presStyleIdx="2" presStyleCnt="5">
        <dgm:presLayoutVars>
          <dgm:chMax val="0"/>
          <dgm:bulletEnabled val="1"/>
        </dgm:presLayoutVars>
      </dgm:prSet>
      <dgm:spPr/>
    </dgm:pt>
    <dgm:pt modelId="{DCDEC7CE-901B-4CA6-96D6-F403FE3170D6}" type="pres">
      <dgm:prSet presAssocID="{03CBB7E9-B964-431F-AF1A-E0E2435BCC34}" presName="spacer" presStyleCnt="0"/>
      <dgm:spPr/>
    </dgm:pt>
    <dgm:pt modelId="{6F89DB41-B547-4367-AC47-B4DAECDE4D1C}" type="pres">
      <dgm:prSet presAssocID="{324D7C66-974B-41D0-A8D8-7C3BA765A916}" presName="parentText" presStyleLbl="node1" presStyleIdx="3" presStyleCnt="5">
        <dgm:presLayoutVars>
          <dgm:chMax val="0"/>
          <dgm:bulletEnabled val="1"/>
        </dgm:presLayoutVars>
      </dgm:prSet>
      <dgm:spPr/>
    </dgm:pt>
    <dgm:pt modelId="{C323D7FC-BED5-4E8D-A999-8EDCAFEDE6DF}" type="pres">
      <dgm:prSet presAssocID="{60A8FC3D-8D38-4D89-9217-0FA8E3CBD24F}" presName="spacer" presStyleCnt="0"/>
      <dgm:spPr/>
    </dgm:pt>
    <dgm:pt modelId="{73104769-0D27-4384-96BC-F9DDF3A41518}" type="pres">
      <dgm:prSet presAssocID="{8BF7DDEB-F3DC-49EA-AF1A-D16FD9B0ED18}" presName="parentText" presStyleLbl="node1" presStyleIdx="4" presStyleCnt="5">
        <dgm:presLayoutVars>
          <dgm:chMax val="0"/>
          <dgm:bulletEnabled val="1"/>
        </dgm:presLayoutVars>
      </dgm:prSet>
      <dgm:spPr/>
    </dgm:pt>
  </dgm:ptLst>
  <dgm:cxnLst>
    <dgm:cxn modelId="{964E3813-6637-4AF2-93F4-37D9FEBA04A2}" type="presOf" srcId="{CAFFD41E-FF78-4953-8657-C6415C9BF8FE}" destId="{E3495BAF-E7D0-42BC-BDA1-46B048642279}" srcOrd="0" destOrd="0" presId="urn:microsoft.com/office/officeart/2005/8/layout/vList2"/>
    <dgm:cxn modelId="{9471C415-CB30-4397-9CFA-D2A41CDC417E}" type="presOf" srcId="{8BF7DDEB-F3DC-49EA-AF1A-D16FD9B0ED18}" destId="{73104769-0D27-4384-96BC-F9DDF3A41518}" srcOrd="0" destOrd="0" presId="urn:microsoft.com/office/officeart/2005/8/layout/vList2"/>
    <dgm:cxn modelId="{A5C04B25-5432-441A-A8A7-639BC8F54713}" srcId="{1EF9ED07-D833-4F94-A702-A5A2FA5C42E4}" destId="{3536FCFF-F40E-4A43-9938-BA961ECF88CD}" srcOrd="1" destOrd="0" parTransId="{8E513B82-74FE-4907-90FE-C05FF8FE0ECC}" sibTransId="{8B7832C3-CE48-44F8-8038-82D3EA78251A}"/>
    <dgm:cxn modelId="{00E7552F-6B7C-4B90-BE78-A8F2501F93B1}" srcId="{1EF9ED07-D833-4F94-A702-A5A2FA5C42E4}" destId="{CAFFD41E-FF78-4953-8657-C6415C9BF8FE}" srcOrd="2" destOrd="0" parTransId="{950216F8-F89C-41AA-83F5-777E1E719FB1}" sibTransId="{03CBB7E9-B964-431F-AF1A-E0E2435BCC34}"/>
    <dgm:cxn modelId="{2F1D2849-69E7-473F-A838-2D1070987E78}" type="presOf" srcId="{3536FCFF-F40E-4A43-9938-BA961ECF88CD}" destId="{43FA67E7-F63A-4E50-A72D-A606FC37CCF6}" srcOrd="0" destOrd="0" presId="urn:microsoft.com/office/officeart/2005/8/layout/vList2"/>
    <dgm:cxn modelId="{6D677C69-6966-42A1-BF57-D4D980DB0291}" srcId="{1EF9ED07-D833-4F94-A702-A5A2FA5C42E4}" destId="{8BF7DDEB-F3DC-49EA-AF1A-D16FD9B0ED18}" srcOrd="4" destOrd="0" parTransId="{CF33FAA3-015A-4AD0-BBC7-CF8A662143C4}" sibTransId="{665A8D8F-217F-4D47-8BCD-2819E6D62DED}"/>
    <dgm:cxn modelId="{3CA67677-8826-4870-B0E4-D982FB0C84AA}" type="presOf" srcId="{324D7C66-974B-41D0-A8D8-7C3BA765A916}" destId="{6F89DB41-B547-4367-AC47-B4DAECDE4D1C}" srcOrd="0" destOrd="0" presId="urn:microsoft.com/office/officeart/2005/8/layout/vList2"/>
    <dgm:cxn modelId="{3BD2D2A6-280E-4B6A-BA71-107E11E5DC1A}" type="presOf" srcId="{EB7AEF2B-8678-4A5E-AB8C-C4F2D9B8E62F}" destId="{D3A9CDA6-E7EB-4471-9AFF-69C0ABCA7245}" srcOrd="0" destOrd="0" presId="urn:microsoft.com/office/officeart/2005/8/layout/vList2"/>
    <dgm:cxn modelId="{3A9937BD-266E-499E-9C0E-66488E0AC30D}" srcId="{1EF9ED07-D833-4F94-A702-A5A2FA5C42E4}" destId="{324D7C66-974B-41D0-A8D8-7C3BA765A916}" srcOrd="3" destOrd="0" parTransId="{4A1E4B43-1833-49A5-A196-DCDF81764C0F}" sibTransId="{60A8FC3D-8D38-4D89-9217-0FA8E3CBD24F}"/>
    <dgm:cxn modelId="{D293D2E0-5856-4F49-A043-92A5850A6BB7}" srcId="{1EF9ED07-D833-4F94-A702-A5A2FA5C42E4}" destId="{EB7AEF2B-8678-4A5E-AB8C-C4F2D9B8E62F}" srcOrd="0" destOrd="0" parTransId="{6B38E655-90F0-4DBF-8FFF-29B9E5ABC512}" sibTransId="{92E3AA98-ABD4-4147-B542-0A8374F73081}"/>
    <dgm:cxn modelId="{6AF67FEC-B779-436C-86AA-0847CAE367A1}" type="presOf" srcId="{1EF9ED07-D833-4F94-A702-A5A2FA5C42E4}" destId="{620090E6-887B-4596-ACBF-2541F37306D3}" srcOrd="0" destOrd="0" presId="urn:microsoft.com/office/officeart/2005/8/layout/vList2"/>
    <dgm:cxn modelId="{7C632E69-D5FB-4029-99B9-4F56283449CA}" type="presParOf" srcId="{620090E6-887B-4596-ACBF-2541F37306D3}" destId="{D3A9CDA6-E7EB-4471-9AFF-69C0ABCA7245}" srcOrd="0" destOrd="0" presId="urn:microsoft.com/office/officeart/2005/8/layout/vList2"/>
    <dgm:cxn modelId="{95CD6717-6933-498A-B29E-8451B1BD6DE2}" type="presParOf" srcId="{620090E6-887B-4596-ACBF-2541F37306D3}" destId="{25DFF2DB-3A7D-4C50-B71C-A6CA44520CA2}" srcOrd="1" destOrd="0" presId="urn:microsoft.com/office/officeart/2005/8/layout/vList2"/>
    <dgm:cxn modelId="{DB7CD6A8-2C00-41F1-B20F-8FD4904C55C4}" type="presParOf" srcId="{620090E6-887B-4596-ACBF-2541F37306D3}" destId="{43FA67E7-F63A-4E50-A72D-A606FC37CCF6}" srcOrd="2" destOrd="0" presId="urn:microsoft.com/office/officeart/2005/8/layout/vList2"/>
    <dgm:cxn modelId="{A211E625-D376-4F98-98A7-674975A6AF37}" type="presParOf" srcId="{620090E6-887B-4596-ACBF-2541F37306D3}" destId="{D0E52D47-91AF-459A-8184-C22E8A258DD0}" srcOrd="3" destOrd="0" presId="urn:microsoft.com/office/officeart/2005/8/layout/vList2"/>
    <dgm:cxn modelId="{C2C816DC-D45C-4AE7-8206-0001C7FB1F20}" type="presParOf" srcId="{620090E6-887B-4596-ACBF-2541F37306D3}" destId="{E3495BAF-E7D0-42BC-BDA1-46B048642279}" srcOrd="4" destOrd="0" presId="urn:microsoft.com/office/officeart/2005/8/layout/vList2"/>
    <dgm:cxn modelId="{A59A460D-FF76-4B03-BE46-10C25FD26F1C}" type="presParOf" srcId="{620090E6-887B-4596-ACBF-2541F37306D3}" destId="{DCDEC7CE-901B-4CA6-96D6-F403FE3170D6}" srcOrd="5" destOrd="0" presId="urn:microsoft.com/office/officeart/2005/8/layout/vList2"/>
    <dgm:cxn modelId="{D4C342C9-66E2-4A47-9BAA-172B5EAE35F7}" type="presParOf" srcId="{620090E6-887B-4596-ACBF-2541F37306D3}" destId="{6F89DB41-B547-4367-AC47-B4DAECDE4D1C}" srcOrd="6" destOrd="0" presId="urn:microsoft.com/office/officeart/2005/8/layout/vList2"/>
    <dgm:cxn modelId="{7D91D80B-E3AA-4E05-A367-A80DF074700F}" type="presParOf" srcId="{620090E6-887B-4596-ACBF-2541F37306D3}" destId="{C323D7FC-BED5-4E8D-A999-8EDCAFEDE6DF}" srcOrd="7" destOrd="0" presId="urn:microsoft.com/office/officeart/2005/8/layout/vList2"/>
    <dgm:cxn modelId="{4F554F84-6F79-4095-B71D-809E40E65BB6}" type="presParOf" srcId="{620090E6-887B-4596-ACBF-2541F37306D3}" destId="{73104769-0D27-4384-96BC-F9DDF3A4151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61D690-F179-4CFC-A9F6-AC4E78EEBB3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654C50F-1C61-406E-B51A-6F6891DA2D0A}">
      <dgm:prSet/>
      <dgm:spPr/>
      <dgm:t>
        <a:bodyPr/>
        <a:lstStyle/>
        <a:p>
          <a:r>
            <a:rPr lang="en-US" b="0" i="0"/>
            <a:t>Miller and Rollnick (2013) integrated their motivational interviewing (M I) approach into the stages-of-change model based on the belief that motivation is not intrinsically driven as part of one’s personality or personal traits but rather is developed through interpersonal interactions.</a:t>
          </a:r>
          <a:endParaRPr lang="en-US"/>
        </a:p>
      </dgm:t>
    </dgm:pt>
    <dgm:pt modelId="{918E3491-A285-4CD2-93F3-EE11ED69796D}" type="parTrans" cxnId="{59B5015B-7297-47B7-ACF9-E8062A06540B}">
      <dgm:prSet/>
      <dgm:spPr/>
      <dgm:t>
        <a:bodyPr/>
        <a:lstStyle/>
        <a:p>
          <a:endParaRPr lang="en-US"/>
        </a:p>
      </dgm:t>
    </dgm:pt>
    <dgm:pt modelId="{F830BC09-1C86-4716-937F-3BDA0A94C750}" type="sibTrans" cxnId="{59B5015B-7297-47B7-ACF9-E8062A06540B}">
      <dgm:prSet/>
      <dgm:spPr/>
      <dgm:t>
        <a:bodyPr/>
        <a:lstStyle/>
        <a:p>
          <a:endParaRPr lang="en-US"/>
        </a:p>
      </dgm:t>
    </dgm:pt>
    <dgm:pt modelId="{C04735ED-E9B0-4CB2-AD9A-5DDDFC95C345}">
      <dgm:prSet/>
      <dgm:spPr/>
      <dgm:t>
        <a:bodyPr/>
        <a:lstStyle/>
        <a:p>
          <a:r>
            <a:rPr lang="en-US" b="0" i="0"/>
            <a:t>They identified M I as a client-centered, directive, transtheoretical approach emphasizing empathic communication to bring about a client’s intrinsic motivation to change that aligns with values and beliefs.</a:t>
          </a:r>
          <a:endParaRPr lang="en-US"/>
        </a:p>
      </dgm:t>
    </dgm:pt>
    <dgm:pt modelId="{56BA7783-AA3D-4929-9149-FCD567CBF931}" type="parTrans" cxnId="{58E9EFFB-E8D3-4AF2-B061-F7F3E49A0654}">
      <dgm:prSet/>
      <dgm:spPr/>
      <dgm:t>
        <a:bodyPr/>
        <a:lstStyle/>
        <a:p>
          <a:endParaRPr lang="en-US"/>
        </a:p>
      </dgm:t>
    </dgm:pt>
    <dgm:pt modelId="{784A25AF-4946-4CD4-9CB6-FD2F32C85F38}" type="sibTrans" cxnId="{58E9EFFB-E8D3-4AF2-B061-F7F3E49A0654}">
      <dgm:prSet/>
      <dgm:spPr/>
      <dgm:t>
        <a:bodyPr/>
        <a:lstStyle/>
        <a:p>
          <a:endParaRPr lang="en-US"/>
        </a:p>
      </dgm:t>
    </dgm:pt>
    <dgm:pt modelId="{604B8660-1E16-4302-B33A-C2E9B9506DDD}">
      <dgm:prSet/>
      <dgm:spPr/>
      <dgm:t>
        <a:bodyPr/>
        <a:lstStyle/>
        <a:p>
          <a:r>
            <a:rPr lang="en-US" b="0" i="0"/>
            <a:t>Miller and Rollnick (2013) developed four central processes that serve as the basis for M I:</a:t>
          </a:r>
          <a:endParaRPr lang="en-US"/>
        </a:p>
      </dgm:t>
    </dgm:pt>
    <dgm:pt modelId="{A082B66F-834E-4045-B747-09D3574D7389}" type="parTrans" cxnId="{EA426D66-958C-4AE1-AFE5-8393D06054AF}">
      <dgm:prSet/>
      <dgm:spPr/>
      <dgm:t>
        <a:bodyPr/>
        <a:lstStyle/>
        <a:p>
          <a:endParaRPr lang="en-US"/>
        </a:p>
      </dgm:t>
    </dgm:pt>
    <dgm:pt modelId="{4115E9A8-F292-40E5-97D3-ED39D137C4B4}" type="sibTrans" cxnId="{EA426D66-958C-4AE1-AFE5-8393D06054AF}">
      <dgm:prSet/>
      <dgm:spPr/>
      <dgm:t>
        <a:bodyPr/>
        <a:lstStyle/>
        <a:p>
          <a:endParaRPr lang="en-US"/>
        </a:p>
      </dgm:t>
    </dgm:pt>
    <dgm:pt modelId="{7E93A891-31E9-4B81-9AFD-0A2E11156525}" type="pres">
      <dgm:prSet presAssocID="{C061D690-F179-4CFC-A9F6-AC4E78EEBB33}" presName="linear" presStyleCnt="0">
        <dgm:presLayoutVars>
          <dgm:animLvl val="lvl"/>
          <dgm:resizeHandles val="exact"/>
        </dgm:presLayoutVars>
      </dgm:prSet>
      <dgm:spPr/>
    </dgm:pt>
    <dgm:pt modelId="{F5ACCFFF-BFF6-43E6-A5A5-E6453FE55503}" type="pres">
      <dgm:prSet presAssocID="{4654C50F-1C61-406E-B51A-6F6891DA2D0A}" presName="parentText" presStyleLbl="node1" presStyleIdx="0" presStyleCnt="2">
        <dgm:presLayoutVars>
          <dgm:chMax val="0"/>
          <dgm:bulletEnabled val="1"/>
        </dgm:presLayoutVars>
      </dgm:prSet>
      <dgm:spPr/>
    </dgm:pt>
    <dgm:pt modelId="{71176718-FA4A-4F7A-B45C-265E49E990E0}" type="pres">
      <dgm:prSet presAssocID="{4654C50F-1C61-406E-B51A-6F6891DA2D0A}" presName="childText" presStyleLbl="revTx" presStyleIdx="0" presStyleCnt="1">
        <dgm:presLayoutVars>
          <dgm:bulletEnabled val="1"/>
        </dgm:presLayoutVars>
      </dgm:prSet>
      <dgm:spPr/>
    </dgm:pt>
    <dgm:pt modelId="{6A44F3AF-11CD-412D-BB68-00C85A36C271}" type="pres">
      <dgm:prSet presAssocID="{604B8660-1E16-4302-B33A-C2E9B9506DDD}" presName="parentText" presStyleLbl="node1" presStyleIdx="1" presStyleCnt="2">
        <dgm:presLayoutVars>
          <dgm:chMax val="0"/>
          <dgm:bulletEnabled val="1"/>
        </dgm:presLayoutVars>
      </dgm:prSet>
      <dgm:spPr/>
    </dgm:pt>
  </dgm:ptLst>
  <dgm:cxnLst>
    <dgm:cxn modelId="{D0810E29-4C2E-4C17-BF49-D2FF9074F943}" type="presOf" srcId="{C04735ED-E9B0-4CB2-AD9A-5DDDFC95C345}" destId="{71176718-FA4A-4F7A-B45C-265E49E990E0}" srcOrd="0" destOrd="0" presId="urn:microsoft.com/office/officeart/2005/8/layout/vList2"/>
    <dgm:cxn modelId="{66065535-CF48-46F9-AAF8-B79225A0A229}" type="presOf" srcId="{C061D690-F179-4CFC-A9F6-AC4E78EEBB33}" destId="{7E93A891-31E9-4B81-9AFD-0A2E11156525}" srcOrd="0" destOrd="0" presId="urn:microsoft.com/office/officeart/2005/8/layout/vList2"/>
    <dgm:cxn modelId="{59B5015B-7297-47B7-ACF9-E8062A06540B}" srcId="{C061D690-F179-4CFC-A9F6-AC4E78EEBB33}" destId="{4654C50F-1C61-406E-B51A-6F6891DA2D0A}" srcOrd="0" destOrd="0" parTransId="{918E3491-A285-4CD2-93F3-EE11ED69796D}" sibTransId="{F830BC09-1C86-4716-937F-3BDA0A94C750}"/>
    <dgm:cxn modelId="{29F74743-1616-46DA-82A3-2CDED050975E}" type="presOf" srcId="{4654C50F-1C61-406E-B51A-6F6891DA2D0A}" destId="{F5ACCFFF-BFF6-43E6-A5A5-E6453FE55503}" srcOrd="0" destOrd="0" presId="urn:microsoft.com/office/officeart/2005/8/layout/vList2"/>
    <dgm:cxn modelId="{EA426D66-958C-4AE1-AFE5-8393D06054AF}" srcId="{C061D690-F179-4CFC-A9F6-AC4E78EEBB33}" destId="{604B8660-1E16-4302-B33A-C2E9B9506DDD}" srcOrd="1" destOrd="0" parTransId="{A082B66F-834E-4045-B747-09D3574D7389}" sibTransId="{4115E9A8-F292-40E5-97D3-ED39D137C4B4}"/>
    <dgm:cxn modelId="{5FAC614C-0935-40E2-82A0-529845E7B697}" type="presOf" srcId="{604B8660-1E16-4302-B33A-C2E9B9506DDD}" destId="{6A44F3AF-11CD-412D-BB68-00C85A36C271}" srcOrd="0" destOrd="0" presId="urn:microsoft.com/office/officeart/2005/8/layout/vList2"/>
    <dgm:cxn modelId="{58E9EFFB-E8D3-4AF2-B061-F7F3E49A0654}" srcId="{4654C50F-1C61-406E-B51A-6F6891DA2D0A}" destId="{C04735ED-E9B0-4CB2-AD9A-5DDDFC95C345}" srcOrd="0" destOrd="0" parTransId="{56BA7783-AA3D-4929-9149-FCD567CBF931}" sibTransId="{784A25AF-4946-4CD4-9CB6-FD2F32C85F38}"/>
    <dgm:cxn modelId="{24A72024-EB18-4309-A2B0-C6F7769A480D}" type="presParOf" srcId="{7E93A891-31E9-4B81-9AFD-0A2E11156525}" destId="{F5ACCFFF-BFF6-43E6-A5A5-E6453FE55503}" srcOrd="0" destOrd="0" presId="urn:microsoft.com/office/officeart/2005/8/layout/vList2"/>
    <dgm:cxn modelId="{091E8507-C80C-4055-8AA5-BB4275E53913}" type="presParOf" srcId="{7E93A891-31E9-4B81-9AFD-0A2E11156525}" destId="{71176718-FA4A-4F7A-B45C-265E49E990E0}" srcOrd="1" destOrd="0" presId="urn:microsoft.com/office/officeart/2005/8/layout/vList2"/>
    <dgm:cxn modelId="{A653178E-A709-4B01-A560-437D8A244FFB}" type="presParOf" srcId="{7E93A891-31E9-4B81-9AFD-0A2E11156525}" destId="{6A44F3AF-11CD-412D-BB68-00C85A36C271}"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0D1443-8311-49DE-ACA0-4574C1512A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9A4E28C-41A7-4047-AA00-91EFCF8D5791}">
      <dgm:prSet/>
      <dgm:spPr/>
      <dgm:t>
        <a:bodyPr/>
        <a:lstStyle/>
        <a:p>
          <a:r>
            <a:rPr lang="en-US" b="1" i="0"/>
            <a:t>Level 0.5 </a:t>
          </a:r>
          <a:r>
            <a:rPr lang="en-US" b="0" i="0"/>
            <a:t>(Early Intervention) involves screening, brief intervention, referral, and treatment; early intervention services were expanded as a way to reach out to the nearly 20 million individuals who are pursuing addiction treatment</a:t>
          </a:r>
          <a:endParaRPr lang="en-US"/>
        </a:p>
      </dgm:t>
    </dgm:pt>
    <dgm:pt modelId="{38F79B9D-2C89-4710-AD47-CB28F5ECBFAE}" type="parTrans" cxnId="{8497105D-B3E2-4A01-966F-9CFB9421D6F0}">
      <dgm:prSet/>
      <dgm:spPr/>
      <dgm:t>
        <a:bodyPr/>
        <a:lstStyle/>
        <a:p>
          <a:endParaRPr lang="en-US"/>
        </a:p>
      </dgm:t>
    </dgm:pt>
    <dgm:pt modelId="{CD78356F-812F-4DF8-B346-AAB730C9EB13}" type="sibTrans" cxnId="{8497105D-B3E2-4A01-966F-9CFB9421D6F0}">
      <dgm:prSet/>
      <dgm:spPr/>
      <dgm:t>
        <a:bodyPr/>
        <a:lstStyle/>
        <a:p>
          <a:endParaRPr lang="en-US"/>
        </a:p>
      </dgm:t>
    </dgm:pt>
    <dgm:pt modelId="{2D20E13C-3785-463E-BB0D-DB8BF325A422}">
      <dgm:prSet/>
      <dgm:spPr/>
      <dgm:t>
        <a:bodyPr/>
        <a:lstStyle/>
        <a:p>
          <a:r>
            <a:rPr lang="en-US" b="1" i="0"/>
            <a:t>Level 1</a:t>
          </a:r>
          <a:r>
            <a:rPr lang="en-US" b="0" i="0"/>
            <a:t> (Outpatient Services) is considered a gateway for substance use treatment as well as a level of care that can focus on ongoing chronic addiction and abstinence</a:t>
          </a:r>
          <a:endParaRPr lang="en-US"/>
        </a:p>
      </dgm:t>
    </dgm:pt>
    <dgm:pt modelId="{2F936D67-B834-40B9-B258-17A4C5ABDCE0}" type="parTrans" cxnId="{675CDEC1-84A3-46D7-92AE-5E7AB636BCD9}">
      <dgm:prSet/>
      <dgm:spPr/>
      <dgm:t>
        <a:bodyPr/>
        <a:lstStyle/>
        <a:p>
          <a:endParaRPr lang="en-US"/>
        </a:p>
      </dgm:t>
    </dgm:pt>
    <dgm:pt modelId="{C8CFDA13-854F-43B0-AFDD-C5335E8B71C7}" type="sibTrans" cxnId="{675CDEC1-84A3-46D7-92AE-5E7AB636BCD9}">
      <dgm:prSet/>
      <dgm:spPr/>
      <dgm:t>
        <a:bodyPr/>
        <a:lstStyle/>
        <a:p>
          <a:endParaRPr lang="en-US"/>
        </a:p>
      </dgm:t>
    </dgm:pt>
    <dgm:pt modelId="{574C062A-EDFD-4812-B308-DFA40C75583B}">
      <dgm:prSet/>
      <dgm:spPr/>
      <dgm:t>
        <a:bodyPr/>
        <a:lstStyle/>
        <a:p>
          <a:r>
            <a:rPr lang="en-US" b="1" i="0"/>
            <a:t>Level 2</a:t>
          </a:r>
          <a:r>
            <a:rPr lang="en-US" b="0" i="0"/>
            <a:t> (Intensive Outpatient/Partial Hospitalization Services)</a:t>
          </a:r>
          <a:endParaRPr lang="en-US"/>
        </a:p>
      </dgm:t>
    </dgm:pt>
    <dgm:pt modelId="{4F44CAF2-68A6-4B82-89E9-F00D7A24B61F}" type="parTrans" cxnId="{AFA1A0CF-BC12-4E5C-88AF-62B0BBD8F135}">
      <dgm:prSet/>
      <dgm:spPr/>
      <dgm:t>
        <a:bodyPr/>
        <a:lstStyle/>
        <a:p>
          <a:endParaRPr lang="en-US"/>
        </a:p>
      </dgm:t>
    </dgm:pt>
    <dgm:pt modelId="{C99B1BE4-B98A-433F-BE28-AFFD0230FAEE}" type="sibTrans" cxnId="{AFA1A0CF-BC12-4E5C-88AF-62B0BBD8F135}">
      <dgm:prSet/>
      <dgm:spPr/>
      <dgm:t>
        <a:bodyPr/>
        <a:lstStyle/>
        <a:p>
          <a:endParaRPr lang="en-US"/>
        </a:p>
      </dgm:t>
    </dgm:pt>
    <dgm:pt modelId="{26AF19D4-C371-4014-A701-55BBADC7D86E}">
      <dgm:prSet/>
      <dgm:spPr/>
      <dgm:t>
        <a:bodyPr/>
        <a:lstStyle/>
        <a:p>
          <a:r>
            <a:rPr lang="en-US" b="1" i="0"/>
            <a:t>Level 3 </a:t>
          </a:r>
          <a:r>
            <a:rPr lang="en-US" b="0" i="0"/>
            <a:t>(Residential/Inpatient Services)</a:t>
          </a:r>
          <a:endParaRPr lang="en-US"/>
        </a:p>
      </dgm:t>
    </dgm:pt>
    <dgm:pt modelId="{1BD0DD15-4EB1-4D80-A876-189D333E2B4F}" type="parTrans" cxnId="{B7DBDC96-F89F-4363-9AD1-5216B95BFD08}">
      <dgm:prSet/>
      <dgm:spPr/>
      <dgm:t>
        <a:bodyPr/>
        <a:lstStyle/>
        <a:p>
          <a:endParaRPr lang="en-US"/>
        </a:p>
      </dgm:t>
    </dgm:pt>
    <dgm:pt modelId="{EB6BA906-4547-4253-9D8A-D4B5F470217E}" type="sibTrans" cxnId="{B7DBDC96-F89F-4363-9AD1-5216B95BFD08}">
      <dgm:prSet/>
      <dgm:spPr/>
      <dgm:t>
        <a:bodyPr/>
        <a:lstStyle/>
        <a:p>
          <a:endParaRPr lang="en-US"/>
        </a:p>
      </dgm:t>
    </dgm:pt>
    <dgm:pt modelId="{4061DD34-9093-4E05-8F46-B871E035F62D}">
      <dgm:prSet/>
      <dgm:spPr/>
      <dgm:t>
        <a:bodyPr/>
        <a:lstStyle/>
        <a:p>
          <a:r>
            <a:rPr lang="en-US" b="1" i="0"/>
            <a:t>Level 4</a:t>
          </a:r>
          <a:r>
            <a:rPr lang="en-US" b="0" i="0"/>
            <a:t> (Medically Managed Intensive Inpatient Services)</a:t>
          </a:r>
          <a:endParaRPr lang="en-US"/>
        </a:p>
      </dgm:t>
    </dgm:pt>
    <dgm:pt modelId="{14EF7F36-8959-44BB-B3D9-12EFF5C07E70}" type="parTrans" cxnId="{18CDB4A9-40FF-447F-B6C8-AE65F5FC387A}">
      <dgm:prSet/>
      <dgm:spPr/>
      <dgm:t>
        <a:bodyPr/>
        <a:lstStyle/>
        <a:p>
          <a:endParaRPr lang="en-US"/>
        </a:p>
      </dgm:t>
    </dgm:pt>
    <dgm:pt modelId="{31D16CBB-DC82-485A-834D-75B07D89207E}" type="sibTrans" cxnId="{18CDB4A9-40FF-447F-B6C8-AE65F5FC387A}">
      <dgm:prSet/>
      <dgm:spPr/>
      <dgm:t>
        <a:bodyPr/>
        <a:lstStyle/>
        <a:p>
          <a:endParaRPr lang="en-US"/>
        </a:p>
      </dgm:t>
    </dgm:pt>
    <dgm:pt modelId="{539BD1DF-0537-4176-8E19-6AD1FBA632A0}" type="pres">
      <dgm:prSet presAssocID="{960D1443-8311-49DE-ACA0-4574C1512A43}" presName="linear" presStyleCnt="0">
        <dgm:presLayoutVars>
          <dgm:animLvl val="lvl"/>
          <dgm:resizeHandles val="exact"/>
        </dgm:presLayoutVars>
      </dgm:prSet>
      <dgm:spPr/>
    </dgm:pt>
    <dgm:pt modelId="{436CD0BD-26A2-4433-8942-B9ECDDC992D3}" type="pres">
      <dgm:prSet presAssocID="{D9A4E28C-41A7-4047-AA00-91EFCF8D5791}" presName="parentText" presStyleLbl="node1" presStyleIdx="0" presStyleCnt="5">
        <dgm:presLayoutVars>
          <dgm:chMax val="0"/>
          <dgm:bulletEnabled val="1"/>
        </dgm:presLayoutVars>
      </dgm:prSet>
      <dgm:spPr/>
    </dgm:pt>
    <dgm:pt modelId="{D55C7150-2EEB-45D4-A9A4-1CB0A40C64CA}" type="pres">
      <dgm:prSet presAssocID="{CD78356F-812F-4DF8-B346-AAB730C9EB13}" presName="spacer" presStyleCnt="0"/>
      <dgm:spPr/>
    </dgm:pt>
    <dgm:pt modelId="{C47356C0-2AB0-445B-9492-508A341CCF1C}" type="pres">
      <dgm:prSet presAssocID="{2D20E13C-3785-463E-BB0D-DB8BF325A422}" presName="parentText" presStyleLbl="node1" presStyleIdx="1" presStyleCnt="5">
        <dgm:presLayoutVars>
          <dgm:chMax val="0"/>
          <dgm:bulletEnabled val="1"/>
        </dgm:presLayoutVars>
      </dgm:prSet>
      <dgm:spPr/>
    </dgm:pt>
    <dgm:pt modelId="{3A571208-DF95-4414-A39C-E5419692EEFA}" type="pres">
      <dgm:prSet presAssocID="{C8CFDA13-854F-43B0-AFDD-C5335E8B71C7}" presName="spacer" presStyleCnt="0"/>
      <dgm:spPr/>
    </dgm:pt>
    <dgm:pt modelId="{A3B8C9DC-5F47-4A30-8EAD-0D1A8A3DE351}" type="pres">
      <dgm:prSet presAssocID="{574C062A-EDFD-4812-B308-DFA40C75583B}" presName="parentText" presStyleLbl="node1" presStyleIdx="2" presStyleCnt="5">
        <dgm:presLayoutVars>
          <dgm:chMax val="0"/>
          <dgm:bulletEnabled val="1"/>
        </dgm:presLayoutVars>
      </dgm:prSet>
      <dgm:spPr/>
    </dgm:pt>
    <dgm:pt modelId="{CA1893BD-179F-4444-A206-D79AAA775A75}" type="pres">
      <dgm:prSet presAssocID="{C99B1BE4-B98A-433F-BE28-AFFD0230FAEE}" presName="spacer" presStyleCnt="0"/>
      <dgm:spPr/>
    </dgm:pt>
    <dgm:pt modelId="{6828888F-09EC-4565-AE0C-1CFF237EACC2}" type="pres">
      <dgm:prSet presAssocID="{26AF19D4-C371-4014-A701-55BBADC7D86E}" presName="parentText" presStyleLbl="node1" presStyleIdx="3" presStyleCnt="5">
        <dgm:presLayoutVars>
          <dgm:chMax val="0"/>
          <dgm:bulletEnabled val="1"/>
        </dgm:presLayoutVars>
      </dgm:prSet>
      <dgm:spPr/>
    </dgm:pt>
    <dgm:pt modelId="{5E2975F2-B15D-4C95-85F7-3FF937624036}" type="pres">
      <dgm:prSet presAssocID="{EB6BA906-4547-4253-9D8A-D4B5F470217E}" presName="spacer" presStyleCnt="0"/>
      <dgm:spPr/>
    </dgm:pt>
    <dgm:pt modelId="{02386F6A-9167-489B-A00C-FA04B2C6687B}" type="pres">
      <dgm:prSet presAssocID="{4061DD34-9093-4E05-8F46-B871E035F62D}" presName="parentText" presStyleLbl="node1" presStyleIdx="4" presStyleCnt="5">
        <dgm:presLayoutVars>
          <dgm:chMax val="0"/>
          <dgm:bulletEnabled val="1"/>
        </dgm:presLayoutVars>
      </dgm:prSet>
      <dgm:spPr/>
    </dgm:pt>
  </dgm:ptLst>
  <dgm:cxnLst>
    <dgm:cxn modelId="{04990A1D-CE32-46D7-BE63-0581781F9692}" type="presOf" srcId="{960D1443-8311-49DE-ACA0-4574C1512A43}" destId="{539BD1DF-0537-4176-8E19-6AD1FBA632A0}" srcOrd="0" destOrd="0" presId="urn:microsoft.com/office/officeart/2005/8/layout/vList2"/>
    <dgm:cxn modelId="{2730D538-ED71-467D-91FA-9F806348FA76}" type="presOf" srcId="{26AF19D4-C371-4014-A701-55BBADC7D86E}" destId="{6828888F-09EC-4565-AE0C-1CFF237EACC2}" srcOrd="0" destOrd="0" presId="urn:microsoft.com/office/officeart/2005/8/layout/vList2"/>
    <dgm:cxn modelId="{8497105D-B3E2-4A01-966F-9CFB9421D6F0}" srcId="{960D1443-8311-49DE-ACA0-4574C1512A43}" destId="{D9A4E28C-41A7-4047-AA00-91EFCF8D5791}" srcOrd="0" destOrd="0" parTransId="{38F79B9D-2C89-4710-AD47-CB28F5ECBFAE}" sibTransId="{CD78356F-812F-4DF8-B346-AAB730C9EB13}"/>
    <dgm:cxn modelId="{9BA5E474-9FC6-478E-B089-FF83D49C1F52}" type="presOf" srcId="{2D20E13C-3785-463E-BB0D-DB8BF325A422}" destId="{C47356C0-2AB0-445B-9492-508A341CCF1C}" srcOrd="0" destOrd="0" presId="urn:microsoft.com/office/officeart/2005/8/layout/vList2"/>
    <dgm:cxn modelId="{4ADB577F-0C16-48A2-B3B2-9EBA0817F0D5}" type="presOf" srcId="{D9A4E28C-41A7-4047-AA00-91EFCF8D5791}" destId="{436CD0BD-26A2-4433-8942-B9ECDDC992D3}" srcOrd="0" destOrd="0" presId="urn:microsoft.com/office/officeart/2005/8/layout/vList2"/>
    <dgm:cxn modelId="{B7DBDC96-F89F-4363-9AD1-5216B95BFD08}" srcId="{960D1443-8311-49DE-ACA0-4574C1512A43}" destId="{26AF19D4-C371-4014-A701-55BBADC7D86E}" srcOrd="3" destOrd="0" parTransId="{1BD0DD15-4EB1-4D80-A876-189D333E2B4F}" sibTransId="{EB6BA906-4547-4253-9D8A-D4B5F470217E}"/>
    <dgm:cxn modelId="{18CDB4A9-40FF-447F-B6C8-AE65F5FC387A}" srcId="{960D1443-8311-49DE-ACA0-4574C1512A43}" destId="{4061DD34-9093-4E05-8F46-B871E035F62D}" srcOrd="4" destOrd="0" parTransId="{14EF7F36-8959-44BB-B3D9-12EFF5C07E70}" sibTransId="{31D16CBB-DC82-485A-834D-75B07D89207E}"/>
    <dgm:cxn modelId="{B9DF02B0-429B-4AF6-8694-DCEB7614C0D8}" type="presOf" srcId="{574C062A-EDFD-4812-B308-DFA40C75583B}" destId="{A3B8C9DC-5F47-4A30-8EAD-0D1A8A3DE351}" srcOrd="0" destOrd="0" presId="urn:microsoft.com/office/officeart/2005/8/layout/vList2"/>
    <dgm:cxn modelId="{899CE2B4-2EA1-4966-8F46-E1083BDBA081}" type="presOf" srcId="{4061DD34-9093-4E05-8F46-B871E035F62D}" destId="{02386F6A-9167-489B-A00C-FA04B2C6687B}" srcOrd="0" destOrd="0" presId="urn:microsoft.com/office/officeart/2005/8/layout/vList2"/>
    <dgm:cxn modelId="{675CDEC1-84A3-46D7-92AE-5E7AB636BCD9}" srcId="{960D1443-8311-49DE-ACA0-4574C1512A43}" destId="{2D20E13C-3785-463E-BB0D-DB8BF325A422}" srcOrd="1" destOrd="0" parTransId="{2F936D67-B834-40B9-B258-17A4C5ABDCE0}" sibTransId="{C8CFDA13-854F-43B0-AFDD-C5335E8B71C7}"/>
    <dgm:cxn modelId="{AFA1A0CF-BC12-4E5C-88AF-62B0BBD8F135}" srcId="{960D1443-8311-49DE-ACA0-4574C1512A43}" destId="{574C062A-EDFD-4812-B308-DFA40C75583B}" srcOrd="2" destOrd="0" parTransId="{4F44CAF2-68A6-4B82-89E9-F00D7A24B61F}" sibTransId="{C99B1BE4-B98A-433F-BE28-AFFD0230FAEE}"/>
    <dgm:cxn modelId="{B8DF11B2-B87A-4A68-AFC8-23982DE2E276}" type="presParOf" srcId="{539BD1DF-0537-4176-8E19-6AD1FBA632A0}" destId="{436CD0BD-26A2-4433-8942-B9ECDDC992D3}" srcOrd="0" destOrd="0" presId="urn:microsoft.com/office/officeart/2005/8/layout/vList2"/>
    <dgm:cxn modelId="{2BA10A17-45FC-4F96-9B9A-8E3CF8DADFB0}" type="presParOf" srcId="{539BD1DF-0537-4176-8E19-6AD1FBA632A0}" destId="{D55C7150-2EEB-45D4-A9A4-1CB0A40C64CA}" srcOrd="1" destOrd="0" presId="urn:microsoft.com/office/officeart/2005/8/layout/vList2"/>
    <dgm:cxn modelId="{704D6DCB-5D40-4DEF-9CCD-B36ACD86157F}" type="presParOf" srcId="{539BD1DF-0537-4176-8E19-6AD1FBA632A0}" destId="{C47356C0-2AB0-445B-9492-508A341CCF1C}" srcOrd="2" destOrd="0" presId="urn:microsoft.com/office/officeart/2005/8/layout/vList2"/>
    <dgm:cxn modelId="{230C6CC1-C2AE-4A4A-961B-59D665FC710A}" type="presParOf" srcId="{539BD1DF-0537-4176-8E19-6AD1FBA632A0}" destId="{3A571208-DF95-4414-A39C-E5419692EEFA}" srcOrd="3" destOrd="0" presId="urn:microsoft.com/office/officeart/2005/8/layout/vList2"/>
    <dgm:cxn modelId="{552D999B-25F3-4A65-974B-961B154341E2}" type="presParOf" srcId="{539BD1DF-0537-4176-8E19-6AD1FBA632A0}" destId="{A3B8C9DC-5F47-4A30-8EAD-0D1A8A3DE351}" srcOrd="4" destOrd="0" presId="urn:microsoft.com/office/officeart/2005/8/layout/vList2"/>
    <dgm:cxn modelId="{357A0A91-64ED-46CC-BE54-2614A68FA667}" type="presParOf" srcId="{539BD1DF-0537-4176-8E19-6AD1FBA632A0}" destId="{CA1893BD-179F-4444-A206-D79AAA775A75}" srcOrd="5" destOrd="0" presId="urn:microsoft.com/office/officeart/2005/8/layout/vList2"/>
    <dgm:cxn modelId="{2F8E8F63-BC65-44AB-A133-0CF97F71BC63}" type="presParOf" srcId="{539BD1DF-0537-4176-8E19-6AD1FBA632A0}" destId="{6828888F-09EC-4565-AE0C-1CFF237EACC2}" srcOrd="6" destOrd="0" presId="urn:microsoft.com/office/officeart/2005/8/layout/vList2"/>
    <dgm:cxn modelId="{7451A4E2-F265-44F3-9B9D-862572BDD4BF}" type="presParOf" srcId="{539BD1DF-0537-4176-8E19-6AD1FBA632A0}" destId="{5E2975F2-B15D-4C95-85F7-3FF937624036}" srcOrd="7" destOrd="0" presId="urn:microsoft.com/office/officeart/2005/8/layout/vList2"/>
    <dgm:cxn modelId="{F61483F9-91C7-405F-BF24-3C8DC5FF2702}" type="presParOf" srcId="{539BD1DF-0537-4176-8E19-6AD1FBA632A0}" destId="{02386F6A-9167-489B-A00C-FA04B2C6687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D902AB-8FBB-4A7D-82F4-9211F3E08D2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85ECD58-ED3B-4EE4-B00F-D8C905B2C837}">
      <dgm:prSet/>
      <dgm:spPr/>
      <dgm:t>
        <a:bodyPr/>
        <a:lstStyle/>
        <a:p>
          <a:r>
            <a:rPr lang="en-US" b="0" i="0">
              <a:solidFill>
                <a:schemeClr val="tx1"/>
              </a:solidFill>
            </a:rPr>
            <a:t>Crisis counselors have numerous opportunities to make a difference in the lives of victims and survivors of I P V.</a:t>
          </a:r>
          <a:endParaRPr lang="en-US">
            <a:solidFill>
              <a:schemeClr val="tx1"/>
            </a:solidFill>
          </a:endParaRPr>
        </a:p>
      </dgm:t>
    </dgm:pt>
    <dgm:pt modelId="{4CD6B0C2-D862-4F13-A01F-6EC37F27D115}" type="parTrans" cxnId="{128F0231-2FAE-4AF5-87B0-57B2CF2D0F10}">
      <dgm:prSet/>
      <dgm:spPr/>
      <dgm:t>
        <a:bodyPr/>
        <a:lstStyle/>
        <a:p>
          <a:endParaRPr lang="en-US"/>
        </a:p>
      </dgm:t>
    </dgm:pt>
    <dgm:pt modelId="{D266F02B-2EC6-4450-B305-A20051629D42}" type="sibTrans" cxnId="{128F0231-2FAE-4AF5-87B0-57B2CF2D0F10}">
      <dgm:prSet/>
      <dgm:spPr/>
      <dgm:t>
        <a:bodyPr/>
        <a:lstStyle/>
        <a:p>
          <a:endParaRPr lang="en-US"/>
        </a:p>
      </dgm:t>
    </dgm:pt>
    <dgm:pt modelId="{ED3B991C-197F-41CB-B639-D3D427DDBF61}">
      <dgm:prSet/>
      <dgm:spPr/>
      <dgm:t>
        <a:bodyPr/>
        <a:lstStyle/>
        <a:p>
          <a:r>
            <a:rPr lang="en-US" b="0" i="0" dirty="0">
              <a:solidFill>
                <a:schemeClr val="tx1"/>
              </a:solidFill>
            </a:rPr>
            <a:t>These opportunities include accurate screening, use of Q-tree assessments, effective responses to I P V disclosure, implementing effective harm reduction and safety planning, intentional referrals to I P V shelters, and helping clients navigate the emotional ramifications of I P V.</a:t>
          </a:r>
          <a:endParaRPr lang="en-US" dirty="0">
            <a:solidFill>
              <a:schemeClr val="tx1"/>
            </a:solidFill>
          </a:endParaRPr>
        </a:p>
      </dgm:t>
    </dgm:pt>
    <dgm:pt modelId="{BDD7787F-AA01-4D47-BCCC-F7331209525E}" type="parTrans" cxnId="{3DE7F57E-7D82-4DD5-B988-CD942DE84193}">
      <dgm:prSet/>
      <dgm:spPr/>
      <dgm:t>
        <a:bodyPr/>
        <a:lstStyle/>
        <a:p>
          <a:endParaRPr lang="en-US"/>
        </a:p>
      </dgm:t>
    </dgm:pt>
    <dgm:pt modelId="{F156E324-9D48-491B-92D5-4CF9B8904D3A}" type="sibTrans" cxnId="{3DE7F57E-7D82-4DD5-B988-CD942DE84193}">
      <dgm:prSet/>
      <dgm:spPr/>
      <dgm:t>
        <a:bodyPr/>
        <a:lstStyle/>
        <a:p>
          <a:endParaRPr lang="en-US"/>
        </a:p>
      </dgm:t>
    </dgm:pt>
    <dgm:pt modelId="{DA715FAA-F476-4184-908B-D5F87B74C6FD}" type="pres">
      <dgm:prSet presAssocID="{A1D902AB-8FBB-4A7D-82F4-9211F3E08D26}" presName="root" presStyleCnt="0">
        <dgm:presLayoutVars>
          <dgm:dir/>
          <dgm:resizeHandles val="exact"/>
        </dgm:presLayoutVars>
      </dgm:prSet>
      <dgm:spPr/>
    </dgm:pt>
    <dgm:pt modelId="{43F2DF94-3C8B-4AB0-AA6C-4931AB0B5585}" type="pres">
      <dgm:prSet presAssocID="{285ECD58-ED3B-4EE4-B00F-D8C905B2C837}" presName="compNode" presStyleCnt="0"/>
      <dgm:spPr/>
    </dgm:pt>
    <dgm:pt modelId="{EB6BDA9C-8830-4DED-BA64-11B586CCEA8F}" type="pres">
      <dgm:prSet presAssocID="{285ECD58-ED3B-4EE4-B00F-D8C905B2C837}" presName="bgRect" presStyleLbl="bgShp" presStyleIdx="0" presStyleCnt="2"/>
      <dgm:spPr/>
    </dgm:pt>
    <dgm:pt modelId="{4DB5F005-9BEB-4601-A575-4BE9E568D720}" type="pres">
      <dgm:prSet presAssocID="{285ECD58-ED3B-4EE4-B00F-D8C905B2C83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4D174593-A5D8-488F-95A8-CF3192C2A697}" type="pres">
      <dgm:prSet presAssocID="{285ECD58-ED3B-4EE4-B00F-D8C905B2C837}" presName="spaceRect" presStyleCnt="0"/>
      <dgm:spPr/>
    </dgm:pt>
    <dgm:pt modelId="{63169E8B-3D1F-459E-9354-21B114B064E1}" type="pres">
      <dgm:prSet presAssocID="{285ECD58-ED3B-4EE4-B00F-D8C905B2C837}" presName="parTx" presStyleLbl="revTx" presStyleIdx="0" presStyleCnt="2">
        <dgm:presLayoutVars>
          <dgm:chMax val="0"/>
          <dgm:chPref val="0"/>
        </dgm:presLayoutVars>
      </dgm:prSet>
      <dgm:spPr/>
    </dgm:pt>
    <dgm:pt modelId="{43422911-C6BA-435D-8142-A3B4995FA65C}" type="pres">
      <dgm:prSet presAssocID="{D266F02B-2EC6-4450-B305-A20051629D42}" presName="sibTrans" presStyleCnt="0"/>
      <dgm:spPr/>
    </dgm:pt>
    <dgm:pt modelId="{02ECF83F-58C4-4C10-B0C7-2FBAF0E94995}" type="pres">
      <dgm:prSet presAssocID="{ED3B991C-197F-41CB-B639-D3D427DDBF61}" presName="compNode" presStyleCnt="0"/>
      <dgm:spPr/>
    </dgm:pt>
    <dgm:pt modelId="{7F631FD0-6043-486E-AE0C-4BE08F288BD2}" type="pres">
      <dgm:prSet presAssocID="{ED3B991C-197F-41CB-B639-D3D427DDBF61}" presName="bgRect" presStyleLbl="bgShp" presStyleIdx="1" presStyleCnt="2"/>
      <dgm:spPr/>
    </dgm:pt>
    <dgm:pt modelId="{D025A8F8-6A73-4E13-924F-FDD6E214DF10}" type="pres">
      <dgm:prSet presAssocID="{ED3B991C-197F-41CB-B639-D3D427DDBF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51EC1B31-949C-405E-B1E4-045253F4FBF4}" type="pres">
      <dgm:prSet presAssocID="{ED3B991C-197F-41CB-B639-D3D427DDBF61}" presName="spaceRect" presStyleCnt="0"/>
      <dgm:spPr/>
    </dgm:pt>
    <dgm:pt modelId="{681D22C7-6F71-4CCA-AEB5-8221DDD2934A}" type="pres">
      <dgm:prSet presAssocID="{ED3B991C-197F-41CB-B639-D3D427DDBF61}" presName="parTx" presStyleLbl="revTx" presStyleIdx="1" presStyleCnt="2">
        <dgm:presLayoutVars>
          <dgm:chMax val="0"/>
          <dgm:chPref val="0"/>
        </dgm:presLayoutVars>
      </dgm:prSet>
      <dgm:spPr/>
    </dgm:pt>
  </dgm:ptLst>
  <dgm:cxnLst>
    <dgm:cxn modelId="{128F0231-2FAE-4AF5-87B0-57B2CF2D0F10}" srcId="{A1D902AB-8FBB-4A7D-82F4-9211F3E08D26}" destId="{285ECD58-ED3B-4EE4-B00F-D8C905B2C837}" srcOrd="0" destOrd="0" parTransId="{4CD6B0C2-D862-4F13-A01F-6EC37F27D115}" sibTransId="{D266F02B-2EC6-4450-B305-A20051629D42}"/>
    <dgm:cxn modelId="{03A2B26B-5FE7-4857-A418-CB31DA248800}" type="presOf" srcId="{285ECD58-ED3B-4EE4-B00F-D8C905B2C837}" destId="{63169E8B-3D1F-459E-9354-21B114B064E1}" srcOrd="0" destOrd="0" presId="urn:microsoft.com/office/officeart/2018/2/layout/IconVerticalSolidList"/>
    <dgm:cxn modelId="{1CB9B572-74F4-4FEA-9233-2E947D19E02D}" type="presOf" srcId="{ED3B991C-197F-41CB-B639-D3D427DDBF61}" destId="{681D22C7-6F71-4CCA-AEB5-8221DDD2934A}" srcOrd="0" destOrd="0" presId="urn:microsoft.com/office/officeart/2018/2/layout/IconVerticalSolidList"/>
    <dgm:cxn modelId="{3DE7F57E-7D82-4DD5-B988-CD942DE84193}" srcId="{A1D902AB-8FBB-4A7D-82F4-9211F3E08D26}" destId="{ED3B991C-197F-41CB-B639-D3D427DDBF61}" srcOrd="1" destOrd="0" parTransId="{BDD7787F-AA01-4D47-BCCC-F7331209525E}" sibTransId="{F156E324-9D48-491B-92D5-4CF9B8904D3A}"/>
    <dgm:cxn modelId="{BE0F5C9C-3AA1-4B83-AB75-271BF47149B7}" type="presOf" srcId="{A1D902AB-8FBB-4A7D-82F4-9211F3E08D26}" destId="{DA715FAA-F476-4184-908B-D5F87B74C6FD}" srcOrd="0" destOrd="0" presId="urn:microsoft.com/office/officeart/2018/2/layout/IconVerticalSolidList"/>
    <dgm:cxn modelId="{FE6C7FA1-081C-41FF-9546-0322DC4ADC83}" type="presParOf" srcId="{DA715FAA-F476-4184-908B-D5F87B74C6FD}" destId="{43F2DF94-3C8B-4AB0-AA6C-4931AB0B5585}" srcOrd="0" destOrd="0" presId="urn:microsoft.com/office/officeart/2018/2/layout/IconVerticalSolidList"/>
    <dgm:cxn modelId="{08E4E047-896A-40C8-AC5A-C768C4922BF6}" type="presParOf" srcId="{43F2DF94-3C8B-4AB0-AA6C-4931AB0B5585}" destId="{EB6BDA9C-8830-4DED-BA64-11B586CCEA8F}" srcOrd="0" destOrd="0" presId="urn:microsoft.com/office/officeart/2018/2/layout/IconVerticalSolidList"/>
    <dgm:cxn modelId="{1E53B02F-5C77-4CA2-AA89-E0CD96B1AB69}" type="presParOf" srcId="{43F2DF94-3C8B-4AB0-AA6C-4931AB0B5585}" destId="{4DB5F005-9BEB-4601-A575-4BE9E568D720}" srcOrd="1" destOrd="0" presId="urn:microsoft.com/office/officeart/2018/2/layout/IconVerticalSolidList"/>
    <dgm:cxn modelId="{6FE65BBA-9C33-411B-92B7-7E73532E62EC}" type="presParOf" srcId="{43F2DF94-3C8B-4AB0-AA6C-4931AB0B5585}" destId="{4D174593-A5D8-488F-95A8-CF3192C2A697}" srcOrd="2" destOrd="0" presId="urn:microsoft.com/office/officeart/2018/2/layout/IconVerticalSolidList"/>
    <dgm:cxn modelId="{BF083AAB-182C-4184-92C7-32E90730CFA3}" type="presParOf" srcId="{43F2DF94-3C8B-4AB0-AA6C-4931AB0B5585}" destId="{63169E8B-3D1F-459E-9354-21B114B064E1}" srcOrd="3" destOrd="0" presId="urn:microsoft.com/office/officeart/2018/2/layout/IconVerticalSolidList"/>
    <dgm:cxn modelId="{4896B06B-E50F-43EB-A9EB-07DFDEE591AD}" type="presParOf" srcId="{DA715FAA-F476-4184-908B-D5F87B74C6FD}" destId="{43422911-C6BA-435D-8142-A3B4995FA65C}" srcOrd="1" destOrd="0" presId="urn:microsoft.com/office/officeart/2018/2/layout/IconVerticalSolidList"/>
    <dgm:cxn modelId="{3DA36066-1502-4C2B-8AA2-C523ED3D9F33}" type="presParOf" srcId="{DA715FAA-F476-4184-908B-D5F87B74C6FD}" destId="{02ECF83F-58C4-4C10-B0C7-2FBAF0E94995}" srcOrd="2" destOrd="0" presId="urn:microsoft.com/office/officeart/2018/2/layout/IconVerticalSolidList"/>
    <dgm:cxn modelId="{631F9BCF-B2BD-4B0D-880E-FA08321E2CE4}" type="presParOf" srcId="{02ECF83F-58C4-4C10-B0C7-2FBAF0E94995}" destId="{7F631FD0-6043-486E-AE0C-4BE08F288BD2}" srcOrd="0" destOrd="0" presId="urn:microsoft.com/office/officeart/2018/2/layout/IconVerticalSolidList"/>
    <dgm:cxn modelId="{6636F335-353E-4126-8D8F-C170BABEF57A}" type="presParOf" srcId="{02ECF83F-58C4-4C10-B0C7-2FBAF0E94995}" destId="{D025A8F8-6A73-4E13-924F-FDD6E214DF10}" srcOrd="1" destOrd="0" presId="urn:microsoft.com/office/officeart/2018/2/layout/IconVerticalSolidList"/>
    <dgm:cxn modelId="{AEFDA957-3F43-475C-AD30-4195C180E35D}" type="presParOf" srcId="{02ECF83F-58C4-4C10-B0C7-2FBAF0E94995}" destId="{51EC1B31-949C-405E-B1E4-045253F4FBF4}" srcOrd="2" destOrd="0" presId="urn:microsoft.com/office/officeart/2018/2/layout/IconVerticalSolidList"/>
    <dgm:cxn modelId="{BD85CEAA-CA75-4808-9D08-D52E75F897CC}" type="presParOf" srcId="{02ECF83F-58C4-4C10-B0C7-2FBAF0E94995}" destId="{681D22C7-6F71-4CCA-AEB5-8221DDD293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D53B7E-E1C1-473F-B728-103A62B5DE5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E6760DA-0B6C-4F8A-B0EC-F4BEEB0C9A53}">
      <dgm:prSet/>
      <dgm:spPr/>
      <dgm:t>
        <a:bodyPr/>
        <a:lstStyle/>
        <a:p>
          <a:r>
            <a:rPr lang="en-US"/>
            <a:t>Due to the prevalence of I P V/D V, it is generally agreed that I P V/D V screening should be universal.</a:t>
          </a:r>
        </a:p>
      </dgm:t>
    </dgm:pt>
    <dgm:pt modelId="{C0A791B5-ADBE-48BF-BDE9-48168EEA3865}" type="parTrans" cxnId="{8CB827EA-A53C-4A4E-9B46-360CC82AF6C9}">
      <dgm:prSet/>
      <dgm:spPr/>
      <dgm:t>
        <a:bodyPr/>
        <a:lstStyle/>
        <a:p>
          <a:endParaRPr lang="en-US"/>
        </a:p>
      </dgm:t>
    </dgm:pt>
    <dgm:pt modelId="{2FAD7D8A-833F-43D3-B7CC-4660BC9478E1}" type="sibTrans" cxnId="{8CB827EA-A53C-4A4E-9B46-360CC82AF6C9}">
      <dgm:prSet/>
      <dgm:spPr/>
      <dgm:t>
        <a:bodyPr/>
        <a:lstStyle/>
        <a:p>
          <a:endParaRPr lang="en-US"/>
        </a:p>
      </dgm:t>
    </dgm:pt>
    <dgm:pt modelId="{DBE2367D-3046-4749-AD21-269CE29A634D}">
      <dgm:prSet/>
      <dgm:spPr/>
      <dgm:t>
        <a:bodyPr/>
        <a:lstStyle/>
        <a:p>
          <a:r>
            <a:rPr lang="en-US"/>
            <a:t>A primary barrier to universal I P V/D V screening is the lack of knowledge of and training on how to ask about I P V/D V, how to recognize symptoms that may indicate an individual is experiencing abuse, and how to respond if I P V/D V is disclosed.</a:t>
          </a:r>
        </a:p>
      </dgm:t>
    </dgm:pt>
    <dgm:pt modelId="{248753A4-A843-4C7A-89E4-251BA3876751}" type="parTrans" cxnId="{98AD4FB6-CDB7-49E9-894C-7B4B5C3ABB6D}">
      <dgm:prSet/>
      <dgm:spPr/>
      <dgm:t>
        <a:bodyPr/>
        <a:lstStyle/>
        <a:p>
          <a:endParaRPr lang="en-US"/>
        </a:p>
      </dgm:t>
    </dgm:pt>
    <dgm:pt modelId="{093A2FF0-D9A5-43C0-81C8-8770E37B2998}" type="sibTrans" cxnId="{98AD4FB6-CDB7-49E9-894C-7B4B5C3ABB6D}">
      <dgm:prSet/>
      <dgm:spPr/>
      <dgm:t>
        <a:bodyPr/>
        <a:lstStyle/>
        <a:p>
          <a:endParaRPr lang="en-US"/>
        </a:p>
      </dgm:t>
    </dgm:pt>
    <dgm:pt modelId="{74D79A75-8D3A-411F-972A-E229E2235C27}">
      <dgm:prSet/>
      <dgm:spPr/>
      <dgm:t>
        <a:bodyPr/>
        <a:lstStyle/>
        <a:p>
          <a:r>
            <a:rPr lang="en-US"/>
            <a:t>Once a safe environment and rapport are established, counselors should ask directly about I P V/D V, gathering as many concrete and specific details as possible.</a:t>
          </a:r>
        </a:p>
      </dgm:t>
    </dgm:pt>
    <dgm:pt modelId="{DED9DEEE-2C65-4C28-9672-C1881DC6B5F3}" type="parTrans" cxnId="{4CCFA8BC-58AC-40C4-B48F-E1D226DD53C7}">
      <dgm:prSet/>
      <dgm:spPr/>
      <dgm:t>
        <a:bodyPr/>
        <a:lstStyle/>
        <a:p>
          <a:endParaRPr lang="en-US"/>
        </a:p>
      </dgm:t>
    </dgm:pt>
    <dgm:pt modelId="{4E3E2F2B-0532-4DA5-A748-2C09765FE45E}" type="sibTrans" cxnId="{4CCFA8BC-58AC-40C4-B48F-E1D226DD53C7}">
      <dgm:prSet/>
      <dgm:spPr/>
      <dgm:t>
        <a:bodyPr/>
        <a:lstStyle/>
        <a:p>
          <a:endParaRPr lang="en-US"/>
        </a:p>
      </dgm:t>
    </dgm:pt>
    <dgm:pt modelId="{621268E9-D081-49D2-9C88-47F2FBCB68A5}">
      <dgm:prSet/>
      <dgm:spPr/>
      <dgm:t>
        <a:bodyPr/>
        <a:lstStyle/>
        <a:p>
          <a:r>
            <a:rPr lang="en-US"/>
            <a:t>Counselors should consider conducting a variety of assessments for lethality: suicidal, homicidal, and level of threat as perceived by the victim .</a:t>
          </a:r>
        </a:p>
      </dgm:t>
    </dgm:pt>
    <dgm:pt modelId="{8BEC514E-93A5-48DA-A859-018103FA9028}" type="parTrans" cxnId="{8F9F9CEE-DD4F-4D95-8F52-B8EED06ADC83}">
      <dgm:prSet/>
      <dgm:spPr/>
      <dgm:t>
        <a:bodyPr/>
        <a:lstStyle/>
        <a:p>
          <a:endParaRPr lang="en-US"/>
        </a:p>
      </dgm:t>
    </dgm:pt>
    <dgm:pt modelId="{5F51EC47-6721-42DB-B618-6527D94FA358}" type="sibTrans" cxnId="{8F9F9CEE-DD4F-4D95-8F52-B8EED06ADC83}">
      <dgm:prSet/>
      <dgm:spPr/>
      <dgm:t>
        <a:bodyPr/>
        <a:lstStyle/>
        <a:p>
          <a:endParaRPr lang="en-US"/>
        </a:p>
      </dgm:t>
    </dgm:pt>
    <dgm:pt modelId="{79B93314-8B40-4685-BDD1-748DE4213713}" type="pres">
      <dgm:prSet presAssocID="{61D53B7E-E1C1-473F-B728-103A62B5DE52}" presName="linear" presStyleCnt="0">
        <dgm:presLayoutVars>
          <dgm:animLvl val="lvl"/>
          <dgm:resizeHandles val="exact"/>
        </dgm:presLayoutVars>
      </dgm:prSet>
      <dgm:spPr/>
    </dgm:pt>
    <dgm:pt modelId="{2F95596A-80BF-4E4A-B842-8A0246F11D85}" type="pres">
      <dgm:prSet presAssocID="{AE6760DA-0B6C-4F8A-B0EC-F4BEEB0C9A53}" presName="parentText" presStyleLbl="node1" presStyleIdx="0" presStyleCnt="4">
        <dgm:presLayoutVars>
          <dgm:chMax val="0"/>
          <dgm:bulletEnabled val="1"/>
        </dgm:presLayoutVars>
      </dgm:prSet>
      <dgm:spPr/>
    </dgm:pt>
    <dgm:pt modelId="{DDAA1ECE-619F-4DA5-B026-AA848B5F996A}" type="pres">
      <dgm:prSet presAssocID="{2FAD7D8A-833F-43D3-B7CC-4660BC9478E1}" presName="spacer" presStyleCnt="0"/>
      <dgm:spPr/>
    </dgm:pt>
    <dgm:pt modelId="{FB7BA578-1A22-405B-AFBF-4F407515045F}" type="pres">
      <dgm:prSet presAssocID="{DBE2367D-3046-4749-AD21-269CE29A634D}" presName="parentText" presStyleLbl="node1" presStyleIdx="1" presStyleCnt="4">
        <dgm:presLayoutVars>
          <dgm:chMax val="0"/>
          <dgm:bulletEnabled val="1"/>
        </dgm:presLayoutVars>
      </dgm:prSet>
      <dgm:spPr/>
    </dgm:pt>
    <dgm:pt modelId="{A35C83DB-0D3E-4E29-BAD5-5D5E11EF8059}" type="pres">
      <dgm:prSet presAssocID="{093A2FF0-D9A5-43C0-81C8-8770E37B2998}" presName="spacer" presStyleCnt="0"/>
      <dgm:spPr/>
    </dgm:pt>
    <dgm:pt modelId="{2EB07149-56D3-4C40-8F44-3F76A6000B61}" type="pres">
      <dgm:prSet presAssocID="{74D79A75-8D3A-411F-972A-E229E2235C27}" presName="parentText" presStyleLbl="node1" presStyleIdx="2" presStyleCnt="4">
        <dgm:presLayoutVars>
          <dgm:chMax val="0"/>
          <dgm:bulletEnabled val="1"/>
        </dgm:presLayoutVars>
      </dgm:prSet>
      <dgm:spPr/>
    </dgm:pt>
    <dgm:pt modelId="{042D0497-F918-42D3-90F5-C768FF5A7525}" type="pres">
      <dgm:prSet presAssocID="{4E3E2F2B-0532-4DA5-A748-2C09765FE45E}" presName="spacer" presStyleCnt="0"/>
      <dgm:spPr/>
    </dgm:pt>
    <dgm:pt modelId="{F82B8676-8DF0-46CE-A011-061B51FAFC18}" type="pres">
      <dgm:prSet presAssocID="{621268E9-D081-49D2-9C88-47F2FBCB68A5}" presName="parentText" presStyleLbl="node1" presStyleIdx="3" presStyleCnt="4">
        <dgm:presLayoutVars>
          <dgm:chMax val="0"/>
          <dgm:bulletEnabled val="1"/>
        </dgm:presLayoutVars>
      </dgm:prSet>
      <dgm:spPr/>
    </dgm:pt>
  </dgm:ptLst>
  <dgm:cxnLst>
    <dgm:cxn modelId="{2258BA22-1122-41F2-BA4E-0900747F6DB6}" type="presOf" srcId="{AE6760DA-0B6C-4F8A-B0EC-F4BEEB0C9A53}" destId="{2F95596A-80BF-4E4A-B842-8A0246F11D85}" srcOrd="0" destOrd="0" presId="urn:microsoft.com/office/officeart/2005/8/layout/vList2"/>
    <dgm:cxn modelId="{365C6A61-2942-4A13-9AB1-1B6EC42B45AF}" type="presOf" srcId="{74D79A75-8D3A-411F-972A-E229E2235C27}" destId="{2EB07149-56D3-4C40-8F44-3F76A6000B61}" srcOrd="0" destOrd="0" presId="urn:microsoft.com/office/officeart/2005/8/layout/vList2"/>
    <dgm:cxn modelId="{98AD4FB6-CDB7-49E9-894C-7B4B5C3ABB6D}" srcId="{61D53B7E-E1C1-473F-B728-103A62B5DE52}" destId="{DBE2367D-3046-4749-AD21-269CE29A634D}" srcOrd="1" destOrd="0" parTransId="{248753A4-A843-4C7A-89E4-251BA3876751}" sibTransId="{093A2FF0-D9A5-43C0-81C8-8770E37B2998}"/>
    <dgm:cxn modelId="{E8C804BB-5770-414E-8CCD-647369856584}" type="presOf" srcId="{61D53B7E-E1C1-473F-B728-103A62B5DE52}" destId="{79B93314-8B40-4685-BDD1-748DE4213713}" srcOrd="0" destOrd="0" presId="urn:microsoft.com/office/officeart/2005/8/layout/vList2"/>
    <dgm:cxn modelId="{4CCFA8BC-58AC-40C4-B48F-E1D226DD53C7}" srcId="{61D53B7E-E1C1-473F-B728-103A62B5DE52}" destId="{74D79A75-8D3A-411F-972A-E229E2235C27}" srcOrd="2" destOrd="0" parTransId="{DED9DEEE-2C65-4C28-9672-C1881DC6B5F3}" sibTransId="{4E3E2F2B-0532-4DA5-A748-2C09765FE45E}"/>
    <dgm:cxn modelId="{78CF61C8-9619-4751-8401-39408A7CA973}" type="presOf" srcId="{621268E9-D081-49D2-9C88-47F2FBCB68A5}" destId="{F82B8676-8DF0-46CE-A011-061B51FAFC18}" srcOrd="0" destOrd="0" presId="urn:microsoft.com/office/officeart/2005/8/layout/vList2"/>
    <dgm:cxn modelId="{358DE7D4-CF7A-4916-B4D9-004BCBF4197E}" type="presOf" srcId="{DBE2367D-3046-4749-AD21-269CE29A634D}" destId="{FB7BA578-1A22-405B-AFBF-4F407515045F}" srcOrd="0" destOrd="0" presId="urn:microsoft.com/office/officeart/2005/8/layout/vList2"/>
    <dgm:cxn modelId="{8CB827EA-A53C-4A4E-9B46-360CC82AF6C9}" srcId="{61D53B7E-E1C1-473F-B728-103A62B5DE52}" destId="{AE6760DA-0B6C-4F8A-B0EC-F4BEEB0C9A53}" srcOrd="0" destOrd="0" parTransId="{C0A791B5-ADBE-48BF-BDE9-48168EEA3865}" sibTransId="{2FAD7D8A-833F-43D3-B7CC-4660BC9478E1}"/>
    <dgm:cxn modelId="{8F9F9CEE-DD4F-4D95-8F52-B8EED06ADC83}" srcId="{61D53B7E-E1C1-473F-B728-103A62B5DE52}" destId="{621268E9-D081-49D2-9C88-47F2FBCB68A5}" srcOrd="3" destOrd="0" parTransId="{8BEC514E-93A5-48DA-A859-018103FA9028}" sibTransId="{5F51EC47-6721-42DB-B618-6527D94FA358}"/>
    <dgm:cxn modelId="{CBD5C3B6-0E1F-4643-A490-CCF7E7E055E2}" type="presParOf" srcId="{79B93314-8B40-4685-BDD1-748DE4213713}" destId="{2F95596A-80BF-4E4A-B842-8A0246F11D85}" srcOrd="0" destOrd="0" presId="urn:microsoft.com/office/officeart/2005/8/layout/vList2"/>
    <dgm:cxn modelId="{8539477E-E16F-4381-9762-81304527F41B}" type="presParOf" srcId="{79B93314-8B40-4685-BDD1-748DE4213713}" destId="{DDAA1ECE-619F-4DA5-B026-AA848B5F996A}" srcOrd="1" destOrd="0" presId="urn:microsoft.com/office/officeart/2005/8/layout/vList2"/>
    <dgm:cxn modelId="{52849863-BD86-4FA6-9B4E-4425A1187775}" type="presParOf" srcId="{79B93314-8B40-4685-BDD1-748DE4213713}" destId="{FB7BA578-1A22-405B-AFBF-4F407515045F}" srcOrd="2" destOrd="0" presId="urn:microsoft.com/office/officeart/2005/8/layout/vList2"/>
    <dgm:cxn modelId="{7AA4B188-D226-4B9E-9204-BBD1A27FEADD}" type="presParOf" srcId="{79B93314-8B40-4685-BDD1-748DE4213713}" destId="{A35C83DB-0D3E-4E29-BAD5-5D5E11EF8059}" srcOrd="3" destOrd="0" presId="urn:microsoft.com/office/officeart/2005/8/layout/vList2"/>
    <dgm:cxn modelId="{2FADB345-9A7D-4C0A-A0F4-C81235F7F41A}" type="presParOf" srcId="{79B93314-8B40-4685-BDD1-748DE4213713}" destId="{2EB07149-56D3-4C40-8F44-3F76A6000B61}" srcOrd="4" destOrd="0" presId="urn:microsoft.com/office/officeart/2005/8/layout/vList2"/>
    <dgm:cxn modelId="{77AF2F78-9278-4E53-9C0D-4552199BACBE}" type="presParOf" srcId="{79B93314-8B40-4685-BDD1-748DE4213713}" destId="{042D0497-F918-42D3-90F5-C768FF5A7525}" srcOrd="5" destOrd="0" presId="urn:microsoft.com/office/officeart/2005/8/layout/vList2"/>
    <dgm:cxn modelId="{EB79D3D0-3B51-4AAE-AA22-878FF3D0A934}" type="presParOf" srcId="{79B93314-8B40-4685-BDD1-748DE4213713}" destId="{F82B8676-8DF0-46CE-A011-061B51FAFC18}"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9CDA6-E7EB-4471-9AFF-69C0ABCA7245}">
      <dsp:nvSpPr>
        <dsp:cNvPr id="0" name=""/>
        <dsp:cNvSpPr/>
      </dsp:nvSpPr>
      <dsp:spPr>
        <a:xfrm>
          <a:off x="0" y="160429"/>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Precontemplation</a:t>
          </a:r>
          <a:r>
            <a:rPr lang="en-US" sz="1400" b="0" i="0" kern="1200"/>
            <a:t>—characterized by resistance to change or denying that a problem exists.</a:t>
          </a:r>
          <a:endParaRPr lang="en-US" sz="1400" kern="1200"/>
        </a:p>
      </dsp:txBody>
      <dsp:txXfrm>
        <a:off x="27149" y="187578"/>
        <a:ext cx="8175302" cy="501854"/>
      </dsp:txXfrm>
    </dsp:sp>
    <dsp:sp modelId="{43FA67E7-F63A-4E50-A72D-A606FC37CCF6}">
      <dsp:nvSpPr>
        <dsp:cNvPr id="0" name=""/>
        <dsp:cNvSpPr/>
      </dsp:nvSpPr>
      <dsp:spPr>
        <a:xfrm>
          <a:off x="0" y="756901"/>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Contemplation</a:t>
          </a:r>
          <a:r>
            <a:rPr lang="en-US" sz="1400" b="0" i="0" kern="1200"/>
            <a:t>—evidence of ambivalence exists and the client is contemplating the effects of substance use as well as weighing the advantages and disadvantages of continued use.</a:t>
          </a:r>
          <a:endParaRPr lang="en-US" sz="1400" kern="1200"/>
        </a:p>
      </dsp:txBody>
      <dsp:txXfrm>
        <a:off x="27149" y="784050"/>
        <a:ext cx="8175302" cy="501854"/>
      </dsp:txXfrm>
    </dsp:sp>
    <dsp:sp modelId="{E3495BAF-E7D0-42BC-BDA1-46B048642279}">
      <dsp:nvSpPr>
        <dsp:cNvPr id="0" name=""/>
        <dsp:cNvSpPr/>
      </dsp:nvSpPr>
      <dsp:spPr>
        <a:xfrm>
          <a:off x="0" y="1353373"/>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Preparation</a:t>
          </a:r>
          <a:r>
            <a:rPr lang="en-US" sz="1400" b="0" i="0" kern="1200"/>
            <a:t>—resistance has waned and the client has made a decision to change but is uncertain how to go about this process.</a:t>
          </a:r>
          <a:endParaRPr lang="en-US" sz="1400" kern="1200"/>
        </a:p>
      </dsp:txBody>
      <dsp:txXfrm>
        <a:off x="27149" y="1380522"/>
        <a:ext cx="8175302" cy="501854"/>
      </dsp:txXfrm>
    </dsp:sp>
    <dsp:sp modelId="{6F89DB41-B547-4367-AC47-B4DAECDE4D1C}">
      <dsp:nvSpPr>
        <dsp:cNvPr id="0" name=""/>
        <dsp:cNvSpPr/>
      </dsp:nvSpPr>
      <dsp:spPr>
        <a:xfrm>
          <a:off x="0" y="1949845"/>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Action</a:t>
          </a:r>
          <a:r>
            <a:rPr lang="en-US" sz="1400" b="0" i="0" kern="1200"/>
            <a:t>—the client is committed to making a change and has demonstrated specific goals and behaviors toward this end.</a:t>
          </a:r>
          <a:endParaRPr lang="en-US" sz="1400" kern="1200"/>
        </a:p>
      </dsp:txBody>
      <dsp:txXfrm>
        <a:off x="27149" y="1976994"/>
        <a:ext cx="8175302" cy="501854"/>
      </dsp:txXfrm>
    </dsp:sp>
    <dsp:sp modelId="{73104769-0D27-4384-96BC-F9DDF3A41518}">
      <dsp:nvSpPr>
        <dsp:cNvPr id="0" name=""/>
        <dsp:cNvSpPr/>
      </dsp:nvSpPr>
      <dsp:spPr>
        <a:xfrm>
          <a:off x="0" y="2546317"/>
          <a:ext cx="82296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Maintenance</a:t>
          </a:r>
          <a:r>
            <a:rPr lang="en-US" sz="1400" b="0" i="0" kern="1200"/>
            <a:t>—the client has maintained a period of abstinence and is working on maintaining recovery and addressing relapse issues and triggers.</a:t>
          </a:r>
          <a:endParaRPr lang="en-US" sz="1400" kern="1200"/>
        </a:p>
      </dsp:txBody>
      <dsp:txXfrm>
        <a:off x="27149" y="2573466"/>
        <a:ext cx="8175302" cy="501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CCFFF-BFF6-43E6-A5A5-E6453FE55503}">
      <dsp:nvSpPr>
        <dsp:cNvPr id="0" name=""/>
        <dsp:cNvSpPr/>
      </dsp:nvSpPr>
      <dsp:spPr>
        <a:xfrm>
          <a:off x="0" y="233391"/>
          <a:ext cx="8486776" cy="7862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Miller and Rollnick (2013) integrated their motivational interviewing (M I) approach into the stages-of-change model based on the belief that motivation is not intrinsically driven as part of one’s personality or personal traits but rather is developed through interpersonal interactions.</a:t>
          </a:r>
          <a:endParaRPr lang="en-US" sz="1400" kern="1200"/>
        </a:p>
      </dsp:txBody>
      <dsp:txXfrm>
        <a:off x="38381" y="271772"/>
        <a:ext cx="8410014" cy="709478"/>
      </dsp:txXfrm>
    </dsp:sp>
    <dsp:sp modelId="{71176718-FA4A-4F7A-B45C-265E49E990E0}">
      <dsp:nvSpPr>
        <dsp:cNvPr id="0" name=""/>
        <dsp:cNvSpPr/>
      </dsp:nvSpPr>
      <dsp:spPr>
        <a:xfrm>
          <a:off x="0" y="1019631"/>
          <a:ext cx="8486776"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9455" tIns="17780" rIns="99568" bIns="17780" numCol="1" spcCol="1270" anchor="t" anchorCtr="0">
          <a:noAutofit/>
        </a:bodyPr>
        <a:lstStyle/>
        <a:p>
          <a:pPr marL="57150" lvl="1" indent="-57150" algn="l" defTabSz="488950">
            <a:lnSpc>
              <a:spcPct val="90000"/>
            </a:lnSpc>
            <a:spcBef>
              <a:spcPct val="0"/>
            </a:spcBef>
            <a:spcAft>
              <a:spcPct val="20000"/>
            </a:spcAft>
            <a:buChar char="•"/>
          </a:pPr>
          <a:r>
            <a:rPr lang="en-US" sz="1100" b="0" i="0" kern="1200"/>
            <a:t>They identified M I as a client-centered, directive, transtheoretical approach emphasizing empathic communication to bring about a client’s intrinsic motivation to change that aligns with values and beliefs.</a:t>
          </a:r>
          <a:endParaRPr lang="en-US" sz="1100" kern="1200"/>
        </a:p>
      </dsp:txBody>
      <dsp:txXfrm>
        <a:off x="0" y="1019631"/>
        <a:ext cx="8486776" cy="347760"/>
      </dsp:txXfrm>
    </dsp:sp>
    <dsp:sp modelId="{6A44F3AF-11CD-412D-BB68-00C85A36C271}">
      <dsp:nvSpPr>
        <dsp:cNvPr id="0" name=""/>
        <dsp:cNvSpPr/>
      </dsp:nvSpPr>
      <dsp:spPr>
        <a:xfrm>
          <a:off x="0" y="1367391"/>
          <a:ext cx="8486776" cy="7862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Miller and Rollnick (2013) developed four central processes that serve as the basis for M I:</a:t>
          </a:r>
          <a:endParaRPr lang="en-US" sz="1400" kern="1200"/>
        </a:p>
      </dsp:txBody>
      <dsp:txXfrm>
        <a:off x="38381" y="1405772"/>
        <a:ext cx="8410014" cy="709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6CD0BD-26A2-4433-8942-B9ECDDC992D3}">
      <dsp:nvSpPr>
        <dsp:cNvPr id="0" name=""/>
        <dsp:cNvSpPr/>
      </dsp:nvSpPr>
      <dsp:spPr>
        <a:xfrm>
          <a:off x="0" y="2008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0.5 </a:t>
          </a:r>
          <a:r>
            <a:rPr lang="en-US" sz="1200" b="0" i="0" kern="1200"/>
            <a:t>(Early Intervention) involves screening, brief intervention, referral, and treatment; early intervention services were expanded as a way to reach out to the nearly 20 million individuals who are pursuing addiction treatment</a:t>
          </a:r>
          <a:endParaRPr lang="en-US" sz="1200" kern="1200"/>
        </a:p>
      </dsp:txBody>
      <dsp:txXfrm>
        <a:off x="32898" y="52983"/>
        <a:ext cx="8163804" cy="608124"/>
      </dsp:txXfrm>
    </dsp:sp>
    <dsp:sp modelId="{C47356C0-2AB0-445B-9492-508A341CCF1C}">
      <dsp:nvSpPr>
        <dsp:cNvPr id="0" name=""/>
        <dsp:cNvSpPr/>
      </dsp:nvSpPr>
      <dsp:spPr>
        <a:xfrm>
          <a:off x="0" y="72856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1</a:t>
          </a:r>
          <a:r>
            <a:rPr lang="en-US" sz="1200" b="0" i="0" kern="1200"/>
            <a:t> (Outpatient Services) is considered a gateway for substance use treatment as well as a level of care that can focus on ongoing chronic addiction and abstinence</a:t>
          </a:r>
          <a:endParaRPr lang="en-US" sz="1200" kern="1200"/>
        </a:p>
      </dsp:txBody>
      <dsp:txXfrm>
        <a:off x="32898" y="761463"/>
        <a:ext cx="8163804" cy="608124"/>
      </dsp:txXfrm>
    </dsp:sp>
    <dsp:sp modelId="{A3B8C9DC-5F47-4A30-8EAD-0D1A8A3DE351}">
      <dsp:nvSpPr>
        <dsp:cNvPr id="0" name=""/>
        <dsp:cNvSpPr/>
      </dsp:nvSpPr>
      <dsp:spPr>
        <a:xfrm>
          <a:off x="0" y="143704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2</a:t>
          </a:r>
          <a:r>
            <a:rPr lang="en-US" sz="1200" b="0" i="0" kern="1200"/>
            <a:t> (Intensive Outpatient/Partial Hospitalization Services)</a:t>
          </a:r>
          <a:endParaRPr lang="en-US" sz="1200" kern="1200"/>
        </a:p>
      </dsp:txBody>
      <dsp:txXfrm>
        <a:off x="32898" y="1469943"/>
        <a:ext cx="8163804" cy="608124"/>
      </dsp:txXfrm>
    </dsp:sp>
    <dsp:sp modelId="{6828888F-09EC-4565-AE0C-1CFF237EACC2}">
      <dsp:nvSpPr>
        <dsp:cNvPr id="0" name=""/>
        <dsp:cNvSpPr/>
      </dsp:nvSpPr>
      <dsp:spPr>
        <a:xfrm>
          <a:off x="0" y="214552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3 </a:t>
          </a:r>
          <a:r>
            <a:rPr lang="en-US" sz="1200" b="0" i="0" kern="1200"/>
            <a:t>(Residential/Inpatient Services)</a:t>
          </a:r>
          <a:endParaRPr lang="en-US" sz="1200" kern="1200"/>
        </a:p>
      </dsp:txBody>
      <dsp:txXfrm>
        <a:off x="32898" y="2178423"/>
        <a:ext cx="8163804" cy="608124"/>
      </dsp:txXfrm>
    </dsp:sp>
    <dsp:sp modelId="{02386F6A-9167-489B-A00C-FA04B2C6687B}">
      <dsp:nvSpPr>
        <dsp:cNvPr id="0" name=""/>
        <dsp:cNvSpPr/>
      </dsp:nvSpPr>
      <dsp:spPr>
        <a:xfrm>
          <a:off x="0" y="2854005"/>
          <a:ext cx="8229600" cy="673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i="0" kern="1200"/>
            <a:t>Level 4</a:t>
          </a:r>
          <a:r>
            <a:rPr lang="en-US" sz="1200" b="0" i="0" kern="1200"/>
            <a:t> (Medically Managed Intensive Inpatient Services)</a:t>
          </a:r>
          <a:endParaRPr lang="en-US" sz="1200" kern="1200"/>
        </a:p>
      </dsp:txBody>
      <dsp:txXfrm>
        <a:off x="32898" y="2886903"/>
        <a:ext cx="8163804" cy="6081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BDA9C-8830-4DED-BA64-11B586CCEA8F}">
      <dsp:nvSpPr>
        <dsp:cNvPr id="0" name=""/>
        <dsp:cNvSpPr/>
      </dsp:nvSpPr>
      <dsp:spPr>
        <a:xfrm>
          <a:off x="0" y="702717"/>
          <a:ext cx="4793456" cy="13014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B5F005-9BEB-4601-A575-4BE9E568D720}">
      <dsp:nvSpPr>
        <dsp:cNvPr id="0" name=""/>
        <dsp:cNvSpPr/>
      </dsp:nvSpPr>
      <dsp:spPr>
        <a:xfrm>
          <a:off x="39370" y="732001"/>
          <a:ext cx="71582" cy="71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169E8B-3D1F-459E-9354-21B114B064E1}">
      <dsp:nvSpPr>
        <dsp:cNvPr id="0" name=""/>
        <dsp:cNvSpPr/>
      </dsp:nvSpPr>
      <dsp:spPr>
        <a:xfrm>
          <a:off x="150322" y="702717"/>
          <a:ext cx="4296073" cy="17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405" tIns="187405" rIns="187405" bIns="187405" numCol="1" spcCol="1270" anchor="ctr" anchorCtr="0">
          <a:noAutofit/>
        </a:bodyPr>
        <a:lstStyle/>
        <a:p>
          <a:pPr marL="0" lvl="0" indent="0" algn="l" defTabSz="622300">
            <a:lnSpc>
              <a:spcPct val="90000"/>
            </a:lnSpc>
            <a:spcBef>
              <a:spcPct val="0"/>
            </a:spcBef>
            <a:spcAft>
              <a:spcPct val="35000"/>
            </a:spcAft>
            <a:buNone/>
          </a:pPr>
          <a:r>
            <a:rPr lang="en-US" sz="1400" b="0" i="0" kern="1200">
              <a:solidFill>
                <a:schemeClr val="tx1"/>
              </a:solidFill>
            </a:rPr>
            <a:t>Crisis counselors have numerous opportunities to make a difference in the lives of victims and survivors of I P V.</a:t>
          </a:r>
          <a:endParaRPr lang="en-US" sz="1400" kern="1200">
            <a:solidFill>
              <a:schemeClr val="tx1"/>
            </a:solidFill>
          </a:endParaRPr>
        </a:p>
      </dsp:txBody>
      <dsp:txXfrm>
        <a:off x="150322" y="702717"/>
        <a:ext cx="4296073" cy="1770756"/>
      </dsp:txXfrm>
    </dsp:sp>
    <dsp:sp modelId="{7F631FD0-6043-486E-AE0C-4BE08F288BD2}">
      <dsp:nvSpPr>
        <dsp:cNvPr id="0" name=""/>
        <dsp:cNvSpPr/>
      </dsp:nvSpPr>
      <dsp:spPr>
        <a:xfrm>
          <a:off x="0" y="2773212"/>
          <a:ext cx="4793456" cy="13014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5A8F8-6A73-4E13-924F-FDD6E214DF10}">
      <dsp:nvSpPr>
        <dsp:cNvPr id="0" name=""/>
        <dsp:cNvSpPr/>
      </dsp:nvSpPr>
      <dsp:spPr>
        <a:xfrm>
          <a:off x="39370" y="2802495"/>
          <a:ext cx="71582" cy="71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81D22C7-6F71-4CCA-AEB5-8221DDD2934A}">
      <dsp:nvSpPr>
        <dsp:cNvPr id="0" name=""/>
        <dsp:cNvSpPr/>
      </dsp:nvSpPr>
      <dsp:spPr>
        <a:xfrm>
          <a:off x="150322" y="2773212"/>
          <a:ext cx="4296073" cy="17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405" tIns="187405" rIns="187405" bIns="187405" numCol="1" spcCol="1270" anchor="ctr" anchorCtr="0">
          <a:noAutofit/>
        </a:bodyPr>
        <a:lstStyle/>
        <a:p>
          <a:pPr marL="0" lvl="0" indent="0" algn="l" defTabSz="622300">
            <a:lnSpc>
              <a:spcPct val="90000"/>
            </a:lnSpc>
            <a:spcBef>
              <a:spcPct val="0"/>
            </a:spcBef>
            <a:spcAft>
              <a:spcPct val="35000"/>
            </a:spcAft>
            <a:buNone/>
          </a:pPr>
          <a:r>
            <a:rPr lang="en-US" sz="1400" b="0" i="0" kern="1200" dirty="0">
              <a:solidFill>
                <a:schemeClr val="tx1"/>
              </a:solidFill>
            </a:rPr>
            <a:t>These opportunities include accurate screening, use of Q-tree assessments, effective responses to I P V disclosure, implementing effective harm reduction and safety planning, intentional referrals to I P V shelters, and helping clients navigate the emotional ramifications of I P V.</a:t>
          </a:r>
          <a:endParaRPr lang="en-US" sz="1400" kern="1200" dirty="0">
            <a:solidFill>
              <a:schemeClr val="tx1"/>
            </a:solidFill>
          </a:endParaRPr>
        </a:p>
      </dsp:txBody>
      <dsp:txXfrm>
        <a:off x="150322" y="2773212"/>
        <a:ext cx="4296073" cy="17707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95596A-80BF-4E4A-B842-8A0246F11D85}">
      <dsp:nvSpPr>
        <dsp:cNvPr id="0" name=""/>
        <dsp:cNvSpPr/>
      </dsp:nvSpPr>
      <dsp:spPr>
        <a:xfrm>
          <a:off x="0" y="126338"/>
          <a:ext cx="4793456" cy="1218262"/>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Due to the prevalence of I P V/D V, it is generally agreed that I P V/D V screening should be universal.</a:t>
          </a:r>
        </a:p>
      </dsp:txBody>
      <dsp:txXfrm>
        <a:off x="59471" y="185809"/>
        <a:ext cx="4674514" cy="1099320"/>
      </dsp:txXfrm>
    </dsp:sp>
    <dsp:sp modelId="{FB7BA578-1A22-405B-AFBF-4F407515045F}">
      <dsp:nvSpPr>
        <dsp:cNvPr id="0" name=""/>
        <dsp:cNvSpPr/>
      </dsp:nvSpPr>
      <dsp:spPr>
        <a:xfrm>
          <a:off x="0" y="1384920"/>
          <a:ext cx="4793456" cy="1218262"/>
        </a:xfrm>
        <a:prstGeom prst="roundRect">
          <a:avLst/>
        </a:prstGeom>
        <a:solidFill>
          <a:schemeClr val="accent2">
            <a:hueOff val="451605"/>
            <a:satOff val="-2211"/>
            <a:lumOff val="124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A primary barrier to universal I P V/D V screening is the lack of knowledge of and training on how to ask about I P V/D V, how to recognize symptoms that may indicate an individual is experiencing abuse, and how to respond if I P V/D V is disclosed.</a:t>
          </a:r>
        </a:p>
      </dsp:txBody>
      <dsp:txXfrm>
        <a:off x="59471" y="1444391"/>
        <a:ext cx="4674514" cy="1099320"/>
      </dsp:txXfrm>
    </dsp:sp>
    <dsp:sp modelId="{2EB07149-56D3-4C40-8F44-3F76A6000B61}">
      <dsp:nvSpPr>
        <dsp:cNvPr id="0" name=""/>
        <dsp:cNvSpPr/>
      </dsp:nvSpPr>
      <dsp:spPr>
        <a:xfrm>
          <a:off x="0" y="2643503"/>
          <a:ext cx="4793456" cy="1218262"/>
        </a:xfrm>
        <a:prstGeom prst="roundRect">
          <a:avLst/>
        </a:prstGeom>
        <a:solidFill>
          <a:schemeClr val="accent2">
            <a:hueOff val="903209"/>
            <a:satOff val="-4421"/>
            <a:lumOff val="24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Once a safe environment and rapport are established, counselors should ask directly about I P V/D V, gathering as many concrete and specific details as possible.</a:t>
          </a:r>
        </a:p>
      </dsp:txBody>
      <dsp:txXfrm>
        <a:off x="59471" y="2702974"/>
        <a:ext cx="4674514" cy="1099320"/>
      </dsp:txXfrm>
    </dsp:sp>
    <dsp:sp modelId="{F82B8676-8DF0-46CE-A011-061B51FAFC18}">
      <dsp:nvSpPr>
        <dsp:cNvPr id="0" name=""/>
        <dsp:cNvSpPr/>
      </dsp:nvSpPr>
      <dsp:spPr>
        <a:xfrm>
          <a:off x="0" y="3902086"/>
          <a:ext cx="4793456" cy="1218262"/>
        </a:xfrm>
        <a:prstGeom prst="round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Counselors should consider conducting a variety of assessments for lethality: suicidal, homicidal, and level of threat as perceived by the victim .</a:t>
          </a:r>
        </a:p>
      </dsp:txBody>
      <dsp:txXfrm>
        <a:off x="59471" y="3961557"/>
        <a:ext cx="4674514" cy="10993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2/26/2026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r>
              <a:rPr lang="en-US" sz="1200" b="0" i="0" u="none" strike="noStrike" kern="1200" cap="none" dirty="0">
                <a:solidFill>
                  <a:schemeClr val="dk1"/>
                </a:solidFill>
                <a:latin typeface="Arial"/>
                <a:cs typeface="Arial"/>
                <a:sym typeface="Arial"/>
              </a:rPr>
              <a:t>.</a:t>
            </a:r>
            <a:endParaRPr lang="en-US" dirty="0"/>
          </a:p>
        </p:txBody>
      </p:sp>
      <p:sp>
        <p:nvSpPr>
          <p:cNvPr id="4" name="Slide Number Placeholder 3"/>
          <p:cNvSpPr>
            <a:spLocks noGrp="1"/>
          </p:cNvSpPr>
          <p:nvPr>
            <p:ph type="sldNum" idx="10"/>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14</a:t>
            </a:fld>
            <a:endParaRPr kumimoji="0" lang="en-US"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r>
              <a:rPr lang="en-US"/>
              <a:t>
              </a:t>
            </a:r>
            <a:endParaRPr lang="en-US" dirty="0"/>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845245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4333127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9483672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872975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551280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2882828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4661526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1772900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981607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1024177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966036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63248411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967953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66105271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7620325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a:xfrm>
            <a:off x="516133" y="6387910"/>
            <a:ext cx="3859795" cy="228660"/>
          </a:xfrm>
        </p:spPr>
        <p:txBody>
          <a:bodyPr/>
          <a:lstStyle/>
          <a:p>
            <a:r>
              <a:rPr lang="en-US"/>
              <a:t>
              </a:t>
            </a:r>
            <a:endParaRPr lang="en-US" dirty="0"/>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3620582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a:xfrm>
            <a:off x="538546" y="6365498"/>
            <a:ext cx="3859795" cy="228660"/>
          </a:xfrm>
        </p:spPr>
        <p:txBody>
          <a:bodyPr/>
          <a:lstStyle/>
          <a:p>
            <a:r>
              <a:rPr lang="en-US"/>
              <a:t>
              </a:t>
            </a:r>
            <a:endParaRPr lang="en-US" dirty="0"/>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53827731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58109309"/>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83135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7629181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35121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53109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866441" y="2222624"/>
            <a:ext cx="5917677" cy="2554758"/>
          </a:xfrm>
        </p:spPr>
        <p:txBody>
          <a:bodyPr anchor="b"/>
          <a:lstStyle>
            <a:lvl1pPr>
              <a:defRPr sz="480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7"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7419" y="1824010"/>
            <a:ext cx="990599" cy="240258"/>
          </a:xfrm>
        </p:spPr>
        <p:txBody>
          <a:bodyPr/>
          <a:lstStyle>
            <a:lvl1pPr algn="l">
              <a:defRPr sz="900" b="0" i="0">
                <a:solidFill>
                  <a:schemeClr val="bg1"/>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bwMode="gray">
          <a:xfrm rot="5400000">
            <a:off x="6246568" y="3264407"/>
            <a:ext cx="3859795" cy="228659"/>
          </a:xfrm>
        </p:spPr>
        <p:txBody>
          <a:bodyPr/>
          <a:lstStyle>
            <a:lvl1pPr>
              <a:defRPr sz="900" b="0" i="0">
                <a:solidFill>
                  <a:schemeClr val="bg1"/>
                </a:solidFill>
              </a:defRPr>
            </a:lvl1pPr>
          </a:lstStyle>
          <a:p>
            <a:r>
              <a:rPr lang="en-US"/>
              <a:t>
              </a:t>
            </a:r>
            <a:endParaRPr lang="en-US" dirty="0"/>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073488982"/>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8"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755914752"/>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hasCustomPrompt="1"/>
          </p:nvPr>
        </p:nvSpPr>
        <p:spPr>
          <a:xfrm>
            <a:off x="866443" y="2257588"/>
            <a:ext cx="3101763" cy="3020343"/>
          </a:xfrm>
        </p:spPr>
        <p:txBody>
          <a:bodyPr anchor="ctr"/>
          <a:lstStyle>
            <a:lvl1pPr algn="l">
              <a:defRPr sz="3200" b="0" cap="none"/>
            </a:lvl1pPr>
          </a:lstStyle>
          <a:p>
            <a:r>
              <a:rPr lang="en-US" dirty="0"/>
              <a:t>Click to edit Master title style</a:t>
            </a:r>
            <a:br>
              <a:rPr lang="en-US" dirty="0"/>
            </a:br>
            <a:r>
              <a:rPr lang="en-US" dirty="0"/>
              <a:t>third</a:t>
            </a:r>
          </a:p>
        </p:txBody>
      </p:sp>
      <p:sp>
        <p:nvSpPr>
          <p:cNvPr id="3" name="Text Placeholder 2"/>
          <p:cNvSpPr>
            <a:spLocks noGrp="1"/>
          </p:cNvSpPr>
          <p:nvPr>
            <p:ph type="body" idx="1"/>
          </p:nvPr>
        </p:nvSpPr>
        <p:spPr>
          <a:xfrm>
            <a:off x="5119261" y="2257267"/>
            <a:ext cx="3054653" cy="3020345"/>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7745644"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73604811"/>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79"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532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198652468"/>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1" y="3248040"/>
            <a:ext cx="3636978" cy="27717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0" y="248875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040"/>
            <a:ext cx="3636980" cy="277390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13"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232184965"/>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r>
              <a:rPr lang="en-US"/>
              <a:t>
              </a:t>
            </a:r>
            <a:endParaRPr lang="en-US" dirty="0"/>
          </a:p>
        </p:txBody>
      </p:sp>
      <p:sp>
        <p:nvSpPr>
          <p:cNvPr id="10"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409137114"/>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
              </a:t>
            </a:r>
            <a:endParaRPr lang="en-US" dirty="0"/>
          </a:p>
        </p:txBody>
      </p:sp>
      <p:sp>
        <p:nvSpPr>
          <p:cNvPr id="11" name="Rectangle 10"/>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26473408"/>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13" name="Rectangle 12"/>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90" cy="2938036"/>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9" name="Rectangle 18"/>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115186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21" name="Rectangle 2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51591" y="1343112"/>
            <a:ext cx="3001938" cy="1613085"/>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2" y="3086100"/>
            <a:ext cx="3001938" cy="24511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14" name="Rectangle 13"/>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114558605"/>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Rectangle 14"/>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r>
              <a:rPr lang="en-US"/>
              <a:t>
              </a:t>
            </a:r>
            <a:endParaRPr lang="en-US" dirty="0"/>
          </a:p>
        </p:txBody>
      </p:sp>
      <p:sp>
        <p:nvSpPr>
          <p:cNvPr id="20" name="Rectangle 19"/>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79315379"/>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Rectangle 1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lstStyle>
            <a:lvl1pPr>
              <a:defRPr sz="3600"/>
            </a:lvl1pPr>
          </a:lstStyle>
          <a:p>
            <a:r>
              <a:rPr lang="en-US"/>
              <a:t>Click to edit Master title style</a:t>
            </a:r>
            <a:endParaRPr lang="en-US" dirty="0"/>
          </a:p>
        </p:txBody>
      </p:sp>
      <p:sp>
        <p:nvSpPr>
          <p:cNvPr id="15" name="Text Placeholder 3"/>
          <p:cNvSpPr>
            <a:spLocks noGrp="1"/>
          </p:cNvSpPr>
          <p:nvPr>
            <p:ph type="body" sz="half" idx="13"/>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9" name="Rectangle 18"/>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952157820"/>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4" name="Rectangle 13"/>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11" name="TextBox 10"/>
          <p:cNvSpPr txBox="1"/>
          <p:nvPr/>
        </p:nvSpPr>
        <p:spPr bwMode="gray">
          <a:xfrm>
            <a:off x="7033421" y="2893960"/>
            <a:ext cx="679240"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10" name="TextBox 9"/>
          <p:cNvSpPr txBox="1"/>
          <p:nvPr/>
        </p:nvSpPr>
        <p:spPr bwMode="gray">
          <a:xfrm>
            <a:off x="625840" y="590998"/>
            <a:ext cx="601591"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2" name="Title 1"/>
          <p:cNvSpPr>
            <a:spLocks noGrp="1"/>
          </p:cNvSpPr>
          <p:nvPr>
            <p:ph type="title"/>
          </p:nvPr>
        </p:nvSpPr>
        <p:spPr>
          <a:xfrm>
            <a:off x="1110763" y="914400"/>
            <a:ext cx="6177681" cy="28846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tx2">
                    <a:lumMod val="40000"/>
                    <a:lumOff val="6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78870" y="5000815"/>
            <a:ext cx="6422005" cy="101817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22" name="Rectangle 21"/>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92865834"/>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1" name="Rectangle 10"/>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52170271"/>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1"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2"/>
            <a:ext cx="2313431"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1" y="2485332"/>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2"/>
            <a:ext cx="2326750" cy="288836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0"/>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0" y="3147162"/>
            <a:ext cx="2313740"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8710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69780121"/>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nchor="ct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0390" y="4179595"/>
            <a:ext cx="2295329"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48208"/>
            <a:ext cx="2309279" cy="11766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30434" y="4179594"/>
            <a:ext cx="2291674"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486834"/>
            <a:ext cx="2025182" cy="144970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48209"/>
            <a:ext cx="2317790" cy="118837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4166523"/>
            <a:ext cx="2304671" cy="681684"/>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489200"/>
            <a:ext cx="2018838"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8209"/>
            <a:ext cx="2304671" cy="118942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44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4843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88041699"/>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1"/>
          <p:cNvSpPr>
            <a:spLocks noGrp="1"/>
          </p:cNvSpPr>
          <p:nvPr>
            <p:ph type="title"/>
          </p:nvPr>
        </p:nvSpPr>
        <p:spPr>
          <a:xfrm>
            <a:off x="864852" y="921453"/>
            <a:ext cx="6423592" cy="715512"/>
          </a:xfrm>
        </p:spPr>
        <p:txBody>
          <a:bodyPr anchor="ctr"/>
          <a:lstStyle>
            <a:lvl1pPr>
              <a:defRPr sz="32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0916650"/>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78481815"/>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97772368"/>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115577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215630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5889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262555"/>
            <a:ext cx="8229600" cy="515814"/>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5"/>
          </p:nvPr>
        </p:nvSpPr>
        <p:spPr>
          <a:xfrm>
            <a:off x="457200" y="2906713"/>
            <a:ext cx="8229600" cy="522287"/>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6"/>
          </p:nvPr>
        </p:nvSpPr>
        <p:spPr>
          <a:xfrm>
            <a:off x="457200" y="3552825"/>
            <a:ext cx="8229600" cy="550863"/>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7"/>
          </p:nvPr>
        </p:nvSpPr>
        <p:spPr>
          <a:xfrm>
            <a:off x="457200" y="4232275"/>
            <a:ext cx="8229600" cy="633413"/>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p:cNvSpPr>
            <a:spLocks noGrp="1"/>
          </p:cNvSpPr>
          <p:nvPr>
            <p:ph sz="quarter" idx="18"/>
          </p:nvPr>
        </p:nvSpPr>
        <p:spPr>
          <a:xfrm>
            <a:off x="457200" y="4994275"/>
            <a:ext cx="8229600" cy="527050"/>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9"/>
          </p:nvPr>
        </p:nvSpPr>
        <p:spPr>
          <a:xfrm>
            <a:off x="457200" y="5614988"/>
            <a:ext cx="8229600" cy="457200"/>
          </a:xfrm>
        </p:spPr>
        <p:txBody>
          <a:bodyPr/>
          <a:lstStyle>
            <a:lvl1pPr marL="255588" indent="-255588">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302580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903942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621387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70737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91949377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4734179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17166026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84630485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514261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0500325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168115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6724255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0442025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34" Type="http://schemas.openxmlformats.org/officeDocument/2006/relationships/image" Target="../media/image1.jpe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theme" Target="../theme/theme3.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image" Target="../media/image1.jpeg"/><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34">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n-US"/>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r>
              <a:rPr lang="en-US" dirty="0"/>
              <a:t>
              </a:t>
            </a:r>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4708619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664" r:id="rId22"/>
    <p:sldLayoutId id="2147483683" r:id="rId23"/>
    <p:sldLayoutId id="2147483676" r:id="rId24"/>
    <p:sldLayoutId id="2147483677" r:id="rId25"/>
    <p:sldLayoutId id="2147483678" r:id="rId26"/>
    <p:sldLayoutId id="2147483679" r:id="rId27"/>
    <p:sldLayoutId id="2147483681" r:id="rId28"/>
    <p:sldLayoutId id="2147483671" r:id="rId29"/>
    <p:sldLayoutId id="2147483673" r:id="rId30"/>
    <p:sldLayoutId id="2147483670" r:id="rId31"/>
    <p:sldLayoutId id="2147483669" r:id="rId32"/>
  </p:sldLayoutIdLst>
  <p:hf sldNum="0"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9" name="Rectangle 18"/>
            <p:cNvSpPr/>
            <p:nvPr/>
          </p:nvSpPr>
          <p:spPr>
            <a:xfrm>
              <a:off x="0" y="0"/>
              <a:ext cx="9144000" cy="6858000"/>
            </a:xfrm>
            <a:prstGeom prst="rect">
              <a:avLst/>
            </a:prstGeom>
            <a:blipFill>
              <a:blip r:embed="rId35">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6" name="Freeform 25"/>
            <p:cNvSpPr/>
            <p:nvPr/>
          </p:nvSpPr>
          <p:spPr bwMode="gray">
            <a:xfrm>
              <a:off x="485023" y="1856958"/>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n-US"/>
            </a:p>
          </p:txBody>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Placeholder 1"/>
          <p:cNvSpPr>
            <a:spLocks noGrp="1"/>
          </p:cNvSpPr>
          <p:nvPr>
            <p:ph type="title"/>
          </p:nvPr>
        </p:nvSpPr>
        <p:spPr bwMode="gray">
          <a:xfrm>
            <a:off x="866441"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1"/>
            <a:ext cx="6345260" cy="35305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60111" y="6377097"/>
            <a:ext cx="990599" cy="228659"/>
          </a:xfrm>
          <a:prstGeom prst="rect">
            <a:avLst/>
          </a:prstGeom>
        </p:spPr>
        <p:txBody>
          <a:bodyPr vert="horz" lIns="91440" tIns="45720" rIns="91440" bIns="45720" rtlCol="0" anchor="t" anchorCtr="0"/>
          <a:lstStyle>
            <a:lvl1pPr algn="r">
              <a:defRPr sz="900" b="1" i="0">
                <a:solidFill>
                  <a:schemeClr val="accent1"/>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90842" y="6373195"/>
            <a:ext cx="3859795" cy="228659"/>
          </a:xfrm>
          <a:prstGeom prst="rect">
            <a:avLst/>
          </a:prstGeom>
        </p:spPr>
        <p:txBody>
          <a:bodyPr vert="horz" lIns="91440" tIns="45720" rIns="91440" bIns="45720" rtlCol="0" anchor="b"/>
          <a:lstStyle>
            <a:lvl1pPr algn="l">
              <a:defRPr sz="900" b="1" i="0">
                <a:solidFill>
                  <a:schemeClr val="accent1"/>
                </a:solidFill>
              </a:defRPr>
            </a:lvl1pPr>
          </a:lstStyle>
          <a:p>
            <a:r>
              <a:rPr lang="en-US" dirty="0"/>
              <a:t>
              </a:t>
            </a:r>
          </a:p>
        </p:txBody>
      </p:sp>
      <p:sp>
        <p:nvSpPr>
          <p:cNvPr id="29" name="Rectangle 2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8897743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 id="2147483757" r:id="rId32"/>
    <p:sldLayoutId id="2147483758" r:id="rId33"/>
  </p:sldLayoutIdLst>
  <p:hf sldNum="0"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5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5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2" Type="http://schemas.openxmlformats.org/officeDocument/2006/relationships/hyperlink" Target="http://www.thehotline.org/" TargetMode="External"/><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78A93-FB38-54D6-7CDF-008A5C6A0EA2}"/>
              </a:ext>
            </a:extLst>
          </p:cNvPr>
          <p:cNvSpPr>
            <a:spLocks noGrp="1"/>
          </p:cNvSpPr>
          <p:nvPr>
            <p:ph type="ctrTitle"/>
          </p:nvPr>
        </p:nvSpPr>
        <p:spPr/>
        <p:txBody>
          <a:bodyPr/>
          <a:lstStyle/>
          <a:p>
            <a:r>
              <a:rPr lang="en-US" dirty="0"/>
              <a:t>Class 3</a:t>
            </a:r>
          </a:p>
        </p:txBody>
      </p:sp>
      <p:sp>
        <p:nvSpPr>
          <p:cNvPr id="4" name="Subtitle 3">
            <a:extLst>
              <a:ext uri="{FF2B5EF4-FFF2-40B4-BE49-F238E27FC236}">
                <a16:creationId xmlns:a16="http://schemas.microsoft.com/office/drawing/2014/main" id="{5E98BE87-275B-450C-8A9B-4E4C62CFD89B}"/>
              </a:ext>
            </a:extLst>
          </p:cNvPr>
          <p:cNvSpPr>
            <a:spLocks noGrp="1"/>
          </p:cNvSpPr>
          <p:nvPr>
            <p:ph type="subTitle" idx="1"/>
          </p:nvPr>
        </p:nvSpPr>
        <p:spPr/>
        <p:txBody>
          <a:bodyPr/>
          <a:lstStyle/>
          <a:p>
            <a:r>
              <a:rPr lang="en-US"/>
              <a:t>Chapters 7-8</a:t>
            </a:r>
          </a:p>
        </p:txBody>
      </p:sp>
    </p:spTree>
    <p:extLst>
      <p:ext uri="{BB962C8B-B14F-4D97-AF65-F5344CB8AC3E}">
        <p14:creationId xmlns:p14="http://schemas.microsoft.com/office/powerpoint/2010/main" val="1522204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CCF1-7EF4-9A09-8A53-F5C2B502784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898C0C5-E4F8-DAC3-04EC-6F10B9937C82}"/>
              </a:ext>
            </a:extLst>
          </p:cNvPr>
          <p:cNvSpPr>
            <a:spLocks noGrp="1"/>
          </p:cNvSpPr>
          <p:nvPr>
            <p:ph idx="1"/>
          </p:nvPr>
        </p:nvSpPr>
        <p:spPr/>
        <p:txBody>
          <a:bodyPr/>
          <a:lstStyle/>
          <a:p>
            <a:r>
              <a:rPr lang="en-US" dirty="0"/>
              <a:t>Lecture 6-6:30</a:t>
            </a:r>
          </a:p>
          <a:p>
            <a:r>
              <a:rPr lang="en-US" dirty="0"/>
              <a:t>Nancy Documentary 6:30-7:30</a:t>
            </a:r>
          </a:p>
          <a:p>
            <a:r>
              <a:rPr lang="en-US" dirty="0"/>
              <a:t>Process 7:30-8</a:t>
            </a:r>
          </a:p>
          <a:p>
            <a:r>
              <a:rPr lang="en-US" dirty="0"/>
              <a:t>8-8:30- Dinner</a:t>
            </a:r>
          </a:p>
          <a:p>
            <a:r>
              <a:rPr lang="en-US" dirty="0"/>
              <a:t>8:30-10- Midterm</a:t>
            </a:r>
          </a:p>
        </p:txBody>
      </p:sp>
    </p:spTree>
    <p:extLst>
      <p:ext uri="{BB962C8B-B14F-4D97-AF65-F5344CB8AC3E}">
        <p14:creationId xmlns:p14="http://schemas.microsoft.com/office/powerpoint/2010/main" val="1380216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Substance Use and Society</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lvl="1">
              <a:lnSpc>
                <a:spcPct val="90000"/>
              </a:lnSpc>
              <a:buClr>
                <a:schemeClr val="accent1"/>
              </a:buClr>
              <a:buSzPct val="80000"/>
            </a:pPr>
            <a:r>
              <a:rPr lang="en-US" sz="1300" noProof="0" dirty="0">
                <a:solidFill>
                  <a:schemeClr val="tx1"/>
                </a:solidFill>
                <a:ea typeface="+mn-ea"/>
                <a:cs typeface="+mn-cs"/>
              </a:rPr>
              <a:t>Over 50% of Americans age 12 years and older (about 132 million people) are current consumers of </a:t>
            </a:r>
            <a:r>
              <a:rPr lang="en-US" sz="1300" b="1" noProof="0" dirty="0">
                <a:solidFill>
                  <a:schemeClr val="tx1"/>
                </a:solidFill>
                <a:ea typeface="+mn-ea"/>
                <a:cs typeface="+mn-cs"/>
              </a:rPr>
              <a:t>alcohol.</a:t>
            </a:r>
          </a:p>
          <a:p>
            <a:pPr lvl="1">
              <a:lnSpc>
                <a:spcPct val="90000"/>
              </a:lnSpc>
              <a:buClr>
                <a:schemeClr val="accent1"/>
              </a:buClr>
              <a:buSzPct val="80000"/>
            </a:pPr>
            <a:r>
              <a:rPr lang="en-US" sz="1300" noProof="0" dirty="0">
                <a:solidFill>
                  <a:schemeClr val="tx1"/>
                </a:solidFill>
                <a:ea typeface="+mn-ea"/>
                <a:cs typeface="+mn-cs"/>
              </a:rPr>
              <a:t>Over 21% of Americans age 12 years and older (nearly 58 million people) are current users of </a:t>
            </a:r>
            <a:r>
              <a:rPr lang="en-US" sz="1300" b="1" noProof="0" dirty="0">
                <a:solidFill>
                  <a:schemeClr val="tx1"/>
                </a:solidFill>
                <a:ea typeface="+mn-ea"/>
                <a:cs typeface="+mn-cs"/>
              </a:rPr>
              <a:t>tobacco</a:t>
            </a:r>
            <a:r>
              <a:rPr lang="en-US" sz="1300" noProof="0" dirty="0">
                <a:solidFill>
                  <a:schemeClr val="tx1"/>
                </a:solidFill>
                <a:ea typeface="+mn-ea"/>
                <a:cs typeface="+mn-cs"/>
              </a:rPr>
              <a:t> products.</a:t>
            </a:r>
          </a:p>
          <a:p>
            <a:pPr lvl="1">
              <a:lnSpc>
                <a:spcPct val="90000"/>
              </a:lnSpc>
              <a:buClr>
                <a:schemeClr val="accent1"/>
              </a:buClr>
              <a:buSzPct val="80000"/>
            </a:pPr>
            <a:r>
              <a:rPr lang="en-US" sz="1300" noProof="0" dirty="0">
                <a:solidFill>
                  <a:schemeClr val="tx1"/>
                </a:solidFill>
                <a:ea typeface="+mn-ea"/>
                <a:cs typeface="+mn-cs"/>
              </a:rPr>
              <a:t>Over 20% of Americans age 12 years and older (nearly 57 million people) reported using an </a:t>
            </a:r>
            <a:r>
              <a:rPr lang="en-US" sz="1300" b="1" noProof="0" dirty="0">
                <a:solidFill>
                  <a:schemeClr val="tx1"/>
                </a:solidFill>
                <a:ea typeface="+mn-ea"/>
                <a:cs typeface="+mn-cs"/>
              </a:rPr>
              <a:t>illicit drugs </a:t>
            </a:r>
            <a:r>
              <a:rPr lang="en-US" sz="1300" noProof="0" dirty="0">
                <a:solidFill>
                  <a:schemeClr val="tx1"/>
                </a:solidFill>
                <a:ea typeface="+mn-ea"/>
                <a:cs typeface="+mn-cs"/>
              </a:rPr>
              <a:t>in 2019.</a:t>
            </a:r>
          </a:p>
          <a:p>
            <a:pPr lvl="1">
              <a:lnSpc>
                <a:spcPct val="90000"/>
              </a:lnSpc>
              <a:buClr>
                <a:schemeClr val="accent1"/>
              </a:buClr>
              <a:buSzPct val="80000"/>
            </a:pPr>
            <a:r>
              <a:rPr lang="en-US" sz="1300" noProof="0" dirty="0">
                <a:solidFill>
                  <a:schemeClr val="tx1"/>
                </a:solidFill>
                <a:ea typeface="+mn-ea"/>
                <a:cs typeface="+mn-cs"/>
              </a:rPr>
              <a:t>Of the 20.4 million who reported needing treatment for an illicit drug or alcohol problem, </a:t>
            </a:r>
            <a:r>
              <a:rPr lang="en-US" sz="1300" b="1" noProof="0" dirty="0">
                <a:solidFill>
                  <a:schemeClr val="tx1"/>
                </a:solidFill>
                <a:ea typeface="+mn-ea"/>
                <a:cs typeface="+mn-cs"/>
              </a:rPr>
              <a:t>only 2.3 million (11%) received treatment.</a:t>
            </a:r>
          </a:p>
        </p:txBody>
      </p:sp>
    </p:spTree>
    <p:extLst>
      <p:ext uri="{BB962C8B-B14F-4D97-AF65-F5344CB8AC3E}">
        <p14:creationId xmlns:p14="http://schemas.microsoft.com/office/powerpoint/2010/main" val="1703878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Substance Use, Crisis, and Society</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lvl="1">
              <a:lnSpc>
                <a:spcPct val="90000"/>
              </a:lnSpc>
              <a:buClr>
                <a:schemeClr val="accent1"/>
              </a:buClr>
              <a:buSzPct val="80000"/>
            </a:pPr>
            <a:r>
              <a:rPr lang="en-US" sz="2000" noProof="0" dirty="0">
                <a:solidFill>
                  <a:schemeClr val="tx1"/>
                </a:solidFill>
                <a:ea typeface="+mn-ea"/>
                <a:cs typeface="+mn-cs"/>
              </a:rPr>
              <a:t>There is an increased use of substances in the 2 years following terrorist events in the United States, and the rates of use were likely higher than estimated (DiMaggio et al., 2009).</a:t>
            </a:r>
          </a:p>
          <a:p>
            <a:pPr lvl="1">
              <a:lnSpc>
                <a:spcPct val="90000"/>
              </a:lnSpc>
              <a:buClr>
                <a:schemeClr val="accent1"/>
              </a:buClr>
              <a:buSzPct val="80000"/>
            </a:pPr>
            <a:r>
              <a:rPr lang="en-US" sz="2000" noProof="0" dirty="0">
                <a:solidFill>
                  <a:schemeClr val="tx1"/>
                </a:solidFill>
                <a:ea typeface="+mn-ea"/>
                <a:cs typeface="+mn-cs"/>
              </a:rPr>
              <a:t>Individuals who use substances are nearly six times more likely to attempt suicide than those who report no substance use problems (Dragisic et al., 2015).</a:t>
            </a:r>
          </a:p>
        </p:txBody>
      </p:sp>
    </p:spTree>
    <p:extLst>
      <p:ext uri="{BB962C8B-B14F-4D97-AF65-F5344CB8AC3E}">
        <p14:creationId xmlns:p14="http://schemas.microsoft.com/office/powerpoint/2010/main" val="2055665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Commonly Used Assessment Instruments </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dirty="0">
                <a:solidFill>
                  <a:schemeClr val="tx1"/>
                </a:solidFill>
                <a:ea typeface="+mn-ea"/>
                <a:cs typeface="+mn-cs"/>
              </a:rPr>
              <a:t>Four commonly used assessment instruments are the:</a:t>
            </a:r>
          </a:p>
          <a:p>
            <a:pPr lvl="1">
              <a:lnSpc>
                <a:spcPct val="90000"/>
              </a:lnSpc>
              <a:buClr>
                <a:schemeClr val="accent1"/>
              </a:buClr>
              <a:buSzPct val="80000"/>
            </a:pPr>
            <a:r>
              <a:rPr lang="en-US" sz="2000" noProof="0" dirty="0">
                <a:solidFill>
                  <a:schemeClr val="tx1"/>
                </a:solidFill>
                <a:ea typeface="+mn-ea"/>
                <a:cs typeface="+mn-cs"/>
              </a:rPr>
              <a:t>Alcohol Use Disorders Identification Test (AUDIT; Babor et al., 2001)</a:t>
            </a:r>
          </a:p>
          <a:p>
            <a:pPr lvl="1">
              <a:lnSpc>
                <a:spcPct val="90000"/>
              </a:lnSpc>
              <a:buClr>
                <a:schemeClr val="accent1"/>
              </a:buClr>
              <a:buSzPct val="80000"/>
            </a:pPr>
            <a:r>
              <a:rPr lang="en-US" sz="2000" noProof="0" dirty="0">
                <a:solidFill>
                  <a:schemeClr val="tx1"/>
                </a:solidFill>
                <a:ea typeface="+mn-ea"/>
                <a:cs typeface="+mn-cs"/>
              </a:rPr>
              <a:t>Michigan Alcoholism Screening Test (MAST; Selzer, 1971)</a:t>
            </a:r>
          </a:p>
          <a:p>
            <a:pPr lvl="1">
              <a:lnSpc>
                <a:spcPct val="90000"/>
              </a:lnSpc>
              <a:buClr>
                <a:schemeClr val="accent1"/>
              </a:buClr>
              <a:buSzPct val="80000"/>
            </a:pPr>
            <a:r>
              <a:rPr lang="en-US" sz="2000" noProof="0" dirty="0">
                <a:solidFill>
                  <a:schemeClr val="tx1"/>
                </a:solidFill>
                <a:ea typeface="+mn-ea"/>
                <a:cs typeface="+mn-cs"/>
              </a:rPr>
              <a:t>Substance Abuse Subtle Screening Inventory–4 (SASSI-4;Lazowski et al., 2016)</a:t>
            </a:r>
          </a:p>
          <a:p>
            <a:pPr lvl="1">
              <a:lnSpc>
                <a:spcPct val="90000"/>
              </a:lnSpc>
              <a:buClr>
                <a:schemeClr val="accent1"/>
              </a:buClr>
              <a:buSzPct val="80000"/>
            </a:pPr>
            <a:r>
              <a:rPr lang="en-US" sz="2000" noProof="0" dirty="0">
                <a:solidFill>
                  <a:schemeClr val="tx1"/>
                </a:solidFill>
                <a:ea typeface="+mn-ea"/>
                <a:cs typeface="+mn-cs"/>
              </a:rPr>
              <a:t>CAGE (Ewing, 1984)</a:t>
            </a:r>
          </a:p>
        </p:txBody>
      </p:sp>
    </p:spTree>
    <p:extLst>
      <p:ext uri="{BB962C8B-B14F-4D97-AF65-F5344CB8AC3E}">
        <p14:creationId xmlns:p14="http://schemas.microsoft.com/office/powerpoint/2010/main" val="2727653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0444-0B2A-82E2-5326-B29CD178BCA4}"/>
              </a:ext>
            </a:extLst>
          </p:cNvPr>
          <p:cNvSpPr>
            <a:spLocks noGrp="1"/>
          </p:cNvSpPr>
          <p:nvPr>
            <p:ph type="title"/>
          </p:nvPr>
        </p:nvSpPr>
        <p:spPr/>
        <p:txBody>
          <a:bodyPr/>
          <a:lstStyle/>
          <a:p>
            <a:r>
              <a:rPr lang="en-US" dirty="0">
                <a:solidFill>
                  <a:schemeClr val="bg1"/>
                </a:solidFill>
              </a:rPr>
              <a:t>Assessing SUD</a:t>
            </a:r>
          </a:p>
        </p:txBody>
      </p:sp>
      <p:sp>
        <p:nvSpPr>
          <p:cNvPr id="3" name="Content Placeholder 2">
            <a:extLst>
              <a:ext uri="{FF2B5EF4-FFF2-40B4-BE49-F238E27FC236}">
                <a16:creationId xmlns:a16="http://schemas.microsoft.com/office/drawing/2014/main" id="{C087BA4F-2AEE-1FC1-C0E6-2419F0732A90}"/>
              </a:ext>
            </a:extLst>
          </p:cNvPr>
          <p:cNvSpPr>
            <a:spLocks noGrp="1"/>
          </p:cNvSpPr>
          <p:nvPr>
            <p:ph sz="quarter" idx="13"/>
          </p:nvPr>
        </p:nvSpPr>
        <p:spPr>
          <a:xfrm>
            <a:off x="396815" y="2755399"/>
            <a:ext cx="8229600" cy="4586896"/>
          </a:xfrm>
        </p:spPr>
        <p:txBody>
          <a:bodyPr/>
          <a:lstStyle/>
          <a:p>
            <a:r>
              <a:rPr lang="en-US" dirty="0"/>
              <a:t>Assessment for SUD usually focuses on </a:t>
            </a:r>
          </a:p>
          <a:p>
            <a:r>
              <a:rPr lang="en-US" dirty="0"/>
              <a:t>Intensity</a:t>
            </a:r>
          </a:p>
          <a:p>
            <a:r>
              <a:rPr lang="en-US" dirty="0"/>
              <a:t>Frequency</a:t>
            </a:r>
          </a:p>
          <a:p>
            <a:r>
              <a:rPr lang="en-US" dirty="0"/>
              <a:t>Duration</a:t>
            </a:r>
          </a:p>
        </p:txBody>
      </p:sp>
    </p:spTree>
    <p:extLst>
      <p:ext uri="{BB962C8B-B14F-4D97-AF65-F5344CB8AC3E}">
        <p14:creationId xmlns:p14="http://schemas.microsoft.com/office/powerpoint/2010/main" val="192994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200" noProof="0" dirty="0"/>
              <a:t>Substance Use Disorder Diagnosis </a:t>
            </a:r>
            <a:r>
              <a:rPr lang="en-US" sz="2000" b="0" noProof="0" dirty="0"/>
              <a:t>(1 of 2)</a:t>
            </a:r>
          </a:p>
        </p:txBody>
      </p:sp>
      <p:sp>
        <p:nvSpPr>
          <p:cNvPr id="2" name="Content Placeholder 1"/>
          <p:cNvSpPr>
            <a:spLocks noGrp="1"/>
          </p:cNvSpPr>
          <p:nvPr>
            <p:ph sz="quarter" idx="13"/>
          </p:nvPr>
        </p:nvSpPr>
        <p:spPr>
          <a:xfrm>
            <a:off x="468312" y="2303813"/>
            <a:ext cx="8218488" cy="751238"/>
          </a:xfrm>
        </p:spPr>
        <p:txBody>
          <a:bodyPr/>
          <a:lstStyle/>
          <a:p>
            <a:r>
              <a:rPr lang="en-US" sz="2000" noProof="0" dirty="0"/>
              <a:t>According to D</a:t>
            </a:r>
            <a:r>
              <a:rPr lang="en-US" sz="100" noProof="0" dirty="0"/>
              <a:t> </a:t>
            </a:r>
            <a:r>
              <a:rPr lang="en-US" sz="2000" noProof="0" dirty="0"/>
              <a:t>S</a:t>
            </a:r>
            <a:r>
              <a:rPr lang="en-US" sz="100" noProof="0" dirty="0"/>
              <a:t> </a:t>
            </a:r>
            <a:r>
              <a:rPr lang="en-US" sz="2000" noProof="0" dirty="0"/>
              <a:t>M-5-T</a:t>
            </a:r>
            <a:r>
              <a:rPr lang="en-US" sz="100" noProof="0" dirty="0"/>
              <a:t> </a:t>
            </a:r>
            <a:r>
              <a:rPr lang="en-US" sz="2000" noProof="0" dirty="0"/>
              <a:t>R, at least two of the following criteria must be met for an individual to be diagnosed with a S</a:t>
            </a:r>
            <a:r>
              <a:rPr lang="en-US" sz="100" noProof="0" dirty="0"/>
              <a:t> </a:t>
            </a:r>
            <a:r>
              <a:rPr lang="en-US" sz="2000" noProof="0" dirty="0"/>
              <a:t>U</a:t>
            </a:r>
            <a:r>
              <a:rPr lang="en-US" sz="100" noProof="0" dirty="0"/>
              <a:t> </a:t>
            </a:r>
            <a:r>
              <a:rPr lang="en-US" sz="2000" noProof="0" dirty="0"/>
              <a:t>D:</a:t>
            </a:r>
          </a:p>
        </p:txBody>
      </p:sp>
      <p:sp>
        <p:nvSpPr>
          <p:cNvPr id="4" name="Content Placeholder 3"/>
          <p:cNvSpPr>
            <a:spLocks noGrp="1"/>
          </p:cNvSpPr>
          <p:nvPr>
            <p:ph sz="quarter" idx="14"/>
          </p:nvPr>
        </p:nvSpPr>
        <p:spPr>
          <a:xfrm>
            <a:off x="468312" y="3187460"/>
            <a:ext cx="8229600" cy="3384468"/>
          </a:xfrm>
        </p:spPr>
        <p:txBody>
          <a:bodyPr tIns="0">
            <a:normAutofit fontScale="92500" lnSpcReduction="10000"/>
          </a:bodyPr>
          <a:lstStyle/>
          <a:p>
            <a:pPr marL="741600" lvl="1" indent="-428400">
              <a:buFont typeface="+mj-lt"/>
              <a:buAutoNum type="arabicParenR"/>
            </a:pPr>
            <a:r>
              <a:rPr lang="en-US" sz="2000" noProof="0" dirty="0"/>
              <a:t>significant problems exist at home, school, or work due to use</a:t>
            </a:r>
          </a:p>
          <a:p>
            <a:pPr marL="741600" lvl="1" indent="-428400">
              <a:buFont typeface="+mj-lt"/>
              <a:buAutoNum type="arabicParenR"/>
            </a:pPr>
            <a:r>
              <a:rPr lang="en-US" sz="2000" noProof="0" dirty="0"/>
              <a:t>physical hazards occur due to repeated episodes of impaired driving or operating machinery while under the influence</a:t>
            </a:r>
          </a:p>
          <a:p>
            <a:pPr marL="741600" lvl="1" indent="-428400">
              <a:buFont typeface="+mj-lt"/>
              <a:buAutoNum type="arabicParenR"/>
            </a:pPr>
            <a:r>
              <a:rPr lang="en-US" sz="2000" noProof="0" dirty="0"/>
              <a:t>substance use results in recurring legal problems (e.g., public intoxication)</a:t>
            </a:r>
          </a:p>
          <a:p>
            <a:pPr marL="741600" lvl="1" indent="-428400">
              <a:buFont typeface="+mj-lt"/>
              <a:buAutoNum type="arabicParenR"/>
            </a:pPr>
            <a:r>
              <a:rPr lang="en-US" sz="2000" noProof="0" dirty="0"/>
              <a:t>tolerance increases</a:t>
            </a:r>
          </a:p>
          <a:p>
            <a:pPr marL="741600" lvl="1" indent="-428400">
              <a:buFont typeface="+mj-lt"/>
              <a:buAutoNum type="arabicParenR"/>
            </a:pPr>
            <a:r>
              <a:rPr lang="en-US" sz="2000" noProof="0" dirty="0"/>
              <a:t>withdrawal occurs</a:t>
            </a:r>
          </a:p>
          <a:p>
            <a:pPr marL="741600" lvl="1" indent="-428400">
              <a:buFont typeface="+mj-lt"/>
              <a:buAutoNum type="arabicParenR"/>
            </a:pPr>
            <a:r>
              <a:rPr lang="en-US" sz="2000" noProof="0" dirty="0"/>
              <a:t>increasing amounts of the substance are taken over time</a:t>
            </a:r>
          </a:p>
          <a:p>
            <a:pPr marL="741600" lvl="1" indent="-428400">
              <a:buFont typeface="+mj-lt"/>
              <a:buAutoNum type="arabicParenR"/>
            </a:pPr>
            <a:r>
              <a:rPr lang="en-US" sz="2000" noProof="0" dirty="0"/>
              <a:t>usage levels are not being reduced</a:t>
            </a:r>
          </a:p>
        </p:txBody>
      </p:sp>
    </p:spTree>
    <p:extLst>
      <p:ext uri="{BB962C8B-B14F-4D97-AF65-F5344CB8AC3E}">
        <p14:creationId xmlns:p14="http://schemas.microsoft.com/office/powerpoint/2010/main" val="3966777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sz="3200" noProof="0" dirty="0">
                <a:solidFill>
                  <a:schemeClr val="bg1"/>
                </a:solidFill>
              </a:rPr>
              <a:t>Substance Use Disorder Diagnosis </a:t>
            </a:r>
            <a:r>
              <a:rPr lang="en-US" sz="2000" b="0" noProof="0" dirty="0">
                <a:solidFill>
                  <a:schemeClr val="bg1"/>
                </a:solidFill>
              </a:rPr>
              <a:t>(2 of 2)</a:t>
            </a:r>
          </a:p>
        </p:txBody>
      </p:sp>
      <p:sp>
        <p:nvSpPr>
          <p:cNvPr id="7" name="Content Placeholder 6"/>
          <p:cNvSpPr>
            <a:spLocks noGrp="1"/>
          </p:cNvSpPr>
          <p:nvPr>
            <p:ph sz="quarter" idx="13"/>
          </p:nvPr>
        </p:nvSpPr>
        <p:spPr>
          <a:xfrm>
            <a:off x="457200" y="2606963"/>
            <a:ext cx="8229600" cy="2101273"/>
          </a:xfrm>
        </p:spPr>
        <p:txBody>
          <a:bodyPr>
            <a:normAutofit fontScale="92500"/>
          </a:bodyPr>
          <a:lstStyle/>
          <a:p>
            <a:pPr marL="741600" lvl="1" indent="-428400">
              <a:buFont typeface="+mj-lt"/>
              <a:buAutoNum type="arabicParenR" startAt="8"/>
            </a:pPr>
            <a:r>
              <a:rPr lang="en-US" sz="2200" noProof="0" dirty="0">
                <a:solidFill>
                  <a:schemeClr val="tx1"/>
                </a:solidFill>
              </a:rPr>
              <a:t>a lot of time is spent acquiring the substance</a:t>
            </a:r>
          </a:p>
          <a:p>
            <a:pPr marL="741600" lvl="1" indent="-428400">
              <a:buFont typeface="+mj-lt"/>
              <a:buAutoNum type="arabicParenR" startAt="8"/>
            </a:pPr>
            <a:r>
              <a:rPr lang="en-US" sz="2200" noProof="0" dirty="0">
                <a:solidFill>
                  <a:schemeClr val="tx1"/>
                </a:solidFill>
              </a:rPr>
              <a:t>social or work activities are sacrificed due to use or recovery from use</a:t>
            </a:r>
          </a:p>
          <a:p>
            <a:pPr marL="741600" lvl="1" indent="-428400">
              <a:buFont typeface="+mj-lt"/>
              <a:buAutoNum type="arabicParenR" startAt="8"/>
            </a:pPr>
            <a:r>
              <a:rPr lang="en-US" sz="2200" noProof="0" dirty="0">
                <a:solidFill>
                  <a:schemeClr val="tx1"/>
                </a:solidFill>
              </a:rPr>
              <a:t>use continues despite interpersonal and physical effects</a:t>
            </a:r>
          </a:p>
          <a:p>
            <a:pPr marL="741600" lvl="1" indent="-428400">
              <a:buFont typeface="+mj-lt"/>
              <a:buAutoNum type="arabicParenR" startAt="8"/>
            </a:pPr>
            <a:r>
              <a:rPr lang="en-US" sz="2200" noProof="0" dirty="0">
                <a:solidFill>
                  <a:schemeClr val="tx1"/>
                </a:solidFill>
              </a:rPr>
              <a:t>there is craving, a strong urge, or desire for the substance</a:t>
            </a:r>
          </a:p>
        </p:txBody>
      </p:sp>
      <p:sp>
        <p:nvSpPr>
          <p:cNvPr id="8" name="Content Placeholder 7"/>
          <p:cNvSpPr>
            <a:spLocks noGrp="1"/>
          </p:cNvSpPr>
          <p:nvPr>
            <p:ph sz="quarter" idx="14"/>
          </p:nvPr>
        </p:nvSpPr>
        <p:spPr>
          <a:xfrm>
            <a:off x="457200" y="5047013"/>
            <a:ext cx="8229600" cy="1294410"/>
          </a:xfrm>
        </p:spPr>
        <p:txBody>
          <a:bodyPr/>
          <a:lstStyle/>
          <a:p>
            <a:r>
              <a:rPr lang="en-US" sz="2200" noProof="0" dirty="0"/>
              <a:t>Severity is determined by the number of presenting criteria (i.e., mild: two to three criteria; moderate: four to five criteria; severe: six or more criteria).</a:t>
            </a:r>
          </a:p>
        </p:txBody>
      </p:sp>
    </p:spTree>
    <p:extLst>
      <p:ext uri="{BB962C8B-B14F-4D97-AF65-F5344CB8AC3E}">
        <p14:creationId xmlns:p14="http://schemas.microsoft.com/office/powerpoint/2010/main" val="1531305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638355" y="764010"/>
            <a:ext cx="8229600" cy="1097279"/>
          </a:xfrm>
        </p:spPr>
        <p:txBody>
          <a:bodyPr/>
          <a:lstStyle/>
          <a:p>
            <a:r>
              <a:rPr lang="en-US" sz="3200" noProof="0" dirty="0">
                <a:solidFill>
                  <a:schemeClr val="bg1"/>
                </a:solidFill>
              </a:rPr>
              <a:t>Assessing a Client’s Readiness to Change</a:t>
            </a:r>
          </a:p>
        </p:txBody>
      </p:sp>
      <p:sp>
        <p:nvSpPr>
          <p:cNvPr id="2" name="Content Placeholder 1"/>
          <p:cNvSpPr>
            <a:spLocks noGrp="1"/>
          </p:cNvSpPr>
          <p:nvPr>
            <p:ph sz="quarter" idx="13"/>
          </p:nvPr>
        </p:nvSpPr>
        <p:spPr>
          <a:xfrm>
            <a:off x="396815" y="2341331"/>
            <a:ext cx="8229600" cy="1000893"/>
          </a:xfrm>
        </p:spPr>
        <p:txBody>
          <a:bodyPr/>
          <a:lstStyle/>
          <a:p>
            <a:pPr>
              <a:spcBef>
                <a:spcPts val="800"/>
              </a:spcBef>
            </a:pPr>
            <a:r>
              <a:rPr lang="en-US" sz="1600" noProof="0" dirty="0"/>
              <a:t>Norcross et al. identified the following five stages of change:</a:t>
            </a:r>
          </a:p>
        </p:txBody>
      </p:sp>
      <p:graphicFrame>
        <p:nvGraphicFramePr>
          <p:cNvPr id="8" name="Content Placeholder 3">
            <a:extLst>
              <a:ext uri="{FF2B5EF4-FFF2-40B4-BE49-F238E27FC236}">
                <a16:creationId xmlns:a16="http://schemas.microsoft.com/office/drawing/2014/main" id="{C74D6B63-F67D-7A01-2A04-B6D08D03A210}"/>
              </a:ext>
            </a:extLst>
          </p:cNvPr>
          <p:cNvGraphicFramePr>
            <a:graphicFrameLocks noGrp="1"/>
          </p:cNvGraphicFramePr>
          <p:nvPr>
            <p:ph sz="quarter" idx="14"/>
          </p:nvPr>
        </p:nvGraphicFramePr>
        <p:xfrm>
          <a:off x="457200" y="2688451"/>
          <a:ext cx="8229600" cy="3262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0916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41741" y="404309"/>
            <a:ext cx="8060518" cy="1097279"/>
          </a:xfrm>
        </p:spPr>
        <p:txBody>
          <a:bodyPr/>
          <a:lstStyle/>
          <a:p>
            <a:r>
              <a:rPr lang="en-US" noProof="0" dirty="0">
                <a:solidFill>
                  <a:schemeClr val="bg1"/>
                </a:solidFill>
              </a:rPr>
              <a:t>Motivational Interviewing</a:t>
            </a:r>
          </a:p>
        </p:txBody>
      </p:sp>
      <p:graphicFrame>
        <p:nvGraphicFramePr>
          <p:cNvPr id="8" name="Content Placeholder 1">
            <a:extLst>
              <a:ext uri="{FF2B5EF4-FFF2-40B4-BE49-F238E27FC236}">
                <a16:creationId xmlns:a16="http://schemas.microsoft.com/office/drawing/2014/main" id="{8E07D427-28FF-3C24-ED9C-F5B7E8CAAD27}"/>
              </a:ext>
            </a:extLst>
          </p:cNvPr>
          <p:cNvGraphicFramePr>
            <a:graphicFrameLocks noGrp="1"/>
          </p:cNvGraphicFramePr>
          <p:nvPr>
            <p:ph sz="quarter" idx="13"/>
          </p:nvPr>
        </p:nvGraphicFramePr>
        <p:xfrm>
          <a:off x="457200" y="1556326"/>
          <a:ext cx="8486776" cy="2387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p:cNvSpPr>
            <a:spLocks noGrp="1"/>
          </p:cNvSpPr>
          <p:nvPr>
            <p:ph sz="quarter" idx="14"/>
          </p:nvPr>
        </p:nvSpPr>
        <p:spPr>
          <a:xfrm>
            <a:off x="468312" y="4052826"/>
            <a:ext cx="8288061" cy="2045382"/>
          </a:xfrm>
        </p:spPr>
        <p:txBody>
          <a:bodyPr tIns="0">
            <a:normAutofit fontScale="92500" lnSpcReduction="20000"/>
          </a:bodyPr>
          <a:lstStyle/>
          <a:p>
            <a:pPr marL="741600" lvl="1" indent="-428400">
              <a:buFont typeface="+mj-lt"/>
              <a:buAutoNum type="arabicParenR"/>
            </a:pPr>
            <a:r>
              <a:rPr lang="en-US" sz="1600" noProof="0" dirty="0">
                <a:solidFill>
                  <a:schemeClr val="tx1"/>
                </a:solidFill>
              </a:rPr>
              <a:t>engaging—establishing a connection between counselor and client that helps to build the working alliance</a:t>
            </a:r>
          </a:p>
          <a:p>
            <a:pPr marL="741600" lvl="1" indent="-428400">
              <a:buFont typeface="+mj-lt"/>
              <a:buAutoNum type="arabicParenR"/>
            </a:pPr>
            <a:r>
              <a:rPr lang="en-US" sz="1600" noProof="0" dirty="0">
                <a:solidFill>
                  <a:schemeClr val="tx1"/>
                </a:solidFill>
              </a:rPr>
              <a:t>focusing—involves the counselor developing and maintaining a focused direction in the discussion about change</a:t>
            </a:r>
          </a:p>
          <a:p>
            <a:pPr marL="741600" lvl="1" indent="-428400">
              <a:buFont typeface="+mj-lt"/>
              <a:buAutoNum type="arabicParenR"/>
            </a:pPr>
            <a:r>
              <a:rPr lang="en-US" sz="1600" noProof="0" dirty="0">
                <a:solidFill>
                  <a:schemeClr val="tx1"/>
                </a:solidFill>
              </a:rPr>
              <a:t>evoking—assisting the client to take ownership for their motivation for change</a:t>
            </a:r>
          </a:p>
          <a:p>
            <a:pPr marL="741600" lvl="1" indent="-428400">
              <a:buFont typeface="+mj-lt"/>
              <a:buAutoNum type="arabicParenR"/>
            </a:pPr>
            <a:r>
              <a:rPr lang="en-US" sz="1600" noProof="0" dirty="0">
                <a:solidFill>
                  <a:schemeClr val="tx1"/>
                </a:solidFill>
              </a:rPr>
              <a:t>planning—establishing a commitment to change with a specific course of action where talk shifts from whether and why it happens to when and how to change</a:t>
            </a:r>
          </a:p>
        </p:txBody>
      </p:sp>
    </p:spTree>
    <p:extLst>
      <p:ext uri="{BB962C8B-B14F-4D97-AF65-F5344CB8AC3E}">
        <p14:creationId xmlns:p14="http://schemas.microsoft.com/office/powerpoint/2010/main" val="3914581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764010"/>
            <a:ext cx="8229600" cy="1097279"/>
          </a:xfrm>
        </p:spPr>
        <p:txBody>
          <a:bodyPr/>
          <a:lstStyle/>
          <a:p>
            <a:r>
              <a:rPr lang="en-US" sz="3200" noProof="0" dirty="0">
                <a:solidFill>
                  <a:schemeClr val="bg1"/>
                </a:solidFill>
              </a:rPr>
              <a:t>Treatment Admission and Placement </a:t>
            </a:r>
            <a:r>
              <a:rPr lang="en-US" sz="2000" b="0" noProof="0" dirty="0">
                <a:solidFill>
                  <a:schemeClr val="bg1"/>
                </a:solidFill>
              </a:rPr>
              <a:t>(1 of 2)</a:t>
            </a:r>
          </a:p>
        </p:txBody>
      </p:sp>
      <p:graphicFrame>
        <p:nvGraphicFramePr>
          <p:cNvPr id="8" name="Content Placeholder 3">
            <a:extLst>
              <a:ext uri="{FF2B5EF4-FFF2-40B4-BE49-F238E27FC236}">
                <a16:creationId xmlns:a16="http://schemas.microsoft.com/office/drawing/2014/main" id="{4A8F5CA3-1CBE-097C-9CBE-DD04F6DECA7B}"/>
              </a:ext>
            </a:extLst>
          </p:cNvPr>
          <p:cNvGraphicFramePr>
            <a:graphicFrameLocks noGrp="1"/>
          </p:cNvGraphicFramePr>
          <p:nvPr>
            <p:ph sz="quarter" idx="14"/>
          </p:nvPr>
        </p:nvGraphicFramePr>
        <p:xfrm>
          <a:off x="457200" y="2683826"/>
          <a:ext cx="8229600" cy="3548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3113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4" name="Rectangle 2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8" name="Group 2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9" name="Rectangle 2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Relapse and Crisis</a:t>
            </a:r>
          </a:p>
        </p:txBody>
      </p:sp>
      <p:cxnSp>
        <p:nvCxnSpPr>
          <p:cNvPr id="32" name="Straight Connector 3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During treatment, counselors need to prepare for relapse by helping clients explore triggers and learn new cognitive-behavioral strategies. Even in short-term crisis centers, these triggers can be identified, explored, and documented when clients are referred for treatment.</a:t>
            </a:r>
          </a:p>
          <a:p>
            <a:pPr>
              <a:lnSpc>
                <a:spcPct val="90000"/>
              </a:lnSpc>
              <a:buClr>
                <a:schemeClr val="accent1"/>
              </a:buClr>
              <a:buSzPct val="80000"/>
            </a:pPr>
            <a:r>
              <a:rPr lang="en-US" sz="1300" noProof="0">
                <a:solidFill>
                  <a:schemeClr val="tx1"/>
                </a:solidFill>
                <a:ea typeface="+mn-ea"/>
                <a:cs typeface="+mn-cs"/>
              </a:rPr>
              <a:t>Counselors need to help clients differentiate when use is viewed as a “lapse” or a “relapse.”</a:t>
            </a:r>
          </a:p>
          <a:p>
            <a:pPr lvl="1">
              <a:lnSpc>
                <a:spcPct val="90000"/>
              </a:lnSpc>
              <a:buClr>
                <a:schemeClr val="accent1"/>
              </a:buClr>
              <a:buSzPct val="80000"/>
            </a:pPr>
            <a:r>
              <a:rPr lang="en-US" sz="1300" noProof="0">
                <a:solidFill>
                  <a:schemeClr val="tx1"/>
                </a:solidFill>
                <a:ea typeface="+mn-ea"/>
                <a:cs typeface="+mn-cs"/>
              </a:rPr>
              <a:t>A lapse is a single episode of using a substance following a period of abstinence. The individual often takes responsibility for this lapse and examines the specific experience or trigger(s) that resulted to build on recovery.</a:t>
            </a:r>
          </a:p>
          <a:p>
            <a:pPr lvl="1">
              <a:lnSpc>
                <a:spcPct val="90000"/>
              </a:lnSpc>
              <a:buClr>
                <a:schemeClr val="accent1"/>
              </a:buClr>
              <a:buSzPct val="80000"/>
            </a:pPr>
            <a:r>
              <a:rPr lang="en-US" sz="1300" noProof="0">
                <a:solidFill>
                  <a:schemeClr val="tx1"/>
                </a:solidFill>
                <a:ea typeface="+mn-ea"/>
                <a:cs typeface="+mn-cs"/>
              </a:rPr>
              <a:t>A relapse is a return to sustained use of the same substance or another mood-altering substance following a defined period of abstinence.</a:t>
            </a:r>
          </a:p>
        </p:txBody>
      </p:sp>
    </p:spTree>
    <p:extLst>
      <p:ext uri="{BB962C8B-B14F-4D97-AF65-F5344CB8AC3E}">
        <p14:creationId xmlns:p14="http://schemas.microsoft.com/office/powerpoint/2010/main" val="1305485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p:grpSpPr>
        <p:sp>
          <p:nvSpPr>
            <p:cNvPr id="12" name="Rectangle 11">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0"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2" name="Rectangle 21">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187" y="473745"/>
            <a:ext cx="8420318"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5" y="855482"/>
            <a:ext cx="6571060" cy="898674"/>
          </a:xfrm>
        </p:spPr>
        <p:txBody>
          <a:bodyPr vert="horz" lIns="91440" tIns="45720" rIns="91440" bIns="45720" rtlCol="0" anchor="b">
            <a:normAutofit/>
          </a:bodyPr>
          <a:lstStyle/>
          <a:p>
            <a:pPr>
              <a:spcBef>
                <a:spcPct val="0"/>
              </a:spcBef>
            </a:pPr>
            <a:r>
              <a:rPr lang="en-US" b="0" noProof="0">
                <a:solidFill>
                  <a:schemeClr val="tx2"/>
                </a:solidFill>
                <a:ea typeface="+mj-ea"/>
                <a:cs typeface="+mj-cs"/>
              </a:rPr>
              <a:t>Safety and Self-Care</a:t>
            </a:r>
          </a:p>
        </p:txBody>
      </p:sp>
      <p:sp>
        <p:nvSpPr>
          <p:cNvPr id="28" name="Rectangle 27">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866215" y="2079173"/>
            <a:ext cx="6136643" cy="3730689"/>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Counselors need to be aware of the dangers of working with clients who pose a threat to public safety or who have a history of violence, especially those who may also be under the influence of a substance.</a:t>
            </a:r>
          </a:p>
          <a:p>
            <a:pPr lvl="1">
              <a:lnSpc>
                <a:spcPct val="90000"/>
              </a:lnSpc>
              <a:buClr>
                <a:schemeClr val="accent1"/>
              </a:buClr>
              <a:buSzPct val="80000"/>
            </a:pPr>
            <a:r>
              <a:rPr lang="en-US" sz="1500" noProof="0">
                <a:solidFill>
                  <a:schemeClr val="tx1"/>
                </a:solidFill>
                <a:ea typeface="+mn-ea"/>
                <a:cs typeface="+mn-cs"/>
              </a:rPr>
              <a:t>Counselors should gauge the risk in working with clients who pose safety concerns and can take steps to minimize the risk by screening high-risk clients, avoiding seeing clients when there is a lack of physical security available, recognizing warning signs of violence, avoiding working alone during in-home counseling, and establishing rules prohibiting weapons in session.</a:t>
            </a:r>
          </a:p>
          <a:p>
            <a:pPr>
              <a:lnSpc>
                <a:spcPct val="90000"/>
              </a:lnSpc>
              <a:buClr>
                <a:schemeClr val="accent1"/>
              </a:buClr>
              <a:buSzPct val="80000"/>
            </a:pPr>
            <a:r>
              <a:rPr lang="en-US" sz="1500" noProof="0">
                <a:solidFill>
                  <a:schemeClr val="tx1"/>
                </a:solidFill>
                <a:ea typeface="+mn-ea"/>
                <a:cs typeface="+mn-cs"/>
              </a:rPr>
              <a:t>Working with clients who have S U D s and significant symptoms creates unique challenges for counselors. Counselors who constantly face client resistance, ambivalence, motivational concerns, and relapse issues may question their effectiveness in facilitating change.</a:t>
            </a:r>
          </a:p>
        </p:txBody>
      </p:sp>
    </p:spTree>
    <p:extLst>
      <p:ext uri="{BB962C8B-B14F-4D97-AF65-F5344CB8AC3E}">
        <p14:creationId xmlns:p14="http://schemas.microsoft.com/office/powerpoint/2010/main" val="3188530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474BD5-5CDD-4624-B265-461D5D2FA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64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0" name="Group 19">
            <a:extLst>
              <a:ext uri="{FF2B5EF4-FFF2-40B4-BE49-F238E27FC236}">
                <a16:creationId xmlns:a16="http://schemas.microsoft.com/office/drawing/2014/main" id="{89C082B5-9FB8-47CC-AE81-E993CEC17D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21" name="Rectangle 20">
              <a:extLst>
                <a:ext uri="{FF2B5EF4-FFF2-40B4-BE49-F238E27FC236}">
                  <a16:creationId xmlns:a16="http://schemas.microsoft.com/office/drawing/2014/main" id="{49775A48-EE8C-4715-94E0-D6CC9F99A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2" name="Oval 21">
              <a:extLst>
                <a:ext uri="{FF2B5EF4-FFF2-40B4-BE49-F238E27FC236}">
                  <a16:creationId xmlns:a16="http://schemas.microsoft.com/office/drawing/2014/main" id="{DA7DF42E-92EA-43F7-B3B1-AF3704E37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3" name="Oval 22">
              <a:extLst>
                <a:ext uri="{FF2B5EF4-FFF2-40B4-BE49-F238E27FC236}">
                  <a16:creationId xmlns:a16="http://schemas.microsoft.com/office/drawing/2014/main" id="{19381BF3-00FA-475A-AF22-25E832179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Oval 23">
              <a:extLst>
                <a:ext uri="{FF2B5EF4-FFF2-40B4-BE49-F238E27FC236}">
                  <a16:creationId xmlns:a16="http://schemas.microsoft.com/office/drawing/2014/main" id="{9327A924-89E3-4A90-B5A4-93D47D66C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5" name="Freeform 5">
              <a:extLst>
                <a:ext uri="{FF2B5EF4-FFF2-40B4-BE49-F238E27FC236}">
                  <a16:creationId xmlns:a16="http://schemas.microsoft.com/office/drawing/2014/main" id="{3FEF908F-83B8-4DD0-8A1B-F1F735BE9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Freeform 5">
              <a:extLst>
                <a:ext uri="{FF2B5EF4-FFF2-40B4-BE49-F238E27FC236}">
                  <a16:creationId xmlns:a16="http://schemas.microsoft.com/office/drawing/2014/main" id="{9C3956E1-F253-4F36-84D5-22D5373F02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Freeform 5">
              <a:extLst>
                <a:ext uri="{FF2B5EF4-FFF2-40B4-BE49-F238E27FC236}">
                  <a16:creationId xmlns:a16="http://schemas.microsoft.com/office/drawing/2014/main" id="{68E0CC82-48EE-47B3-8BF4-8C58CF31CE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9" name="Rectangle 28">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Title 12">
            <a:extLst>
              <a:ext uri="{FF2B5EF4-FFF2-40B4-BE49-F238E27FC236}">
                <a16:creationId xmlns:a16="http://schemas.microsoft.com/office/drawing/2014/main" id="{77A83F56-D953-452D-CC9C-179C79ECD736}"/>
              </a:ext>
            </a:extLst>
          </p:cNvPr>
          <p:cNvSpPr>
            <a:spLocks noGrp="1"/>
          </p:cNvSpPr>
          <p:nvPr>
            <p:ph type="ctrTitle"/>
          </p:nvPr>
        </p:nvSpPr>
        <p:spPr>
          <a:xfrm>
            <a:off x="1262378" y="1143000"/>
            <a:ext cx="6619243" cy="3389217"/>
          </a:xfrm>
        </p:spPr>
        <p:txBody>
          <a:bodyPr anchor="ctr">
            <a:normAutofit/>
          </a:bodyPr>
          <a:lstStyle/>
          <a:p>
            <a:pPr algn="ctr"/>
            <a:r>
              <a:rPr lang="en-US" sz="5700" b="1">
                <a:solidFill>
                  <a:srgbClr val="FFFFFF"/>
                </a:solidFill>
              </a:rPr>
              <a:t>Chapter 8</a:t>
            </a:r>
            <a:br>
              <a:rPr lang="en-US" sz="5700" b="1">
                <a:solidFill>
                  <a:srgbClr val="FFFFFF"/>
                </a:solidFill>
              </a:rPr>
            </a:br>
            <a:endParaRPr lang="en-US" sz="5700">
              <a:solidFill>
                <a:srgbClr val="FFFFFF"/>
              </a:solidFill>
            </a:endParaRP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type="subTitle" idx="1"/>
          </p:nvPr>
        </p:nvSpPr>
        <p:spPr>
          <a:xfrm>
            <a:off x="1262378" y="5240851"/>
            <a:ext cx="6619243" cy="828932"/>
          </a:xfrm>
        </p:spPr>
        <p:txBody>
          <a:bodyPr>
            <a:normAutofit/>
          </a:bodyPr>
          <a:lstStyle/>
          <a:p>
            <a:pPr algn="ctr" defTabSz="914400">
              <a:defRPr/>
            </a:pPr>
            <a:r>
              <a:rPr lang="en-US" sz="2100">
                <a:solidFill>
                  <a:schemeClr val="tx2"/>
                </a:solidFill>
              </a:rPr>
              <a:t>Intimate Partner Violence and Domestic Violence</a:t>
            </a:r>
          </a:p>
        </p:txBody>
      </p:sp>
    </p:spTree>
    <p:extLst>
      <p:ext uri="{BB962C8B-B14F-4D97-AF65-F5344CB8AC3E}">
        <p14:creationId xmlns:p14="http://schemas.microsoft.com/office/powerpoint/2010/main" val="310909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13"/>
                                        </p:tgtEl>
                                        <p:attrNameLst>
                                          <p:attrName>style.visibility</p:attrName>
                                        </p:attrNameLst>
                                      </p:cBhvr>
                                      <p:to>
                                        <p:strVal val="visible"/>
                                      </p:to>
                                    </p:set>
                                    <p:animEffect transition="in" filter="fade">
                                      <p:cBhvr>
                                        <p:cTn id="7" dur="700"/>
                                        <p:tgtEl>
                                          <p:spTgt spid="13"/>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7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Overview of Intimate Partner Violence and Domestic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Intimate partner violence (I P V) involves physical, sexual, and emotional aggression, violence, or stalking by a current or former intimate partner.</a:t>
            </a:r>
          </a:p>
          <a:p>
            <a:pPr lvl="1">
              <a:lnSpc>
                <a:spcPct val="90000"/>
              </a:lnSpc>
              <a:buClr>
                <a:schemeClr val="accent1"/>
              </a:buClr>
              <a:buSzPct val="80000"/>
            </a:pPr>
            <a:r>
              <a:rPr lang="en-US" sz="1300" noProof="0">
                <a:solidFill>
                  <a:schemeClr val="tx1"/>
                </a:solidFill>
                <a:ea typeface="+mn-ea"/>
                <a:cs typeface="+mn-cs"/>
              </a:rPr>
              <a:t>I P V is an inclusive term that is used to describe violence among opposite- or same-sex couples currently or formerly in a relationship.</a:t>
            </a:r>
          </a:p>
          <a:p>
            <a:pPr lvl="1">
              <a:lnSpc>
                <a:spcPct val="90000"/>
              </a:lnSpc>
              <a:buClr>
                <a:schemeClr val="accent1"/>
              </a:buClr>
              <a:buSzPct val="80000"/>
            </a:pPr>
            <a:r>
              <a:rPr lang="en-US" sz="1300" noProof="0">
                <a:solidFill>
                  <a:schemeClr val="tx1"/>
                </a:solidFill>
                <a:ea typeface="+mn-ea"/>
                <a:cs typeface="+mn-cs"/>
              </a:rPr>
              <a:t>I P V is only one aspect of domestic violence (D V) and, used by itself, is not inclusive of other individuals who are in violent relationships.</a:t>
            </a:r>
          </a:p>
          <a:p>
            <a:pPr lvl="1">
              <a:lnSpc>
                <a:spcPct val="90000"/>
              </a:lnSpc>
              <a:buClr>
                <a:schemeClr val="accent1"/>
              </a:buClr>
              <a:buSzPct val="80000"/>
            </a:pPr>
            <a:r>
              <a:rPr lang="en-US" sz="1300" noProof="0">
                <a:solidFill>
                  <a:schemeClr val="tx1"/>
                </a:solidFill>
                <a:ea typeface="+mn-ea"/>
                <a:cs typeface="+mn-cs"/>
              </a:rPr>
              <a:t>I P V is not the legal term used in federal or state statutes or regulations that outline mandated reporting laws for health care providers or laws that govern law enforcement practices when intervening in D V situations.</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1122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B6583EC0-B95E-4CD4-9A9A-0C3F6FA825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032" name="Rectangle 1031">
              <a:extLst>
                <a:ext uri="{FF2B5EF4-FFF2-40B4-BE49-F238E27FC236}">
                  <a16:creationId xmlns:a16="http://schemas.microsoft.com/office/drawing/2014/main" id="{185B8355-5373-403A-B5C2-4C8E70AC8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33" name="Oval 1032">
              <a:extLst>
                <a:ext uri="{FF2B5EF4-FFF2-40B4-BE49-F238E27FC236}">
                  <a16:creationId xmlns:a16="http://schemas.microsoft.com/office/drawing/2014/main" id="{25BACD68-BDD7-43D0-A593-66B247A49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34" name="Oval 1033">
              <a:extLst>
                <a:ext uri="{FF2B5EF4-FFF2-40B4-BE49-F238E27FC236}">
                  <a16:creationId xmlns:a16="http://schemas.microsoft.com/office/drawing/2014/main" id="{D20AC87D-DE1E-46F5-889B-6CFD4FB14B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35" name="Oval 1034">
              <a:extLst>
                <a:ext uri="{FF2B5EF4-FFF2-40B4-BE49-F238E27FC236}">
                  <a16:creationId xmlns:a16="http://schemas.microsoft.com/office/drawing/2014/main" id="{21C643F3-476E-4474-A4AA-2AF19ECCB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36" name="Freeform 5">
              <a:extLst>
                <a:ext uri="{FF2B5EF4-FFF2-40B4-BE49-F238E27FC236}">
                  <a16:creationId xmlns:a16="http://schemas.microsoft.com/office/drawing/2014/main" id="{B7EE1E46-6AD7-4F25-ABEB-0C06AE4663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037" name="Freeform 5">
              <a:extLst>
                <a:ext uri="{FF2B5EF4-FFF2-40B4-BE49-F238E27FC236}">
                  <a16:creationId xmlns:a16="http://schemas.microsoft.com/office/drawing/2014/main" id="{19C342B7-8020-4464-8EB2-AE58A8B8F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038" name="Freeform 5">
              <a:extLst>
                <a:ext uri="{FF2B5EF4-FFF2-40B4-BE49-F238E27FC236}">
                  <a16:creationId xmlns:a16="http://schemas.microsoft.com/office/drawing/2014/main" id="{1F3EC447-6BFD-478D-BCE7-B572B85BF7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40" name="Rectangle 1039">
            <a:extLst>
              <a:ext uri="{FF2B5EF4-FFF2-40B4-BE49-F238E27FC236}">
                <a16:creationId xmlns:a16="http://schemas.microsoft.com/office/drawing/2014/main" id="{19EF6B20-23CA-444F-8D20-3A38184B63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1042" name="Group 1041">
            <a:extLst>
              <a:ext uri="{FF2B5EF4-FFF2-40B4-BE49-F238E27FC236}">
                <a16:creationId xmlns:a16="http://schemas.microsoft.com/office/drawing/2014/main" id="{4E8CF7C5-117C-459C-9B4C-82B31795175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58000"/>
            <a:chOff x="-1588" y="0"/>
            <a:chExt cx="12193588" cy="6858000"/>
          </a:xfrm>
        </p:grpSpPr>
        <p:sp>
          <p:nvSpPr>
            <p:cNvPr id="1043" name="Rectangle 1042">
              <a:extLst>
                <a:ext uri="{FF2B5EF4-FFF2-40B4-BE49-F238E27FC236}">
                  <a16:creationId xmlns:a16="http://schemas.microsoft.com/office/drawing/2014/main" id="{D4B3FB86-7EC1-4073-8317-D932BC571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44" name="Oval 1043">
              <a:extLst>
                <a:ext uri="{FF2B5EF4-FFF2-40B4-BE49-F238E27FC236}">
                  <a16:creationId xmlns:a16="http://schemas.microsoft.com/office/drawing/2014/main" id="{346F02C3-73C4-4B91-B422-EAB2FACE6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45" name="Rectangle 1044">
              <a:extLst>
                <a:ext uri="{FF2B5EF4-FFF2-40B4-BE49-F238E27FC236}">
                  <a16:creationId xmlns:a16="http://schemas.microsoft.com/office/drawing/2014/main" id="{23E54839-92D5-4E97-B38E-24927FD44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046" name="Freeform 5">
              <a:extLst>
                <a:ext uri="{FF2B5EF4-FFF2-40B4-BE49-F238E27FC236}">
                  <a16:creationId xmlns:a16="http://schemas.microsoft.com/office/drawing/2014/main" id="{18959A4D-BD4D-4664-AA21-132D65AFF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047" name="Freeform 5">
              <a:extLst>
                <a:ext uri="{FF2B5EF4-FFF2-40B4-BE49-F238E27FC236}">
                  <a16:creationId xmlns:a16="http://schemas.microsoft.com/office/drawing/2014/main" id="{ECB0910B-74A9-4D39-9741-5AD6A5A54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048" name="Freeform 5">
              <a:extLst>
                <a:ext uri="{FF2B5EF4-FFF2-40B4-BE49-F238E27FC236}">
                  <a16:creationId xmlns:a16="http://schemas.microsoft.com/office/drawing/2014/main" id="{703AEDDF-85E0-4F20-B92E-3C244FB6BF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79323" y="629265"/>
            <a:ext cx="3664846" cy="1622322"/>
          </a:xfrm>
        </p:spPr>
        <p:txBody>
          <a:bodyPr vert="horz" lIns="91440" tIns="45720" rIns="91440" bIns="45720" rtlCol="0" anchor="ctr">
            <a:normAutofit/>
          </a:bodyPr>
          <a:lstStyle/>
          <a:p>
            <a:pPr>
              <a:lnSpc>
                <a:spcPct val="90000"/>
              </a:lnSpc>
              <a:spcBef>
                <a:spcPct val="0"/>
              </a:spcBef>
            </a:pPr>
            <a:r>
              <a:rPr lang="en-US" b="0" noProof="0" dirty="0">
                <a:solidFill>
                  <a:schemeClr val="bg2"/>
                </a:solidFill>
                <a:ea typeface="+mj-ea"/>
                <a:cs typeface="+mj-cs"/>
              </a:rPr>
              <a:t>Cycle of Violence Theory</a:t>
            </a:r>
          </a:p>
        </p:txBody>
      </p:sp>
      <p:sp>
        <p:nvSpPr>
          <p:cNvPr id="4" name="Content Placeholder 3"/>
          <p:cNvSpPr>
            <a:spLocks noGrp="1"/>
          </p:cNvSpPr>
          <p:nvPr>
            <p:ph sz="quarter" idx="14"/>
          </p:nvPr>
        </p:nvSpPr>
        <p:spPr>
          <a:xfrm>
            <a:off x="479323" y="2418735"/>
            <a:ext cx="3664846" cy="3811742"/>
          </a:xfrm>
        </p:spPr>
        <p:txBody>
          <a:bodyPr vert="horz" lIns="91440" tIns="45720" rIns="91440" bIns="45720" rtlCol="0" anchor="ctr">
            <a:normAutofit/>
          </a:bodyPr>
          <a:lstStyle/>
          <a:p>
            <a:pPr marL="254682" indent="-428400">
              <a:buClr>
                <a:schemeClr val="accent1"/>
              </a:buClr>
              <a:buSzPct val="80000"/>
            </a:pPr>
            <a:r>
              <a:rPr lang="en-US" noProof="0">
                <a:solidFill>
                  <a:schemeClr val="bg1"/>
                </a:solidFill>
                <a:ea typeface="+mn-ea"/>
                <a:cs typeface="+mn-cs"/>
              </a:rPr>
              <a:t>Tension-building</a:t>
            </a:r>
          </a:p>
          <a:p>
            <a:pPr marL="254682" indent="-428400">
              <a:buClr>
                <a:schemeClr val="accent1"/>
              </a:buClr>
              <a:buSzPct val="80000"/>
            </a:pPr>
            <a:r>
              <a:rPr lang="en-US" noProof="0">
                <a:solidFill>
                  <a:schemeClr val="bg1"/>
                </a:solidFill>
                <a:ea typeface="+mn-ea"/>
                <a:cs typeface="+mn-cs"/>
              </a:rPr>
              <a:t>The explosion or acute battering incident</a:t>
            </a:r>
          </a:p>
          <a:p>
            <a:pPr marL="254682" indent="-428400">
              <a:buClr>
                <a:schemeClr val="accent1"/>
              </a:buClr>
              <a:buSzPct val="80000"/>
            </a:pPr>
            <a:r>
              <a:rPr lang="en-US" noProof="0">
                <a:solidFill>
                  <a:schemeClr val="bg1"/>
                </a:solidFill>
                <a:ea typeface="+mn-ea"/>
                <a:cs typeface="+mn-cs"/>
              </a:rPr>
              <a:t>The honeymoon phase of kindness and contrite, loving behavior</a:t>
            </a:r>
          </a:p>
        </p:txBody>
      </p:sp>
      <p:pic>
        <p:nvPicPr>
          <p:cNvPr id="1026" name="Picture 2" descr="The Cycle of Violence | mpdc">
            <a:extLst>
              <a:ext uri="{FF2B5EF4-FFF2-40B4-BE49-F238E27FC236}">
                <a16:creationId xmlns:a16="http://schemas.microsoft.com/office/drawing/2014/main" id="{9BCDA679-8C9C-AF47-A7CC-E932869026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29150" y="1619841"/>
            <a:ext cx="4028507" cy="3635898"/>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6C9E16AD-C39A-45E0-9155-60C082A8D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Tree>
    <p:extLst>
      <p:ext uri="{BB962C8B-B14F-4D97-AF65-F5344CB8AC3E}">
        <p14:creationId xmlns:p14="http://schemas.microsoft.com/office/powerpoint/2010/main" val="1925507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616442" y="1207911"/>
            <a:ext cx="2275935" cy="4438087"/>
          </a:xfrm>
        </p:spPr>
        <p:txBody>
          <a:bodyPr vert="horz" lIns="91440" tIns="45720" rIns="91440" bIns="45720" rtlCol="0" anchor="ctr">
            <a:normAutofit/>
          </a:bodyPr>
          <a:lstStyle/>
          <a:p>
            <a:pPr algn="r">
              <a:spcBef>
                <a:spcPct val="0"/>
              </a:spcBef>
            </a:pPr>
            <a:r>
              <a:rPr lang="en-US" sz="2800" b="0" noProof="0" dirty="0">
                <a:solidFill>
                  <a:schemeClr val="tx1"/>
                </a:solidFill>
                <a:ea typeface="+mj-ea"/>
                <a:cs typeface="+mj-cs"/>
              </a:rPr>
              <a:t>Common Crisis Issues </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dirty="0">
                <a:solidFill>
                  <a:schemeClr val="tx1"/>
                </a:solidFill>
                <a:ea typeface="+mn-ea"/>
                <a:cs typeface="+mn-cs"/>
              </a:rPr>
              <a:t>Attending to physical injury</a:t>
            </a:r>
          </a:p>
          <a:p>
            <a:pPr>
              <a:lnSpc>
                <a:spcPct val="90000"/>
              </a:lnSpc>
              <a:buClr>
                <a:schemeClr val="accent1"/>
              </a:buClr>
              <a:buSzPct val="80000"/>
            </a:pPr>
            <a:r>
              <a:rPr lang="en-US" sz="2000" noProof="0" dirty="0">
                <a:solidFill>
                  <a:schemeClr val="tx1"/>
                </a:solidFill>
                <a:ea typeface="+mn-ea"/>
                <a:cs typeface="+mn-cs"/>
              </a:rPr>
              <a:t>Establishing immediate safety</a:t>
            </a:r>
          </a:p>
          <a:p>
            <a:pPr>
              <a:lnSpc>
                <a:spcPct val="90000"/>
              </a:lnSpc>
              <a:buClr>
                <a:schemeClr val="accent1"/>
              </a:buClr>
              <a:buSzPct val="80000"/>
            </a:pPr>
            <a:r>
              <a:rPr lang="en-US" sz="2000" dirty="0">
                <a:solidFill>
                  <a:schemeClr val="tx1"/>
                </a:solidFill>
              </a:rPr>
              <a:t>Reporting IPV to the police</a:t>
            </a:r>
          </a:p>
          <a:p>
            <a:pPr>
              <a:lnSpc>
                <a:spcPct val="90000"/>
              </a:lnSpc>
              <a:buClr>
                <a:schemeClr val="accent1"/>
              </a:buClr>
              <a:buSzPct val="80000"/>
            </a:pPr>
            <a:endParaRPr lang="en-US" sz="1000" noProof="0" dirty="0">
              <a:solidFill>
                <a:schemeClr val="tx1"/>
              </a:solidFill>
              <a:ea typeface="+mn-ea"/>
              <a:cs typeface="+mn-cs"/>
            </a:endParaRP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839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2EC93B-F8ED-6951-AA9A-EA06EDF7D2D9}"/>
              </a:ext>
            </a:extLst>
          </p:cNvPr>
          <p:cNvSpPr>
            <a:spLocks noGrp="1"/>
          </p:cNvSpPr>
          <p:nvPr>
            <p:ph type="title"/>
          </p:nvPr>
        </p:nvSpPr>
        <p:spPr/>
        <p:txBody>
          <a:bodyPr/>
          <a:lstStyle/>
          <a:p>
            <a:r>
              <a:rPr lang="en-US" dirty="0"/>
              <a:t>Risk Factors</a:t>
            </a:r>
          </a:p>
        </p:txBody>
      </p:sp>
      <p:sp>
        <p:nvSpPr>
          <p:cNvPr id="5" name="Text Placeholder 4">
            <a:extLst>
              <a:ext uri="{FF2B5EF4-FFF2-40B4-BE49-F238E27FC236}">
                <a16:creationId xmlns:a16="http://schemas.microsoft.com/office/drawing/2014/main" id="{32770D49-9E3B-88B9-805E-146F36BE247E}"/>
              </a:ext>
            </a:extLst>
          </p:cNvPr>
          <p:cNvSpPr>
            <a:spLocks noGrp="1"/>
          </p:cNvSpPr>
          <p:nvPr>
            <p:ph type="body" idx="1"/>
          </p:nvPr>
        </p:nvSpPr>
        <p:spPr/>
        <p:txBody>
          <a:bodyPr>
            <a:normAutofit fontScale="55000" lnSpcReduction="20000"/>
          </a:bodyPr>
          <a:lstStyle/>
          <a:p>
            <a:pPr marL="342900" indent="-342900">
              <a:buFont typeface="Arial" panose="020B0604020202020204" pitchFamily="34" charset="0"/>
              <a:buChar char="•"/>
            </a:pPr>
            <a:r>
              <a:rPr lang="en-US" dirty="0"/>
              <a:t>Women of Color (54% of black </a:t>
            </a:r>
            <a:r>
              <a:rPr lang="en-US" dirty="0" err="1"/>
              <a:t>WomEn</a:t>
            </a:r>
            <a:r>
              <a:rPr lang="en-US" dirty="0"/>
              <a:t>, 44% of Hispanic Women, and 35% of White Women)</a:t>
            </a:r>
          </a:p>
          <a:p>
            <a:pPr marL="342900" indent="-342900">
              <a:buFont typeface="Arial" panose="020B0604020202020204" pitchFamily="34" charset="0"/>
              <a:buChar char="•"/>
            </a:pPr>
            <a:r>
              <a:rPr lang="en-US" dirty="0"/>
              <a:t>SES</a:t>
            </a:r>
          </a:p>
          <a:p>
            <a:pPr marL="342900" indent="-342900">
              <a:buFont typeface="Arial" panose="020B0604020202020204" pitchFamily="34" charset="0"/>
              <a:buChar char="•"/>
            </a:pPr>
            <a:r>
              <a:rPr lang="en-US" dirty="0"/>
              <a:t>Immigrant Status</a:t>
            </a:r>
          </a:p>
          <a:p>
            <a:pPr marL="342900" indent="-342900">
              <a:buFont typeface="Arial" panose="020B0604020202020204" pitchFamily="34" charset="0"/>
              <a:buChar char="•"/>
            </a:pPr>
            <a:r>
              <a:rPr lang="en-US" dirty="0"/>
              <a:t>Religion and Spiritual Beliefs</a:t>
            </a:r>
          </a:p>
          <a:p>
            <a:pPr marL="342900" indent="-342900">
              <a:buFont typeface="Arial" panose="020B0604020202020204" pitchFamily="34" charset="0"/>
              <a:buChar char="•"/>
            </a:pPr>
            <a:r>
              <a:rPr lang="en-US" dirty="0"/>
              <a:t>LGBTQ+</a:t>
            </a:r>
          </a:p>
          <a:p>
            <a:pPr marL="342900" indent="-342900">
              <a:buFont typeface="Arial" panose="020B0604020202020204" pitchFamily="34" charset="0"/>
              <a:buChar char="•"/>
            </a:pPr>
            <a:r>
              <a:rPr lang="en-US" dirty="0"/>
              <a:t>Female to Male Violence</a:t>
            </a:r>
          </a:p>
          <a:p>
            <a:pPr marL="342900" indent="-342900">
              <a:buFont typeface="Arial" panose="020B0604020202020204" pitchFamily="34" charset="0"/>
              <a:buChar char="•"/>
            </a:pPr>
            <a:r>
              <a:rPr lang="en-US" dirty="0"/>
              <a:t>Disability Status</a:t>
            </a:r>
          </a:p>
          <a:p>
            <a:pPr marL="342900" indent="-342900">
              <a:buFont typeface="Arial" panose="020B0604020202020204" pitchFamily="34" charset="0"/>
              <a:buChar char="•"/>
            </a:pPr>
            <a:r>
              <a:rPr lang="en-US" dirty="0"/>
              <a:t>Elderly Populations</a:t>
            </a:r>
          </a:p>
          <a:p>
            <a:pPr marL="342900" indent="-342900">
              <a:buFont typeface="Arial" panose="020B0604020202020204" pitchFamily="34" charset="0"/>
              <a:buChar char="•"/>
            </a:pPr>
            <a:r>
              <a:rPr lang="en-US" dirty="0"/>
              <a:t>Young Adults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77908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3" name="Rectangle 12">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Oval 15">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7"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1" name="Rectangle 20">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3" name="Rectangle 22">
            <a:extLst>
              <a:ext uri="{FF2B5EF4-FFF2-40B4-BE49-F238E27FC236}">
                <a16:creationId xmlns:a16="http://schemas.microsoft.com/office/drawing/2014/main" id="{8682CCCE-534D-4FC6-BF2B-9BEA2F2BB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5" name="Oval 24">
            <a:extLst>
              <a:ext uri="{FF2B5EF4-FFF2-40B4-BE49-F238E27FC236}">
                <a16:creationId xmlns:a16="http://schemas.microsoft.com/office/drawing/2014/main" id="{BC664B74-EEBB-416C-9D86-AE1FECC0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7" name="Oval 26">
            <a:extLst>
              <a:ext uri="{FF2B5EF4-FFF2-40B4-BE49-F238E27FC236}">
                <a16:creationId xmlns:a16="http://schemas.microsoft.com/office/drawing/2014/main" id="{52000483-C30E-42A1-8569-E1DE1F55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9" name="Freeform 5">
            <a:extLst>
              <a:ext uri="{FF2B5EF4-FFF2-40B4-BE49-F238E27FC236}">
                <a16:creationId xmlns:a16="http://schemas.microsoft.com/office/drawing/2014/main" id="{A5ACD7E0-6D9A-4803-8B9B-D4602DC48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Rectangle 30">
            <a:extLst>
              <a:ext uri="{FF2B5EF4-FFF2-40B4-BE49-F238E27FC236}">
                <a16:creationId xmlns:a16="http://schemas.microsoft.com/office/drawing/2014/main" id="{C238E92D-87E7-4B27-AD36-0E133005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285059" y="402165"/>
            <a:ext cx="45414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33" name="Freeform 5">
            <a:extLst>
              <a:ext uri="{FF2B5EF4-FFF2-40B4-BE49-F238E27FC236}">
                <a16:creationId xmlns:a16="http://schemas.microsoft.com/office/drawing/2014/main" id="{6D0B958C-B82E-4F4B-945B-6B038D655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915324" y="2958541"/>
            <a:ext cx="6053670" cy="940919"/>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Freeform 5">
            <a:extLst>
              <a:ext uri="{FF2B5EF4-FFF2-40B4-BE49-F238E27FC236}">
                <a16:creationId xmlns:a16="http://schemas.microsoft.com/office/drawing/2014/main" id="{E18F3B2A-BB9B-4FB6-B8A5-2A8E5DB93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6" y="973667"/>
            <a:ext cx="2206657" cy="4833745"/>
          </a:xfrm>
        </p:spPr>
        <p:txBody>
          <a:bodyPr vert="horz" lIns="91440" tIns="45720" rIns="91440" bIns="45720" rtlCol="0" anchor="ctr">
            <a:normAutofit/>
          </a:bodyPr>
          <a:lstStyle/>
          <a:p>
            <a:pPr>
              <a:lnSpc>
                <a:spcPct val="90000"/>
              </a:lnSpc>
              <a:spcBef>
                <a:spcPct val="0"/>
              </a:spcBef>
            </a:pPr>
            <a:r>
              <a:rPr lang="en-US" sz="2800" b="0" noProof="0">
                <a:solidFill>
                  <a:srgbClr val="EBEBEB"/>
                </a:solidFill>
                <a:ea typeface="+mj-ea"/>
                <a:cs typeface="+mj-cs"/>
              </a:rPr>
              <a:t>The Counselor’s Response to Intimate Partner Violence Clients in Crisis</a:t>
            </a:r>
          </a:p>
        </p:txBody>
      </p:sp>
      <p:sp>
        <p:nvSpPr>
          <p:cNvPr id="37" name="Rectangle 36">
            <a:extLst>
              <a:ext uri="{FF2B5EF4-FFF2-40B4-BE49-F238E27FC236}">
                <a16:creationId xmlns:a16="http://schemas.microsoft.com/office/drawing/2014/main" id="{C4164AEF-861B-41D1-9ED5-B81051DA7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aphicFrame>
        <p:nvGraphicFramePr>
          <p:cNvPr id="8" name="Content Placeholder 2">
            <a:extLst>
              <a:ext uri="{FF2B5EF4-FFF2-40B4-BE49-F238E27FC236}">
                <a16:creationId xmlns:a16="http://schemas.microsoft.com/office/drawing/2014/main" id="{D0FDF3C0-4DEE-AD79-C1CD-04300617AE49}"/>
              </a:ext>
            </a:extLst>
          </p:cNvPr>
          <p:cNvGraphicFramePr>
            <a:graphicFrameLocks noGrp="1"/>
          </p:cNvGraphicFramePr>
          <p:nvPr>
            <p:ph sz="quarter" idx="13"/>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636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D4F4DA4-C427-4DEF-91E0-8E7129A4B3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3" name="Rectangle 12">
              <a:extLst>
                <a:ext uri="{FF2B5EF4-FFF2-40B4-BE49-F238E27FC236}">
                  <a16:creationId xmlns:a16="http://schemas.microsoft.com/office/drawing/2014/main" id="{8A59FAFC-7B5E-427D-A4B0-8DD38FC5C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B5E46F92-B11F-4D04-84C1-B48CE43C6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E49A7C8E-F405-4731-86CC-6F65E0AD6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Oval 15">
              <a:extLst>
                <a:ext uri="{FF2B5EF4-FFF2-40B4-BE49-F238E27FC236}">
                  <a16:creationId xmlns:a16="http://schemas.microsoft.com/office/drawing/2014/main" id="{C61AA71F-D19D-4361-A8DD-FB1505D4A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7" name="Freeform 5">
              <a:extLst>
                <a:ext uri="{FF2B5EF4-FFF2-40B4-BE49-F238E27FC236}">
                  <a16:creationId xmlns:a16="http://schemas.microsoft.com/office/drawing/2014/main" id="{9A66077B-2F4D-4996-B9E4-70A41DC7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8E765F22-322F-4361-8A97-254C7B442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Freeform 5">
              <a:extLst>
                <a:ext uri="{FF2B5EF4-FFF2-40B4-BE49-F238E27FC236}">
                  <a16:creationId xmlns:a16="http://schemas.microsoft.com/office/drawing/2014/main" id="{509B3A9B-4394-4305-9D7B-FD39CE4331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1" name="Rectangle 20">
            <a:extLst>
              <a:ext uri="{FF2B5EF4-FFF2-40B4-BE49-F238E27FC236}">
                <a16:creationId xmlns:a16="http://schemas.microsoft.com/office/drawing/2014/main" id="{8DCAC2A9-D869-46E1-9DD3-353AE3254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3" name="Rectangle 22">
            <a:extLst>
              <a:ext uri="{FF2B5EF4-FFF2-40B4-BE49-F238E27FC236}">
                <a16:creationId xmlns:a16="http://schemas.microsoft.com/office/drawing/2014/main" id="{8682CCCE-534D-4FC6-BF2B-9BEA2F2BB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5" name="Oval 24">
            <a:extLst>
              <a:ext uri="{FF2B5EF4-FFF2-40B4-BE49-F238E27FC236}">
                <a16:creationId xmlns:a16="http://schemas.microsoft.com/office/drawing/2014/main" id="{BC664B74-EEBB-416C-9D86-AE1FECC0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314325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7" name="Oval 26">
            <a:extLst>
              <a:ext uri="{FF2B5EF4-FFF2-40B4-BE49-F238E27FC236}">
                <a16:creationId xmlns:a16="http://schemas.microsoft.com/office/drawing/2014/main" id="{52000483-C30E-42A1-8569-E1DE1F55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177165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9" name="Freeform 5">
            <a:extLst>
              <a:ext uri="{FF2B5EF4-FFF2-40B4-BE49-F238E27FC236}">
                <a16:creationId xmlns:a16="http://schemas.microsoft.com/office/drawing/2014/main" id="{A5ACD7E0-6D9A-4803-8B9B-D4602DC48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1942938" y="1881194"/>
            <a:ext cx="3299407" cy="330693"/>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Rectangle 30">
            <a:extLst>
              <a:ext uri="{FF2B5EF4-FFF2-40B4-BE49-F238E27FC236}">
                <a16:creationId xmlns:a16="http://schemas.microsoft.com/office/drawing/2014/main" id="{C238E92D-87E7-4B27-AD36-0E133005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285059" y="402165"/>
            <a:ext cx="45414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33" name="Freeform 5">
            <a:extLst>
              <a:ext uri="{FF2B5EF4-FFF2-40B4-BE49-F238E27FC236}">
                <a16:creationId xmlns:a16="http://schemas.microsoft.com/office/drawing/2014/main" id="{6D0B958C-B82E-4F4B-945B-6B038D655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915324" y="2958541"/>
            <a:ext cx="6053670" cy="940919"/>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Freeform 5">
            <a:extLst>
              <a:ext uri="{FF2B5EF4-FFF2-40B4-BE49-F238E27FC236}">
                <a16:creationId xmlns:a16="http://schemas.microsoft.com/office/drawing/2014/main" id="{E18F3B2A-BB9B-4FB6-B8A5-2A8E5DB93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866216" y="973667"/>
            <a:ext cx="2206657" cy="4833745"/>
          </a:xfrm>
        </p:spPr>
        <p:txBody>
          <a:bodyPr vert="horz" lIns="91440" tIns="45720" rIns="91440" bIns="45720" rtlCol="0" anchor="ctr">
            <a:normAutofit/>
          </a:bodyPr>
          <a:lstStyle/>
          <a:p>
            <a:pPr>
              <a:spcBef>
                <a:spcPct val="0"/>
              </a:spcBef>
            </a:pPr>
            <a:r>
              <a:rPr lang="en-US" sz="3100" b="0" noProof="0">
                <a:solidFill>
                  <a:srgbClr val="EBEBEB"/>
                </a:solidFill>
                <a:ea typeface="+mj-ea"/>
                <a:cs typeface="+mj-cs"/>
              </a:rPr>
              <a:t>Screening for Intimate Partner Violence</a:t>
            </a:r>
          </a:p>
        </p:txBody>
      </p:sp>
      <p:sp>
        <p:nvSpPr>
          <p:cNvPr id="37" name="Rectangle 36">
            <a:extLst>
              <a:ext uri="{FF2B5EF4-FFF2-40B4-BE49-F238E27FC236}">
                <a16:creationId xmlns:a16="http://schemas.microsoft.com/office/drawing/2014/main" id="{C4164AEF-861B-41D1-9ED5-B81051DA7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aphicFrame>
        <p:nvGraphicFramePr>
          <p:cNvPr id="8" name="Content Placeholder 1">
            <a:extLst>
              <a:ext uri="{FF2B5EF4-FFF2-40B4-BE49-F238E27FC236}">
                <a16:creationId xmlns:a16="http://schemas.microsoft.com/office/drawing/2014/main" id="{37524B4F-4380-15A2-F9F8-6A6446007E94}"/>
              </a:ext>
            </a:extLst>
          </p:cNvPr>
          <p:cNvGraphicFramePr>
            <a:graphicFrameLocks noGrp="1"/>
          </p:cNvGraphicFramePr>
          <p:nvPr>
            <p:ph sz="quarter" idx="13"/>
          </p:nvPr>
        </p:nvGraphicFramePr>
        <p:xfrm>
          <a:off x="3895725" y="808038"/>
          <a:ext cx="4793456"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0325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1E7025-B53C-C70B-B0EF-733748787442}"/>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502018A8-4B66-69A4-BF33-CFFE29B887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Screening for Intimate Partner Violence</a:t>
            </a:r>
          </a:p>
        </p:txBody>
      </p:sp>
      <p:sp>
        <p:nvSpPr>
          <p:cNvPr id="2" name="Content Placeholder 1">
            <a:extLst>
              <a:ext uri="{FF2B5EF4-FFF2-40B4-BE49-F238E27FC236}">
                <a16:creationId xmlns:a16="http://schemas.microsoft.com/office/drawing/2014/main" id="{81929953-C116-67F5-9FC2-9113798CC60B}"/>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dirty="0">
                <a:solidFill>
                  <a:schemeClr val="tx1"/>
                </a:solidFill>
                <a:ea typeface="+mn-ea"/>
                <a:cs typeface="+mn-cs"/>
              </a:rPr>
              <a:t>There are two absolutes that crisis counselors should follow with victims of I P V/D V.</a:t>
            </a:r>
          </a:p>
          <a:p>
            <a:pPr marL="770400" lvl="1" indent="-457200">
              <a:lnSpc>
                <a:spcPct val="90000"/>
              </a:lnSpc>
              <a:buClr>
                <a:schemeClr val="accent1"/>
              </a:buClr>
              <a:buSzPct val="80000"/>
              <a:buFont typeface="+mj-lt"/>
              <a:buAutoNum type="arabicPeriod"/>
            </a:pPr>
            <a:r>
              <a:rPr lang="en-US" sz="2000" dirty="0">
                <a:solidFill>
                  <a:schemeClr val="tx1"/>
                </a:solidFill>
                <a:ea typeface="+mn-ea"/>
                <a:cs typeface="+mn-cs"/>
              </a:rPr>
              <a:t>Counselors should never ask about abuse in the presence of the client’s partner; doing so may greatly increase the risk for harm to the client. </a:t>
            </a:r>
          </a:p>
          <a:p>
            <a:pPr marL="770400" lvl="1" indent="-457200">
              <a:lnSpc>
                <a:spcPct val="90000"/>
              </a:lnSpc>
              <a:buClr>
                <a:schemeClr val="accent1"/>
              </a:buClr>
              <a:buSzPct val="80000"/>
              <a:buFont typeface="+mj-lt"/>
              <a:buAutoNum type="arabicPeriod"/>
            </a:pPr>
            <a:r>
              <a:rPr lang="en-US" sz="2000" dirty="0">
                <a:solidFill>
                  <a:schemeClr val="tx1"/>
                </a:solidFill>
                <a:ea typeface="+mn-ea"/>
                <a:cs typeface="+mn-cs"/>
              </a:rPr>
              <a:t>Counselors should be careful not to recommend ending the relationship as the only way to establish safety. </a:t>
            </a:r>
          </a:p>
          <a:p>
            <a:pPr>
              <a:lnSpc>
                <a:spcPct val="90000"/>
              </a:lnSpc>
              <a:buClr>
                <a:schemeClr val="accent1"/>
              </a:buClr>
              <a:buSzPct val="80000"/>
            </a:pPr>
            <a:endParaRPr lang="en-US" sz="2000" noProof="0" dirty="0">
              <a:solidFill>
                <a:schemeClr val="tx1"/>
              </a:solidFill>
              <a:ea typeface="+mn-ea"/>
              <a:cs typeface="+mn-cs"/>
            </a:endParaRP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441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744311"/>
            <a:ext cx="8229600" cy="1097279"/>
          </a:xfrm>
        </p:spPr>
        <p:txBody>
          <a:bodyPr/>
          <a:lstStyle/>
          <a:p>
            <a:r>
              <a:rPr lang="en-US" sz="3200" noProof="0" dirty="0">
                <a:solidFill>
                  <a:schemeClr val="bg1"/>
                </a:solidFill>
              </a:rPr>
              <a:t>Response to Intimate Partner Violence Disclosure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581025" y="2470974"/>
            <a:ext cx="8229600" cy="4158674"/>
          </a:xfrm>
        </p:spPr>
        <p:txBody>
          <a:bodyPr>
            <a:normAutofit fontScale="92500" lnSpcReduction="10000"/>
          </a:bodyPr>
          <a:lstStyle/>
          <a:p>
            <a:r>
              <a:rPr lang="en-US" sz="2800" b="1" dirty="0"/>
              <a:t>V</a:t>
            </a:r>
            <a:r>
              <a:rPr lang="en-US" sz="2800" b="1" noProof="0" dirty="0" err="1"/>
              <a:t>alidate</a:t>
            </a:r>
            <a:r>
              <a:rPr lang="en-US" sz="2800" noProof="0" dirty="0"/>
              <a:t> the victim’s experience and communicate that the victim is not to blame for the abuse.</a:t>
            </a:r>
          </a:p>
          <a:p>
            <a:r>
              <a:rPr lang="en-US" sz="2800" b="1" noProof="0" dirty="0"/>
              <a:t>Documentation-</a:t>
            </a:r>
            <a:r>
              <a:rPr lang="en-US" sz="2800" noProof="0" dirty="0"/>
              <a:t> make notes about the disclosure of I</a:t>
            </a:r>
            <a:r>
              <a:rPr lang="en-US" sz="400" noProof="0" dirty="0"/>
              <a:t> </a:t>
            </a:r>
            <a:r>
              <a:rPr lang="en-US" sz="2800" noProof="0" dirty="0"/>
              <a:t>P</a:t>
            </a:r>
            <a:r>
              <a:rPr lang="en-US" sz="400" noProof="0" dirty="0"/>
              <a:t> </a:t>
            </a:r>
            <a:r>
              <a:rPr lang="en-US" sz="2800" noProof="0" dirty="0"/>
              <a:t>V/D</a:t>
            </a:r>
            <a:r>
              <a:rPr lang="en-US" sz="400" noProof="0" dirty="0"/>
              <a:t> </a:t>
            </a:r>
            <a:r>
              <a:rPr lang="en-US" sz="2800" noProof="0" dirty="0"/>
              <a:t>V and to take pictures of physical injuries, which could later be used in court if the victim chooses to take legal action.</a:t>
            </a:r>
          </a:p>
          <a:p>
            <a:r>
              <a:rPr lang="en-US" sz="2800" noProof="0" dirty="0"/>
              <a:t>Providing the victim with </a:t>
            </a:r>
            <a:r>
              <a:rPr lang="en-US" sz="2800" b="1" noProof="0" dirty="0"/>
              <a:t>resources</a:t>
            </a:r>
            <a:r>
              <a:rPr lang="en-US" sz="2800" noProof="0" dirty="0"/>
              <a:t> and protection is another essential component of responding to an I</a:t>
            </a:r>
            <a:r>
              <a:rPr lang="en-US" sz="400" noProof="0" dirty="0"/>
              <a:t> </a:t>
            </a:r>
            <a:r>
              <a:rPr lang="en-US" sz="2800" noProof="0" dirty="0"/>
              <a:t>P</a:t>
            </a:r>
            <a:r>
              <a:rPr lang="en-US" sz="400" noProof="0" dirty="0"/>
              <a:t> </a:t>
            </a:r>
            <a:r>
              <a:rPr lang="en-US" sz="2800" noProof="0" dirty="0"/>
              <a:t>V/D</a:t>
            </a:r>
            <a:r>
              <a:rPr lang="en-US" sz="400" noProof="0" dirty="0"/>
              <a:t> </a:t>
            </a:r>
            <a:r>
              <a:rPr lang="en-US" sz="2800" noProof="0" dirty="0"/>
              <a:t>V crisis. </a:t>
            </a:r>
          </a:p>
        </p:txBody>
      </p:sp>
      <p:sp>
        <p:nvSpPr>
          <p:cNvPr id="31" name="Content Placeholder 30"/>
          <p:cNvSpPr>
            <a:spLocks noGrp="1"/>
          </p:cNvSpPr>
          <p:nvPr>
            <p:ph sz="quarter" idx="15"/>
          </p:nvPr>
        </p:nvSpPr>
        <p:spPr>
          <a:xfrm>
            <a:off x="8367132" y="5779138"/>
            <a:ext cx="195843" cy="334551"/>
          </a:xfrm>
        </p:spPr>
        <p:txBody>
          <a:bodyPr lIns="0" tIns="0" rIns="0" bIns="0"/>
          <a:lstStyle/>
          <a:p>
            <a:pPr marL="0" lvl="1" indent="0">
              <a:buNone/>
            </a:pPr>
            <a:r>
              <a:rPr lang="en-US" sz="100" noProof="0" dirty="0">
                <a:latin typeface="+mn-lt"/>
              </a:rPr>
              <a:t>  </a:t>
            </a:r>
            <a:r>
              <a:rPr lang="en-US" sz="1800" noProof="0" dirty="0">
                <a:latin typeface="+mn-lt"/>
              </a:rPr>
              <a:t>.</a:t>
            </a:r>
          </a:p>
        </p:txBody>
      </p:sp>
    </p:spTree>
    <p:extLst>
      <p:ext uri="{BB962C8B-B14F-4D97-AF65-F5344CB8AC3E}">
        <p14:creationId xmlns:p14="http://schemas.microsoft.com/office/powerpoint/2010/main" val="1215382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83438-61B7-EC1F-8596-A1E7F03DA26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C0F1C5-220B-2BD6-55A1-9DC9456412E3}"/>
              </a:ext>
            </a:extLst>
          </p:cNvPr>
          <p:cNvSpPr>
            <a:spLocks noGrp="1"/>
          </p:cNvSpPr>
          <p:nvPr>
            <p:ph type="title"/>
          </p:nvPr>
        </p:nvSpPr>
        <p:spPr>
          <a:xfrm>
            <a:off x="457200" y="665514"/>
            <a:ext cx="8229600" cy="1097279"/>
          </a:xfrm>
        </p:spPr>
        <p:txBody>
          <a:bodyPr/>
          <a:lstStyle/>
          <a:p>
            <a:r>
              <a:rPr lang="en-US" sz="3200" noProof="0" dirty="0">
                <a:solidFill>
                  <a:schemeClr val="bg1"/>
                </a:solidFill>
              </a:rPr>
              <a:t>Response to Intimate Partner Violence Disclosure</a:t>
            </a:r>
          </a:p>
        </p:txBody>
      </p:sp>
      <p:sp>
        <p:nvSpPr>
          <p:cNvPr id="3" name="Content Placeholder 2">
            <a:extLst>
              <a:ext uri="{FF2B5EF4-FFF2-40B4-BE49-F238E27FC236}">
                <a16:creationId xmlns:a16="http://schemas.microsoft.com/office/drawing/2014/main" id="{08505FF2-D6FA-F887-723B-5C8CB2F1659D}"/>
              </a:ext>
            </a:extLst>
          </p:cNvPr>
          <p:cNvSpPr>
            <a:spLocks noGrp="1"/>
          </p:cNvSpPr>
          <p:nvPr>
            <p:ph sz="quarter" idx="13"/>
          </p:nvPr>
        </p:nvSpPr>
        <p:spPr>
          <a:xfrm>
            <a:off x="581025" y="2699326"/>
            <a:ext cx="8229600" cy="4158674"/>
          </a:xfrm>
        </p:spPr>
        <p:txBody>
          <a:bodyPr>
            <a:normAutofit/>
          </a:bodyPr>
          <a:lstStyle/>
          <a:p>
            <a:pPr marL="401400" lvl="1" indent="0">
              <a:buNone/>
            </a:pPr>
            <a:r>
              <a:rPr lang="en-US" sz="2800" noProof="0" dirty="0"/>
              <a:t>The National Domestic Violence Hotline can be accessed 24 hours a</a:t>
            </a:r>
            <a:r>
              <a:rPr lang="en-US" sz="2800" dirty="0"/>
              <a:t> day, 365 days per year at 1-800-799-S</a:t>
            </a:r>
            <a:r>
              <a:rPr lang="en-US" sz="400" dirty="0"/>
              <a:t> </a:t>
            </a:r>
            <a:r>
              <a:rPr lang="en-US" sz="2800" dirty="0"/>
              <a:t>A</a:t>
            </a:r>
            <a:r>
              <a:rPr lang="en-US" sz="400" dirty="0"/>
              <a:t> </a:t>
            </a:r>
            <a:r>
              <a:rPr lang="en-US" sz="2800" dirty="0"/>
              <a:t>F</a:t>
            </a:r>
            <a:r>
              <a:rPr lang="en-US" sz="400" dirty="0"/>
              <a:t> </a:t>
            </a:r>
            <a:r>
              <a:rPr lang="en-US" sz="2800" dirty="0"/>
              <a:t>E or at </a:t>
            </a:r>
            <a:r>
              <a:rPr lang="en-US" sz="2800" dirty="0">
                <a:hlinkClick r:id="rId2" tooltip="http://www.thehotline.org"/>
              </a:rPr>
              <a:t>www.thehotline.org</a:t>
            </a:r>
            <a:endParaRPr lang="en-US" sz="2800" dirty="0"/>
          </a:p>
          <a:p>
            <a:pPr lvl="1"/>
            <a:endParaRPr lang="en-US" sz="2800" dirty="0"/>
          </a:p>
          <a:p>
            <a:pPr lvl="1"/>
            <a:endParaRPr lang="en-US" sz="1800" noProof="0" dirty="0"/>
          </a:p>
        </p:txBody>
      </p:sp>
      <p:sp>
        <p:nvSpPr>
          <p:cNvPr id="31" name="Content Placeholder 30">
            <a:extLst>
              <a:ext uri="{FF2B5EF4-FFF2-40B4-BE49-F238E27FC236}">
                <a16:creationId xmlns:a16="http://schemas.microsoft.com/office/drawing/2014/main" id="{20FF478F-4056-5EF4-B763-D3F783438164}"/>
              </a:ext>
            </a:extLst>
          </p:cNvPr>
          <p:cNvSpPr>
            <a:spLocks noGrp="1"/>
          </p:cNvSpPr>
          <p:nvPr>
            <p:ph sz="quarter" idx="15"/>
          </p:nvPr>
        </p:nvSpPr>
        <p:spPr>
          <a:xfrm>
            <a:off x="8367132" y="5779138"/>
            <a:ext cx="195843" cy="334551"/>
          </a:xfrm>
        </p:spPr>
        <p:txBody>
          <a:bodyPr lIns="0" tIns="0" rIns="0" bIns="0"/>
          <a:lstStyle/>
          <a:p>
            <a:pPr marL="0" lvl="1" indent="0">
              <a:buNone/>
            </a:pPr>
            <a:r>
              <a:rPr lang="en-US" sz="100" noProof="0" dirty="0">
                <a:latin typeface="+mn-lt"/>
              </a:rPr>
              <a:t>  </a:t>
            </a:r>
            <a:r>
              <a:rPr lang="en-US" sz="1800" noProof="0" dirty="0">
                <a:latin typeface="+mn-lt"/>
              </a:rPr>
              <a:t>.</a:t>
            </a:r>
          </a:p>
        </p:txBody>
      </p:sp>
    </p:spTree>
    <p:extLst>
      <p:ext uri="{BB962C8B-B14F-4D97-AF65-F5344CB8AC3E}">
        <p14:creationId xmlns:p14="http://schemas.microsoft.com/office/powerpoint/2010/main" val="1011570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Safety Planning and Harm Reduction Planning (1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300" noProof="0">
                <a:solidFill>
                  <a:schemeClr val="tx1"/>
                </a:solidFill>
                <a:ea typeface="+mn-ea"/>
                <a:cs typeface="+mn-cs"/>
              </a:rPr>
              <a:t>Safety Planning</a:t>
            </a:r>
          </a:p>
          <a:p>
            <a:pPr lvl="1">
              <a:lnSpc>
                <a:spcPct val="90000"/>
              </a:lnSpc>
              <a:buClr>
                <a:schemeClr val="accent1"/>
              </a:buClr>
              <a:buSzPct val="80000"/>
            </a:pPr>
            <a:r>
              <a:rPr lang="en-US" sz="1300" noProof="0">
                <a:solidFill>
                  <a:schemeClr val="tx1"/>
                </a:solidFill>
                <a:ea typeface="+mn-ea"/>
                <a:cs typeface="+mn-cs"/>
              </a:rPr>
              <a:t>If a client decided to leave the abuser, the counselor should develop a safety plan with the main goal of keeping the client physically safe, as well as any other vulnerable person living in the home.</a:t>
            </a:r>
          </a:p>
          <a:p>
            <a:pPr lvl="1">
              <a:lnSpc>
                <a:spcPct val="90000"/>
              </a:lnSpc>
              <a:buClr>
                <a:schemeClr val="accent1"/>
              </a:buClr>
              <a:buSzPct val="80000"/>
            </a:pPr>
            <a:r>
              <a:rPr lang="en-US" sz="1300" noProof="0">
                <a:solidFill>
                  <a:schemeClr val="tx1"/>
                </a:solidFill>
                <a:ea typeface="+mn-ea"/>
                <a:cs typeface="+mn-cs"/>
              </a:rPr>
              <a:t>The safety plan is tailored to the unique situation of each I P V/D V victim; the counselor and client should determine appropriate supports for the client, locations that provide physical safety (e.g., shelters), and whether law enforcement should be contacted.</a:t>
            </a:r>
          </a:p>
          <a:p>
            <a:pPr lvl="1">
              <a:lnSpc>
                <a:spcPct val="90000"/>
              </a:lnSpc>
              <a:buClr>
                <a:schemeClr val="accent1"/>
              </a:buClr>
              <a:buSzPct val="80000"/>
            </a:pPr>
            <a:r>
              <a:rPr lang="en-US" sz="1300" noProof="0">
                <a:solidFill>
                  <a:schemeClr val="tx1"/>
                </a:solidFill>
                <a:ea typeface="+mn-ea"/>
                <a:cs typeface="+mn-cs"/>
              </a:rPr>
              <a:t>It is important to emphasize that a safety plan in no way guarantees the safety of the I P V/D V victim.</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804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Safety Planning and Harm Reduction Planning (2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noProof="0">
                <a:solidFill>
                  <a:schemeClr val="tx1"/>
                </a:solidFill>
                <a:ea typeface="+mn-ea"/>
                <a:cs typeface="+mn-cs"/>
              </a:rPr>
              <a:t>Harm Reduction Planning</a:t>
            </a:r>
          </a:p>
          <a:p>
            <a:pPr lvl="1">
              <a:lnSpc>
                <a:spcPct val="90000"/>
              </a:lnSpc>
              <a:buClr>
                <a:schemeClr val="accent1"/>
              </a:buClr>
              <a:buSzPct val="80000"/>
            </a:pPr>
            <a:r>
              <a:rPr lang="en-US" sz="2000" noProof="0">
                <a:solidFill>
                  <a:schemeClr val="tx1"/>
                </a:solidFill>
                <a:ea typeface="+mn-ea"/>
                <a:cs typeface="+mn-cs"/>
              </a:rPr>
              <a:t>These plans are developed for clients who do not intend to leave the abusive relationship.</a:t>
            </a:r>
          </a:p>
          <a:p>
            <a:pPr lvl="1">
              <a:lnSpc>
                <a:spcPct val="90000"/>
              </a:lnSpc>
              <a:buClr>
                <a:schemeClr val="accent1"/>
              </a:buClr>
              <a:buSzPct val="80000"/>
            </a:pPr>
            <a:r>
              <a:rPr lang="en-US" sz="2000" noProof="0">
                <a:solidFill>
                  <a:schemeClr val="tx1"/>
                </a:solidFill>
                <a:ea typeface="+mn-ea"/>
                <a:cs typeface="+mn-cs"/>
              </a:rPr>
              <a:t>The goal of the plan is to reduce the amount of harm a victim may encounter by an abuser.</a:t>
            </a:r>
          </a:p>
          <a:p>
            <a:pPr lvl="1">
              <a:lnSpc>
                <a:spcPct val="90000"/>
              </a:lnSpc>
              <a:buClr>
                <a:schemeClr val="accent1"/>
              </a:buClr>
              <a:buSzPct val="80000"/>
            </a:pPr>
            <a:r>
              <a:rPr lang="en-US" sz="2000" noProof="0">
                <a:solidFill>
                  <a:schemeClr val="tx1"/>
                </a:solidFill>
                <a:ea typeface="+mn-ea"/>
                <a:cs typeface="+mn-cs"/>
              </a:rPr>
              <a:t>Some harm reduction plans may also integrate strategies to assist in alleviating pain from abuse.</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338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400" b="0" noProof="0">
                <a:solidFill>
                  <a:schemeClr val="tx1"/>
                </a:solidFill>
                <a:ea typeface="+mj-ea"/>
                <a:cs typeface="+mj-cs"/>
              </a:rPr>
              <a:t>Intimate Partner Violence Shelters: Opportunities and Challenges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1500" noProof="0">
                <a:solidFill>
                  <a:schemeClr val="tx1"/>
                </a:solidFill>
                <a:ea typeface="+mn-ea"/>
                <a:cs typeface="+mn-cs"/>
              </a:rPr>
              <a:t>I P V/D V shelters provide a safe haven for many abused women and their children. Shelters not only protect victims from additional physical harm but also provide a safe place where emotional healing can begin.</a:t>
            </a:r>
          </a:p>
          <a:p>
            <a:pPr>
              <a:lnSpc>
                <a:spcPct val="90000"/>
              </a:lnSpc>
              <a:buClr>
                <a:schemeClr val="accent1"/>
              </a:buClr>
              <a:buSzPct val="80000"/>
            </a:pPr>
            <a:r>
              <a:rPr lang="en-US" sz="1500" noProof="0">
                <a:solidFill>
                  <a:schemeClr val="tx1"/>
                </a:solidFill>
                <a:ea typeface="+mn-ea"/>
                <a:cs typeface="+mn-cs"/>
              </a:rPr>
              <a:t>While I P V/D V shelters are invaluable resources for many victims, life in a shelter is certainly not stress-free and it requires adherence to programmatic rules and regulations that may infringe on a victim’s sense of autonomy.</a:t>
            </a:r>
          </a:p>
          <a:p>
            <a:pPr lvl="1">
              <a:lnSpc>
                <a:spcPct val="90000"/>
              </a:lnSpc>
              <a:buClr>
                <a:schemeClr val="accent1"/>
              </a:buClr>
              <a:buSzPct val="80000"/>
            </a:pPr>
            <a:r>
              <a:rPr lang="en-US" sz="1500" noProof="0">
                <a:solidFill>
                  <a:schemeClr val="tx1"/>
                </a:solidFill>
                <a:ea typeface="+mn-ea"/>
                <a:cs typeface="+mn-cs"/>
              </a:rPr>
              <a:t>In addition, victims may not feel ready to address the emotional impact of their abuse yet may be required to do so as part of the shelter program.</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642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8E92A9B-56BB-484E-A885-6FF999C15F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1" y="0"/>
            <a:ext cx="9145191" cy="6861555"/>
            <a:chOff x="-1588" y="0"/>
            <a:chExt cx="12193588" cy="6861555"/>
          </a:xfrm>
        </p:grpSpPr>
        <p:sp>
          <p:nvSpPr>
            <p:cNvPr id="12" name="Rectangle 11">
              <a:extLst>
                <a:ext uri="{FF2B5EF4-FFF2-40B4-BE49-F238E27FC236}">
                  <a16:creationId xmlns:a16="http://schemas.microsoft.com/office/drawing/2014/main" id="{882D236D-EC3D-4158-9972-C92C36D60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3" name="Oval 12">
              <a:extLst>
                <a:ext uri="{FF2B5EF4-FFF2-40B4-BE49-F238E27FC236}">
                  <a16:creationId xmlns:a16="http://schemas.microsoft.com/office/drawing/2014/main" id="{9F1A34D6-00E0-4160-B42C-C0F61837F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4" name="Oval 13">
              <a:extLst>
                <a:ext uri="{FF2B5EF4-FFF2-40B4-BE49-F238E27FC236}">
                  <a16:creationId xmlns:a16="http://schemas.microsoft.com/office/drawing/2014/main" id="{8F0CCB13-1DEC-47CE-B46A-6F89115275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5" name="Oval 14">
              <a:extLst>
                <a:ext uri="{FF2B5EF4-FFF2-40B4-BE49-F238E27FC236}">
                  <a16:creationId xmlns:a16="http://schemas.microsoft.com/office/drawing/2014/main" id="{1287698F-BA3C-4B14-8EFD-4BB510CA8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16" name="Freeform 5">
              <a:extLst>
                <a:ext uri="{FF2B5EF4-FFF2-40B4-BE49-F238E27FC236}">
                  <a16:creationId xmlns:a16="http://schemas.microsoft.com/office/drawing/2014/main" id="{E098F9C4-2AE2-4FA4-974F-9C9F4ED35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Freeform 5">
              <a:extLst>
                <a:ext uri="{FF2B5EF4-FFF2-40B4-BE49-F238E27FC236}">
                  <a16:creationId xmlns:a16="http://schemas.microsoft.com/office/drawing/2014/main" id="{BD6C01FB-DF9D-42FE-9C82-DEF119DB6A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Freeform 5">
              <a:extLst>
                <a:ext uri="{FF2B5EF4-FFF2-40B4-BE49-F238E27FC236}">
                  <a16:creationId xmlns:a16="http://schemas.microsoft.com/office/drawing/2014/main" id="{7B264309-727F-43C4-9E15-AB69155D89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 name="Rectangle 19">
            <a:extLst>
              <a:ext uri="{FF2B5EF4-FFF2-40B4-BE49-F238E27FC236}">
                <a16:creationId xmlns:a16="http://schemas.microsoft.com/office/drawing/2014/main" id="{3E20E404-0173-46F6-9DC4-C960A5778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useBgFill="1">
        <p:nvSpPr>
          <p:cNvPr id="22" name="Rectangle 2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4" name="Rectangle 2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63154" y="467397"/>
            <a:ext cx="521872"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grpSp>
        <p:nvGrpSpPr>
          <p:cNvPr id="26" name="Group 2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6858000"/>
            <a:chOff x="0" y="0"/>
            <a:chExt cx="12192000" cy="6858000"/>
          </a:xfrm>
          <a:solidFill>
            <a:srgbClr val="FFFFFF"/>
          </a:solidFill>
        </p:grpSpPr>
        <p:sp>
          <p:nvSpPr>
            <p:cNvPr id="27" name="Rectangle 2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entury Gothic" panose="020B0502020202020204"/>
                <a:ea typeface="+mn-ea"/>
                <a:cs typeface="+mn-cs"/>
                <a:sym typeface="Arial"/>
              </a:endParaRPr>
            </a:p>
          </p:txBody>
        </p:sp>
        <p:sp>
          <p:nvSpPr>
            <p:cNvPr id="2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entury Gothic" panose="020B0502020202020204"/>
                <a:ea typeface="+mj-ea"/>
                <a:cs typeface="+mj-cs"/>
                <a:sym typeface="Arial"/>
              </a:endParaRPr>
            </a:p>
          </p:txBody>
        </p:sp>
      </p:gr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50279" y="1209957"/>
            <a:ext cx="2275935" cy="4438087"/>
          </a:xfrm>
        </p:spPr>
        <p:txBody>
          <a:bodyPr vert="horz" lIns="91440" tIns="45720" rIns="91440" bIns="45720" rtlCol="0" anchor="ctr">
            <a:normAutofit/>
          </a:bodyPr>
          <a:lstStyle/>
          <a:p>
            <a:pPr algn="r">
              <a:spcBef>
                <a:spcPct val="0"/>
              </a:spcBef>
            </a:pPr>
            <a:r>
              <a:rPr lang="en-US" sz="2800" b="0" noProof="0">
                <a:solidFill>
                  <a:schemeClr val="tx1"/>
                </a:solidFill>
                <a:ea typeface="+mj-ea"/>
                <a:cs typeface="+mj-cs"/>
              </a:rPr>
              <a:t>Addressing the Emotional Impact of Intimate Partner Violence</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508818" y="1059025"/>
            <a:ext cx="3976641" cy="4739950"/>
          </a:xfrm>
        </p:spPr>
        <p:txBody>
          <a:bodyPr vert="horz" lIns="91440" tIns="45720" rIns="91440" bIns="45720" rtlCol="0" anchor="ctr">
            <a:normAutofit/>
          </a:bodyPr>
          <a:lstStyle/>
          <a:p>
            <a:pPr>
              <a:lnSpc>
                <a:spcPct val="90000"/>
              </a:lnSpc>
              <a:buClr>
                <a:schemeClr val="accent1"/>
              </a:buClr>
              <a:buSzPct val="80000"/>
            </a:pPr>
            <a:r>
              <a:rPr lang="en-US" sz="2000" dirty="0">
                <a:solidFill>
                  <a:schemeClr val="tx1"/>
                </a:solidFill>
                <a:ea typeface="+mn-ea"/>
                <a:cs typeface="+mn-cs"/>
              </a:rPr>
              <a:t>P</a:t>
            </a:r>
            <a:r>
              <a:rPr lang="en-US" sz="2000" noProof="0" dirty="0" err="1">
                <a:solidFill>
                  <a:schemeClr val="tx1"/>
                </a:solidFill>
                <a:ea typeface="+mn-ea"/>
                <a:cs typeface="+mn-cs"/>
              </a:rPr>
              <a:t>hysical</a:t>
            </a:r>
            <a:r>
              <a:rPr lang="en-US" sz="2000" noProof="0" dirty="0">
                <a:solidFill>
                  <a:schemeClr val="tx1"/>
                </a:solidFill>
                <a:ea typeface="+mn-ea"/>
                <a:cs typeface="+mn-cs"/>
              </a:rPr>
              <a:t> consequences</a:t>
            </a:r>
          </a:p>
          <a:p>
            <a:pPr>
              <a:lnSpc>
                <a:spcPct val="90000"/>
              </a:lnSpc>
              <a:buClr>
                <a:schemeClr val="accent1"/>
              </a:buClr>
              <a:buSzPct val="80000"/>
            </a:pPr>
            <a:r>
              <a:rPr lang="en-US" sz="2000" noProof="0" dirty="0">
                <a:solidFill>
                  <a:schemeClr val="tx1"/>
                </a:solidFill>
                <a:ea typeface="+mn-ea"/>
                <a:cs typeface="+mn-cs"/>
              </a:rPr>
              <a:t>High rates of depression and low self-esteem </a:t>
            </a:r>
          </a:p>
          <a:p>
            <a:pPr>
              <a:lnSpc>
                <a:spcPct val="90000"/>
              </a:lnSpc>
              <a:buClr>
                <a:schemeClr val="accent1"/>
              </a:buClr>
              <a:buSzPct val="80000"/>
            </a:pPr>
            <a:r>
              <a:rPr lang="en-US" sz="2000" noProof="0" dirty="0">
                <a:solidFill>
                  <a:schemeClr val="tx1"/>
                </a:solidFill>
                <a:ea typeface="+mn-ea"/>
                <a:cs typeface="+mn-cs"/>
              </a:rPr>
              <a:t>Many IPV/DV victims experience symptoms of PTSD. </a:t>
            </a:r>
          </a:p>
        </p:txBody>
      </p:sp>
      <p:cxnSp>
        <p:nvCxnSpPr>
          <p:cNvPr id="30" name="Straight Connector 2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67515"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759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618304" y="491416"/>
            <a:ext cx="8229600" cy="1097279"/>
          </a:xfrm>
        </p:spPr>
        <p:txBody>
          <a:bodyPr/>
          <a:lstStyle/>
          <a:p>
            <a:r>
              <a:rPr lang="en-US" noProof="0" dirty="0">
                <a:solidFill>
                  <a:schemeClr val="bg1"/>
                </a:solidFill>
              </a:rPr>
              <a:t>Batterer Intervention </a:t>
            </a:r>
            <a:r>
              <a:rPr lang="en-US" sz="2000" b="0" noProof="0" dirty="0">
                <a:solidFill>
                  <a:schemeClr val="bg1"/>
                </a:solidFill>
              </a:rPr>
              <a:t>(1 of 2)</a:t>
            </a:r>
          </a:p>
        </p:txBody>
      </p:sp>
      <p:sp>
        <p:nvSpPr>
          <p:cNvPr id="2" name="Content Placeholder 1"/>
          <p:cNvSpPr>
            <a:spLocks noGrp="1"/>
          </p:cNvSpPr>
          <p:nvPr>
            <p:ph sz="quarter" idx="13"/>
          </p:nvPr>
        </p:nvSpPr>
        <p:spPr>
          <a:xfrm>
            <a:off x="618304" y="2706438"/>
            <a:ext cx="8229600" cy="3348182"/>
          </a:xfrm>
        </p:spPr>
        <p:txBody>
          <a:bodyPr>
            <a:normAutofit/>
          </a:bodyPr>
          <a:lstStyle/>
          <a:p>
            <a:r>
              <a:rPr lang="en-US" sz="1800" noProof="0" dirty="0"/>
              <a:t>Batterer intervention programs have three primary goals:</a:t>
            </a:r>
          </a:p>
          <a:p>
            <a:pPr marL="254682" indent="-428400">
              <a:buFont typeface="+mj-lt"/>
              <a:buAutoNum type="arabicPeriod"/>
            </a:pPr>
            <a:r>
              <a:rPr lang="en-US" sz="1800" dirty="0"/>
              <a:t>Ensuring the safety of I</a:t>
            </a:r>
            <a:r>
              <a:rPr lang="en-US" sz="100" dirty="0"/>
              <a:t> </a:t>
            </a:r>
            <a:r>
              <a:rPr lang="en-US" sz="1800" dirty="0"/>
              <a:t>P</a:t>
            </a:r>
            <a:r>
              <a:rPr lang="en-US" sz="100" dirty="0"/>
              <a:t> </a:t>
            </a:r>
            <a:r>
              <a:rPr lang="en-US" sz="1800" dirty="0"/>
              <a:t>V/D</a:t>
            </a:r>
            <a:r>
              <a:rPr lang="en-US" sz="100" dirty="0"/>
              <a:t> </a:t>
            </a:r>
            <a:r>
              <a:rPr lang="en-US" sz="1800" dirty="0"/>
              <a:t>V victims</a:t>
            </a:r>
          </a:p>
          <a:p>
            <a:pPr marL="254682" indent="-428400">
              <a:buFont typeface="+mj-lt"/>
              <a:buAutoNum type="arabicPeriod"/>
            </a:pPr>
            <a:r>
              <a:rPr lang="en-US" sz="1800" dirty="0"/>
              <a:t>Stopping future acts of partner violence</a:t>
            </a:r>
          </a:p>
          <a:p>
            <a:pPr marL="254682" indent="-428400">
              <a:buFont typeface="+mj-lt"/>
              <a:buAutoNum type="arabicPeriod"/>
            </a:pPr>
            <a:r>
              <a:rPr lang="en-US" sz="1800" dirty="0"/>
              <a:t>Increasing offenders’ accountability for their behavior.</a:t>
            </a:r>
          </a:p>
          <a:p>
            <a:pPr marL="254682" indent="-428400">
              <a:buFont typeface="+mj-lt"/>
              <a:buAutoNum type="arabicPeriod"/>
            </a:pPr>
            <a:endParaRPr lang="en-US" sz="1800" dirty="0"/>
          </a:p>
          <a:p>
            <a:pPr marL="254682" indent="-428400">
              <a:buFont typeface="+mj-lt"/>
              <a:buAutoNum type="arabicPeriod"/>
            </a:pPr>
            <a:r>
              <a:rPr lang="en-US" sz="1800" dirty="0"/>
              <a:t>Challenges: court-mandated, finances, treatment refusal</a:t>
            </a:r>
          </a:p>
          <a:p>
            <a:pPr marL="87300" indent="0">
              <a:buNone/>
            </a:pPr>
            <a:endParaRPr lang="en-US" sz="1800" noProof="0" dirty="0"/>
          </a:p>
        </p:txBody>
      </p:sp>
    </p:spTree>
    <p:extLst>
      <p:ext uri="{BB962C8B-B14F-4D97-AF65-F5344CB8AC3E}">
        <p14:creationId xmlns:p14="http://schemas.microsoft.com/office/powerpoint/2010/main" val="342519742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3.xml><?xml version="1.0" encoding="utf-8"?>
<a:theme xmlns:a="http://schemas.openxmlformats.org/drawingml/2006/main" name="1_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148929</TotalTime>
  <Words>2260</Words>
  <Application>Microsoft Office PowerPoint</Application>
  <PresentationFormat>On-screen Show (4:3)</PresentationFormat>
  <Paragraphs>154</Paragraphs>
  <Slides>28</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28</vt:i4>
      </vt:variant>
    </vt:vector>
  </HeadingPairs>
  <TitlesOfParts>
    <vt:vector size="37" baseType="lpstr">
      <vt:lpstr>Century Gothic</vt:lpstr>
      <vt:lpstr>Wingdings 3</vt:lpstr>
      <vt:lpstr>Times New Roman</vt:lpstr>
      <vt:lpstr>Arial</vt:lpstr>
      <vt:lpstr>Noto Sans Symbols</vt:lpstr>
      <vt:lpstr>Verdana</vt:lpstr>
      <vt:lpstr>USHE</vt:lpstr>
      <vt:lpstr>Ion Boardroom</vt:lpstr>
      <vt:lpstr>1_Ion Boardroom</vt:lpstr>
      <vt:lpstr>Class 3</vt:lpstr>
      <vt:lpstr>Agenda</vt:lpstr>
      <vt:lpstr>Substance Use and Society</vt:lpstr>
      <vt:lpstr>Substance Use, Crisis, and Society</vt:lpstr>
      <vt:lpstr>Commonly Used Assessment Instruments </vt:lpstr>
      <vt:lpstr>Assessing SUD</vt:lpstr>
      <vt:lpstr>Substance Use Disorder Diagnosis (1 of 2)</vt:lpstr>
      <vt:lpstr>Substance Use Disorder Diagnosis (2 of 2)</vt:lpstr>
      <vt:lpstr>Assessing a Client’s Readiness to Change</vt:lpstr>
      <vt:lpstr>Motivational Interviewing</vt:lpstr>
      <vt:lpstr>Treatment Admission and Placement (1 of 2)</vt:lpstr>
      <vt:lpstr>Relapse and Crisis</vt:lpstr>
      <vt:lpstr>Safety and Self-Care</vt:lpstr>
      <vt:lpstr>Chapter 8 </vt:lpstr>
      <vt:lpstr>Overview of Intimate Partner Violence and Domestic Violence</vt:lpstr>
      <vt:lpstr>Cycle of Violence Theory</vt:lpstr>
      <vt:lpstr>Common Crisis Issues </vt:lpstr>
      <vt:lpstr>Risk Factors</vt:lpstr>
      <vt:lpstr>The Counselor’s Response to Intimate Partner Violence Clients in Crisis</vt:lpstr>
      <vt:lpstr>Screening for Intimate Partner Violence</vt:lpstr>
      <vt:lpstr>Screening for Intimate Partner Violence</vt:lpstr>
      <vt:lpstr>Response to Intimate Partner Violence Disclosure</vt:lpstr>
      <vt:lpstr>Response to Intimate Partner Violence Disclosure</vt:lpstr>
      <vt:lpstr>Safety Planning and Harm Reduction Planning (1 of 2)</vt:lpstr>
      <vt:lpstr>Safety Planning and Harm Reduction Planning (2 of 2)</vt:lpstr>
      <vt:lpstr>Intimate Partner Violence Shelters: Opportunities and Challenges</vt:lpstr>
      <vt:lpstr>Addressing the Emotional Impact of Intimate Partner Violence</vt:lpstr>
      <vt:lpstr>Batterer Intervention (1 of 2)</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Assessment, Intervention, and Prevention, Fourth Edition, Chapter 7, Understanding and Treating Substance Use Disorders with Clients in Crisis</dc:title>
  <dc:subject>TED</dc:subject>
  <dc:creator>Jackson-Cherry/Erford</dc:creator>
  <cp:keywords>Crisis Assessment, Intervention, and Prevention</cp:keywords>
  <dc:description/>
  <cp:lastModifiedBy>Esther McCartney</cp:lastModifiedBy>
  <cp:revision>1076</cp:revision>
  <dcterms:modified xsi:type="dcterms:W3CDTF">2026-02-27T00:28:02Z</dcterms:modified>
</cp:coreProperties>
</file>