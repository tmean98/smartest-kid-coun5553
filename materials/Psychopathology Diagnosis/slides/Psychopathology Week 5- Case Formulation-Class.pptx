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14" r:id="rId1"/>
  </p:sldMasterIdLst>
  <p:notesMasterIdLst>
    <p:notesMasterId r:id="rId46"/>
  </p:notesMasterIdLst>
  <p:handoutMasterIdLst>
    <p:handoutMasterId r:id="rId47"/>
  </p:handoutMasterIdLst>
  <p:sldIdLst>
    <p:sldId id="259" r:id="rId2"/>
    <p:sldId id="300" r:id="rId3"/>
    <p:sldId id="297" r:id="rId4"/>
    <p:sldId id="311" r:id="rId5"/>
    <p:sldId id="310" r:id="rId6"/>
    <p:sldId id="307" r:id="rId7"/>
    <p:sldId id="308" r:id="rId8"/>
    <p:sldId id="309" r:id="rId9"/>
    <p:sldId id="261" r:id="rId10"/>
    <p:sldId id="264" r:id="rId11"/>
    <p:sldId id="265" r:id="rId12"/>
    <p:sldId id="263" r:id="rId13"/>
    <p:sldId id="266" r:id="rId14"/>
    <p:sldId id="267" r:id="rId15"/>
    <p:sldId id="268" r:id="rId16"/>
    <p:sldId id="269" r:id="rId17"/>
    <p:sldId id="270" r:id="rId18"/>
    <p:sldId id="271" r:id="rId19"/>
    <p:sldId id="272" r:id="rId20"/>
    <p:sldId id="273" r:id="rId21"/>
    <p:sldId id="274" r:id="rId22"/>
    <p:sldId id="275" r:id="rId23"/>
    <p:sldId id="299" r:id="rId24"/>
    <p:sldId id="312" r:id="rId25"/>
    <p:sldId id="276" r:id="rId26"/>
    <p:sldId id="277" r:id="rId27"/>
    <p:sldId id="280" r:id="rId28"/>
    <p:sldId id="279" r:id="rId29"/>
    <p:sldId id="298" r:id="rId30"/>
    <p:sldId id="293" r:id="rId31"/>
    <p:sldId id="294" r:id="rId32"/>
    <p:sldId id="295" r:id="rId33"/>
    <p:sldId id="282" r:id="rId34"/>
    <p:sldId id="283" r:id="rId35"/>
    <p:sldId id="284" r:id="rId36"/>
    <p:sldId id="285" r:id="rId37"/>
    <p:sldId id="287" r:id="rId38"/>
    <p:sldId id="288" r:id="rId39"/>
    <p:sldId id="289" r:id="rId40"/>
    <p:sldId id="290" r:id="rId41"/>
    <p:sldId id="291" r:id="rId42"/>
    <p:sldId id="292" r:id="rId43"/>
    <p:sldId id="313" r:id="rId44"/>
    <p:sldId id="281" r:id="rId45"/>
  </p:sldIdLst>
  <p:sldSz cx="12188825" cy="6858000"/>
  <p:notesSz cx="7010400" cy="9296400"/>
  <p:embeddedFontLst>
    <p:embeddedFont>
      <p:font typeface="Century Gothic" panose="020B0502020202020204" pitchFamily="34" charset="0"/>
      <p:regular r:id="rId48"/>
      <p:bold r:id="rId49"/>
      <p:italic r:id="rId50"/>
      <p:boldItalic r:id="rId5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1152">
          <p15:clr>
            <a:srgbClr val="A4A3A4"/>
          </p15:clr>
        </p15:guide>
        <p15:guide id="5" orient="horz" pos="3360">
          <p15:clr>
            <a:srgbClr val="A4A3A4"/>
          </p15:clr>
        </p15:guide>
        <p15:guide id="6" orient="horz" pos="3072">
          <p15:clr>
            <a:srgbClr val="A4A3A4"/>
          </p15:clr>
        </p15:guide>
        <p15:guide id="7" orient="horz" pos="864">
          <p15:clr>
            <a:srgbClr val="A4A3A4"/>
          </p15:clr>
        </p15:guide>
        <p15:guide id="8" orient="horz" pos="528">
          <p15:clr>
            <a:srgbClr val="A4A3A4"/>
          </p15:clr>
        </p15:guide>
        <p15:guide id="9" orient="horz" pos="2784">
          <p15:clr>
            <a:srgbClr val="A4A3A4"/>
          </p15:clr>
        </p15:guide>
        <p15:guide id="10" pos="3839">
          <p15:clr>
            <a:srgbClr val="A4A3A4"/>
          </p15:clr>
        </p15:guide>
        <p15:guide id="11" pos="959">
          <p15:clr>
            <a:srgbClr val="A4A3A4"/>
          </p15:clr>
        </p15:guide>
        <p15:guide id="12" pos="7007">
          <p15:clr>
            <a:srgbClr val="A4A3A4"/>
          </p15:clr>
        </p15:guide>
        <p15:guide id="13" pos="6719">
          <p15:clr>
            <a:srgbClr val="A4A3A4"/>
          </p15:clr>
        </p15:guide>
        <p15:guide id="14" pos="6143">
          <p15:clr>
            <a:srgbClr val="A4A3A4"/>
          </p15:clr>
        </p15:guide>
        <p15:guide id="15" pos="3983">
          <p15:clr>
            <a:srgbClr val="A4A3A4"/>
          </p15:clr>
        </p15:guide>
        <p15:guide id="16" pos="527">
          <p15:clr>
            <a:srgbClr val="A4A3A4"/>
          </p15:clr>
        </p15:guide>
        <p15:guide id="17" pos="715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693" autoAdjust="0"/>
  </p:normalViewPr>
  <p:slideViewPr>
    <p:cSldViewPr snapToGrid="0">
      <p:cViewPr varScale="1">
        <p:scale>
          <a:sx n="77" d="100"/>
          <a:sy n="77" d="100"/>
        </p:scale>
        <p:origin x="1878" y="84"/>
      </p:cViewPr>
      <p:guideLst>
        <p:guide orient="horz" pos="2160"/>
        <p:guide orient="horz" pos="1008"/>
        <p:guide orient="horz" pos="3792"/>
        <p:guide orient="horz" pos="1152"/>
        <p:guide orient="horz" pos="3360"/>
        <p:guide orient="horz" pos="3072"/>
        <p:guide orient="horz" pos="864"/>
        <p:guide orient="horz" pos="528"/>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font" Target="fonts/font3.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Campbell" userId="ecf2a988-d5fc-4072-947e-3fd9e73d9868" providerId="ADAL" clId="{E52B34DD-8A26-4AAB-878E-B0DDC833F59A}"/>
    <pc:docChg chg="modSld">
      <pc:chgData name="Robert Campbell" userId="ecf2a988-d5fc-4072-947e-3fd9e73d9868" providerId="ADAL" clId="{E52B34DD-8A26-4AAB-878E-B0DDC833F59A}" dt="2026-02-25T01:26:22.709" v="25" actId="6549"/>
      <pc:docMkLst>
        <pc:docMk/>
      </pc:docMkLst>
      <pc:sldChg chg="modNotesTx">
        <pc:chgData name="Robert Campbell" userId="ecf2a988-d5fc-4072-947e-3fd9e73d9868" providerId="ADAL" clId="{E52B34DD-8A26-4AAB-878E-B0DDC833F59A}" dt="2026-02-25T01:22:02.446" v="4" actId="6549"/>
        <pc:sldMkLst>
          <pc:docMk/>
          <pc:sldMk cId="3852241640" sldId="261"/>
        </pc:sldMkLst>
      </pc:sldChg>
      <pc:sldChg chg="modNotesTx">
        <pc:chgData name="Robert Campbell" userId="ecf2a988-d5fc-4072-947e-3fd9e73d9868" providerId="ADAL" clId="{E52B34DD-8A26-4AAB-878E-B0DDC833F59A}" dt="2026-02-25T01:22:14.922" v="7" actId="6549"/>
        <pc:sldMkLst>
          <pc:docMk/>
          <pc:sldMk cId="1630711798" sldId="263"/>
        </pc:sldMkLst>
      </pc:sldChg>
      <pc:sldChg chg="modNotesTx">
        <pc:chgData name="Robert Campbell" userId="ecf2a988-d5fc-4072-947e-3fd9e73d9868" providerId="ADAL" clId="{E52B34DD-8A26-4AAB-878E-B0DDC833F59A}" dt="2026-02-25T01:22:05.414" v="5" actId="6549"/>
        <pc:sldMkLst>
          <pc:docMk/>
          <pc:sldMk cId="3607531916" sldId="264"/>
        </pc:sldMkLst>
      </pc:sldChg>
      <pc:sldChg chg="modNotesTx">
        <pc:chgData name="Robert Campbell" userId="ecf2a988-d5fc-4072-947e-3fd9e73d9868" providerId="ADAL" clId="{E52B34DD-8A26-4AAB-878E-B0DDC833F59A}" dt="2026-02-25T01:22:11.105" v="6" actId="6549"/>
        <pc:sldMkLst>
          <pc:docMk/>
          <pc:sldMk cId="3164518531" sldId="265"/>
        </pc:sldMkLst>
      </pc:sldChg>
      <pc:sldChg chg="modNotesTx">
        <pc:chgData name="Robert Campbell" userId="ecf2a988-d5fc-4072-947e-3fd9e73d9868" providerId="ADAL" clId="{E52B34DD-8A26-4AAB-878E-B0DDC833F59A}" dt="2026-02-25T01:26:22.709" v="25" actId="6549"/>
        <pc:sldMkLst>
          <pc:docMk/>
          <pc:sldMk cId="2008263004" sldId="266"/>
        </pc:sldMkLst>
      </pc:sldChg>
      <pc:sldChg chg="modNotesTx">
        <pc:chgData name="Robert Campbell" userId="ecf2a988-d5fc-4072-947e-3fd9e73d9868" providerId="ADAL" clId="{E52B34DD-8A26-4AAB-878E-B0DDC833F59A}" dt="2026-02-25T01:22:18.090" v="8" actId="6549"/>
        <pc:sldMkLst>
          <pc:docMk/>
          <pc:sldMk cId="1584718516" sldId="267"/>
        </pc:sldMkLst>
      </pc:sldChg>
      <pc:sldChg chg="modNotesTx">
        <pc:chgData name="Robert Campbell" userId="ecf2a988-d5fc-4072-947e-3fd9e73d9868" providerId="ADAL" clId="{E52B34DD-8A26-4AAB-878E-B0DDC833F59A}" dt="2026-02-25T01:22:20.991" v="9" actId="6549"/>
        <pc:sldMkLst>
          <pc:docMk/>
          <pc:sldMk cId="643613897" sldId="268"/>
        </pc:sldMkLst>
      </pc:sldChg>
      <pc:sldChg chg="modNotesTx">
        <pc:chgData name="Robert Campbell" userId="ecf2a988-d5fc-4072-947e-3fd9e73d9868" providerId="ADAL" clId="{E52B34DD-8A26-4AAB-878E-B0DDC833F59A}" dt="2026-02-25T01:22:37.897" v="10" actId="6549"/>
        <pc:sldMkLst>
          <pc:docMk/>
          <pc:sldMk cId="2012952101" sldId="269"/>
        </pc:sldMkLst>
      </pc:sldChg>
      <pc:sldChg chg="modSp mod modNotesTx">
        <pc:chgData name="Robert Campbell" userId="ecf2a988-d5fc-4072-947e-3fd9e73d9868" providerId="ADAL" clId="{E52B34DD-8A26-4AAB-878E-B0DDC833F59A}" dt="2026-02-25T01:24:04.470" v="13" actId="6549"/>
        <pc:sldMkLst>
          <pc:docMk/>
          <pc:sldMk cId="1840139170" sldId="270"/>
        </pc:sldMkLst>
        <pc:spChg chg="mod">
          <ac:chgData name="Robert Campbell" userId="ecf2a988-d5fc-4072-947e-3fd9e73d9868" providerId="ADAL" clId="{E52B34DD-8A26-4AAB-878E-B0DDC833F59A}" dt="2026-02-25T01:23:05.559" v="11" actId="20577"/>
          <ac:spMkLst>
            <pc:docMk/>
            <pc:sldMk cId="1840139170" sldId="270"/>
            <ac:spMk id="3" creationId="{00000000-0000-0000-0000-000000000000}"/>
          </ac:spMkLst>
        </pc:spChg>
      </pc:sldChg>
      <pc:sldChg chg="modNotesTx">
        <pc:chgData name="Robert Campbell" userId="ecf2a988-d5fc-4072-947e-3fd9e73d9868" providerId="ADAL" clId="{E52B34DD-8A26-4AAB-878E-B0DDC833F59A}" dt="2026-02-25T01:24:07.283" v="14" actId="6549"/>
        <pc:sldMkLst>
          <pc:docMk/>
          <pc:sldMk cId="75832498" sldId="271"/>
        </pc:sldMkLst>
      </pc:sldChg>
      <pc:sldChg chg="modNotesTx">
        <pc:chgData name="Robert Campbell" userId="ecf2a988-d5fc-4072-947e-3fd9e73d9868" providerId="ADAL" clId="{E52B34DD-8A26-4AAB-878E-B0DDC833F59A}" dt="2026-02-25T01:24:10.143" v="15" actId="6549"/>
        <pc:sldMkLst>
          <pc:docMk/>
          <pc:sldMk cId="1480702842" sldId="272"/>
        </pc:sldMkLst>
      </pc:sldChg>
      <pc:sldChg chg="modNotesTx">
        <pc:chgData name="Robert Campbell" userId="ecf2a988-d5fc-4072-947e-3fd9e73d9868" providerId="ADAL" clId="{E52B34DD-8A26-4AAB-878E-B0DDC833F59A}" dt="2026-02-25T01:25:13.990" v="16" actId="6549"/>
        <pc:sldMkLst>
          <pc:docMk/>
          <pc:sldMk cId="2585932488" sldId="277"/>
        </pc:sldMkLst>
      </pc:sldChg>
      <pc:sldChg chg="modNotesTx">
        <pc:chgData name="Robert Campbell" userId="ecf2a988-d5fc-4072-947e-3fd9e73d9868" providerId="ADAL" clId="{E52B34DD-8A26-4AAB-878E-B0DDC833F59A}" dt="2026-02-25T01:25:43.372" v="19" actId="6549"/>
        <pc:sldMkLst>
          <pc:docMk/>
          <pc:sldMk cId="1119380583" sldId="283"/>
        </pc:sldMkLst>
      </pc:sldChg>
      <pc:sldChg chg="modNotesTx">
        <pc:chgData name="Robert Campbell" userId="ecf2a988-d5fc-4072-947e-3fd9e73d9868" providerId="ADAL" clId="{E52B34DD-8A26-4AAB-878E-B0DDC833F59A}" dt="2026-02-25T01:25:50.260" v="20" actId="6549"/>
        <pc:sldMkLst>
          <pc:docMk/>
          <pc:sldMk cId="2081962549" sldId="284"/>
        </pc:sldMkLst>
      </pc:sldChg>
      <pc:sldChg chg="modNotesTx">
        <pc:chgData name="Robert Campbell" userId="ecf2a988-d5fc-4072-947e-3fd9e73d9868" providerId="ADAL" clId="{E52B34DD-8A26-4AAB-878E-B0DDC833F59A}" dt="2026-02-25T01:25:52.982" v="21" actId="6549"/>
        <pc:sldMkLst>
          <pc:docMk/>
          <pc:sldMk cId="3926378215" sldId="288"/>
        </pc:sldMkLst>
      </pc:sldChg>
      <pc:sldChg chg="modNotesTx">
        <pc:chgData name="Robert Campbell" userId="ecf2a988-d5fc-4072-947e-3fd9e73d9868" providerId="ADAL" clId="{E52B34DD-8A26-4AAB-878E-B0DDC833F59A}" dt="2026-02-25T01:25:58.928" v="22" actId="6549"/>
        <pc:sldMkLst>
          <pc:docMk/>
          <pc:sldMk cId="4224000913" sldId="290"/>
        </pc:sldMkLst>
      </pc:sldChg>
      <pc:sldChg chg="modNotesTx">
        <pc:chgData name="Robert Campbell" userId="ecf2a988-d5fc-4072-947e-3fd9e73d9868" providerId="ADAL" clId="{E52B34DD-8A26-4AAB-878E-B0DDC833F59A}" dt="2026-02-25T01:26:03.052" v="23" actId="6549"/>
        <pc:sldMkLst>
          <pc:docMk/>
          <pc:sldMk cId="2178563332" sldId="292"/>
        </pc:sldMkLst>
      </pc:sldChg>
      <pc:sldChg chg="modNotesTx">
        <pc:chgData name="Robert Campbell" userId="ecf2a988-d5fc-4072-947e-3fd9e73d9868" providerId="ADAL" clId="{E52B34DD-8A26-4AAB-878E-B0DDC833F59A}" dt="2026-02-25T01:25:30.312" v="17" actId="6549"/>
        <pc:sldMkLst>
          <pc:docMk/>
          <pc:sldMk cId="425408900" sldId="293"/>
        </pc:sldMkLst>
      </pc:sldChg>
      <pc:sldChg chg="modNotesTx">
        <pc:chgData name="Robert Campbell" userId="ecf2a988-d5fc-4072-947e-3fd9e73d9868" providerId="ADAL" clId="{E52B34DD-8A26-4AAB-878E-B0DDC833F59A}" dt="2026-02-25T01:25:34.676" v="18" actId="6549"/>
        <pc:sldMkLst>
          <pc:docMk/>
          <pc:sldMk cId="2197073619" sldId="294"/>
        </pc:sldMkLst>
      </pc:sldChg>
      <pc:sldChg chg="modNotesTx">
        <pc:chgData name="Robert Campbell" userId="ecf2a988-d5fc-4072-947e-3fd9e73d9868" providerId="ADAL" clId="{E52B34DD-8A26-4AAB-878E-B0DDC833F59A}" dt="2026-02-25T01:21:50.349" v="0" actId="6549"/>
        <pc:sldMkLst>
          <pc:docMk/>
          <pc:sldMk cId="456093665" sldId="297"/>
        </pc:sldMkLst>
      </pc:sldChg>
      <pc:sldChg chg="modNotesTx">
        <pc:chgData name="Robert Campbell" userId="ecf2a988-d5fc-4072-947e-3fd9e73d9868" providerId="ADAL" clId="{E52B34DD-8A26-4AAB-878E-B0DDC833F59A}" dt="2026-02-25T01:21:54.177" v="1" actId="6549"/>
        <pc:sldMkLst>
          <pc:docMk/>
          <pc:sldMk cId="3408076395" sldId="307"/>
        </pc:sldMkLst>
      </pc:sldChg>
      <pc:sldChg chg="modNotesTx">
        <pc:chgData name="Robert Campbell" userId="ecf2a988-d5fc-4072-947e-3fd9e73d9868" providerId="ADAL" clId="{E52B34DD-8A26-4AAB-878E-B0DDC833F59A}" dt="2026-02-25T01:21:56.735" v="2" actId="6549"/>
        <pc:sldMkLst>
          <pc:docMk/>
          <pc:sldMk cId="906895446" sldId="308"/>
        </pc:sldMkLst>
      </pc:sldChg>
      <pc:sldChg chg="modNotesTx">
        <pc:chgData name="Robert Campbell" userId="ecf2a988-d5fc-4072-947e-3fd9e73d9868" providerId="ADAL" clId="{E52B34DD-8A26-4AAB-878E-B0DDC833F59A}" dt="2026-02-25T01:21:59.609" v="3" actId="6549"/>
        <pc:sldMkLst>
          <pc:docMk/>
          <pc:sldMk cId="3141982559" sldId="309"/>
        </pc:sldMkLst>
      </pc:sldChg>
      <pc:sldChg chg="modNotesTx">
        <pc:chgData name="Robert Campbell" userId="ecf2a988-d5fc-4072-947e-3fd9e73d9868" providerId="ADAL" clId="{E52B34DD-8A26-4AAB-878E-B0DDC833F59A}" dt="2026-02-25T01:26:06.208" v="24" actId="6549"/>
        <pc:sldMkLst>
          <pc:docMk/>
          <pc:sldMk cId="3760422463" sldId="313"/>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16C10F-1896-4C73-AB88-FA1436EE88D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DD3E35FE-C624-4F7B-8572-4E20D3C33DD9}">
      <dgm:prSet/>
      <dgm:spPr/>
      <dgm:t>
        <a:bodyPr/>
        <a:lstStyle/>
        <a:p>
          <a:r>
            <a:rPr lang="en-US"/>
            <a:t>Other Considerations</a:t>
          </a:r>
        </a:p>
      </dgm:t>
    </dgm:pt>
    <dgm:pt modelId="{95505478-E577-4E11-A256-3D9607408131}" type="parTrans" cxnId="{EF679A76-A883-4C3A-B684-4BDE7D441CAD}">
      <dgm:prSet/>
      <dgm:spPr/>
      <dgm:t>
        <a:bodyPr/>
        <a:lstStyle/>
        <a:p>
          <a:endParaRPr lang="en-US"/>
        </a:p>
      </dgm:t>
    </dgm:pt>
    <dgm:pt modelId="{6E0B944F-9BBC-409D-85DB-881029122C8E}" type="sibTrans" cxnId="{EF679A76-A883-4C3A-B684-4BDE7D441CAD}">
      <dgm:prSet/>
      <dgm:spPr/>
      <dgm:t>
        <a:bodyPr/>
        <a:lstStyle/>
        <a:p>
          <a:endParaRPr lang="en-US"/>
        </a:p>
      </dgm:t>
    </dgm:pt>
    <dgm:pt modelId="{174B8E53-5679-4FB6-B9F5-FF593D30404E}">
      <dgm:prSet/>
      <dgm:spPr/>
      <dgm:t>
        <a:bodyPr/>
        <a:lstStyle/>
        <a:p>
          <a:r>
            <a:rPr lang="en-US"/>
            <a:t>Gather Data</a:t>
          </a:r>
        </a:p>
      </dgm:t>
    </dgm:pt>
    <dgm:pt modelId="{C9AF493F-D2C9-452A-BBEB-C2DEA09D68CA}" type="parTrans" cxnId="{0758D8CC-2D03-41D1-9E3B-941C66AA1ACB}">
      <dgm:prSet/>
      <dgm:spPr/>
      <dgm:t>
        <a:bodyPr/>
        <a:lstStyle/>
        <a:p>
          <a:endParaRPr lang="en-US"/>
        </a:p>
      </dgm:t>
    </dgm:pt>
    <dgm:pt modelId="{A8F1642A-BCA4-499D-8CAF-A399B0FA4AD8}" type="sibTrans" cxnId="{0758D8CC-2D03-41D1-9E3B-941C66AA1ACB}">
      <dgm:prSet/>
      <dgm:spPr/>
      <dgm:t>
        <a:bodyPr/>
        <a:lstStyle/>
        <a:p>
          <a:endParaRPr lang="en-US"/>
        </a:p>
      </dgm:t>
    </dgm:pt>
    <dgm:pt modelId="{89BC9D54-CDAA-43FB-A0F5-77FC464A1E0C}">
      <dgm:prSet/>
      <dgm:spPr/>
      <dgm:t>
        <a:bodyPr/>
        <a:lstStyle/>
        <a:p>
          <a:r>
            <a:rPr lang="en-US"/>
            <a:t>Free from jargon and theoretical interpretation</a:t>
          </a:r>
        </a:p>
      </dgm:t>
    </dgm:pt>
    <dgm:pt modelId="{837AAD7E-2FEC-41A8-B22E-E418605A00F2}" type="parTrans" cxnId="{395135C6-7A9D-4063-9205-BE86B19DA0DE}">
      <dgm:prSet/>
      <dgm:spPr/>
      <dgm:t>
        <a:bodyPr/>
        <a:lstStyle/>
        <a:p>
          <a:endParaRPr lang="en-US"/>
        </a:p>
      </dgm:t>
    </dgm:pt>
    <dgm:pt modelId="{7ED8A1C1-C4BE-4DA6-955D-D8C6FB6F3D87}" type="sibTrans" cxnId="{395135C6-7A9D-4063-9205-BE86B19DA0DE}">
      <dgm:prSet/>
      <dgm:spPr/>
      <dgm:t>
        <a:bodyPr/>
        <a:lstStyle/>
        <a:p>
          <a:endParaRPr lang="en-US"/>
        </a:p>
      </dgm:t>
    </dgm:pt>
    <dgm:pt modelId="{91E2CE58-B893-4205-99FE-1CC039653C02}">
      <dgm:prSet/>
      <dgm:spPr/>
      <dgm:t>
        <a:bodyPr/>
        <a:lstStyle/>
        <a:p>
          <a:r>
            <a:rPr lang="en-US"/>
            <a:t>Gather Relevant Information (General Intake)</a:t>
          </a:r>
        </a:p>
      </dgm:t>
    </dgm:pt>
    <dgm:pt modelId="{76B683F7-3A61-47F2-A990-A63E2D181AFA}" type="parTrans" cxnId="{393AF138-BF99-4F88-A654-D143EDBF9C29}">
      <dgm:prSet/>
      <dgm:spPr/>
      <dgm:t>
        <a:bodyPr/>
        <a:lstStyle/>
        <a:p>
          <a:endParaRPr lang="en-US"/>
        </a:p>
      </dgm:t>
    </dgm:pt>
    <dgm:pt modelId="{3512670E-8B87-404B-A473-2218F1FDAD3F}" type="sibTrans" cxnId="{393AF138-BF99-4F88-A654-D143EDBF9C29}">
      <dgm:prSet/>
      <dgm:spPr/>
      <dgm:t>
        <a:bodyPr/>
        <a:lstStyle/>
        <a:p>
          <a:endParaRPr lang="en-US"/>
        </a:p>
      </dgm:t>
    </dgm:pt>
    <dgm:pt modelId="{7169FF57-3D06-4902-AD70-0FD947A651CD}">
      <dgm:prSet/>
      <dgm:spPr/>
      <dgm:t>
        <a:bodyPr/>
        <a:lstStyle/>
        <a:p>
          <a:r>
            <a:rPr lang="en-US"/>
            <a:t>Identifying date-age, gender, relationship status, cultural influence…</a:t>
          </a:r>
        </a:p>
      </dgm:t>
    </dgm:pt>
    <dgm:pt modelId="{39857E6A-2079-4F0C-8949-B7FE59E38137}" type="parTrans" cxnId="{E6C19D84-6187-4A0E-854E-175FE0CD4C7A}">
      <dgm:prSet/>
      <dgm:spPr/>
      <dgm:t>
        <a:bodyPr/>
        <a:lstStyle/>
        <a:p>
          <a:endParaRPr lang="en-US"/>
        </a:p>
      </dgm:t>
    </dgm:pt>
    <dgm:pt modelId="{6CBC4C06-482F-4EB2-9EEA-E718F0C51291}" type="sibTrans" cxnId="{E6C19D84-6187-4A0E-854E-175FE0CD4C7A}">
      <dgm:prSet/>
      <dgm:spPr/>
      <dgm:t>
        <a:bodyPr/>
        <a:lstStyle/>
        <a:p>
          <a:endParaRPr lang="en-US"/>
        </a:p>
      </dgm:t>
    </dgm:pt>
    <dgm:pt modelId="{3CE85214-29DE-4A92-B040-F6C4935526E0}">
      <dgm:prSet/>
      <dgm:spPr/>
      <dgm:t>
        <a:bodyPr/>
        <a:lstStyle/>
        <a:p>
          <a:r>
            <a:rPr lang="en-US"/>
            <a:t>Reason for seeking therapy</a:t>
          </a:r>
        </a:p>
      </dgm:t>
    </dgm:pt>
    <dgm:pt modelId="{1E10EC00-481D-40B3-BF57-9E70BF9305D7}" type="parTrans" cxnId="{B654359E-B334-4625-808D-82E43EF6DE67}">
      <dgm:prSet/>
      <dgm:spPr/>
      <dgm:t>
        <a:bodyPr/>
        <a:lstStyle/>
        <a:p>
          <a:endParaRPr lang="en-US"/>
        </a:p>
      </dgm:t>
    </dgm:pt>
    <dgm:pt modelId="{F17CF941-7A20-409C-8535-E33F0DDDF9F6}" type="sibTrans" cxnId="{B654359E-B334-4625-808D-82E43EF6DE67}">
      <dgm:prSet/>
      <dgm:spPr/>
      <dgm:t>
        <a:bodyPr/>
        <a:lstStyle/>
        <a:p>
          <a:endParaRPr lang="en-US"/>
        </a:p>
      </dgm:t>
    </dgm:pt>
    <dgm:pt modelId="{97719263-935E-4FA1-8043-5C3B45BC9631}">
      <dgm:prSet/>
      <dgm:spPr/>
      <dgm:t>
        <a:bodyPr/>
        <a:lstStyle/>
        <a:p>
          <a:r>
            <a:rPr lang="en-US"/>
            <a:t>Background information</a:t>
          </a:r>
        </a:p>
      </dgm:t>
    </dgm:pt>
    <dgm:pt modelId="{C881F634-C7E4-49C6-878B-3B0DFF7F9280}" type="parTrans" cxnId="{9D3C162A-6C12-41CE-85BC-4D8EC6E4391C}">
      <dgm:prSet/>
      <dgm:spPr/>
      <dgm:t>
        <a:bodyPr/>
        <a:lstStyle/>
        <a:p>
          <a:endParaRPr lang="en-US"/>
        </a:p>
      </dgm:t>
    </dgm:pt>
    <dgm:pt modelId="{23C3562C-B578-4D50-AAD2-C59DE1C8A8EE}" type="sibTrans" cxnId="{9D3C162A-6C12-41CE-85BC-4D8EC6E4391C}">
      <dgm:prSet/>
      <dgm:spPr/>
      <dgm:t>
        <a:bodyPr/>
        <a:lstStyle/>
        <a:p>
          <a:endParaRPr lang="en-US"/>
        </a:p>
      </dgm:t>
    </dgm:pt>
    <dgm:pt modelId="{36BB865E-27D9-4294-8A66-85BFCDECBEE0}">
      <dgm:prSet/>
      <dgm:spPr/>
      <dgm:t>
        <a:bodyPr/>
        <a:lstStyle/>
        <a:p>
          <a:r>
            <a:rPr lang="en-US"/>
            <a:t>Problem Title- State the difficulty, dysfunction, impairment</a:t>
          </a:r>
        </a:p>
      </dgm:t>
    </dgm:pt>
    <dgm:pt modelId="{115512F4-42A0-4CEF-A73E-45C43BBB5093}" type="parTrans" cxnId="{D3C0F7B1-60D5-4462-9B98-57078DD650AE}">
      <dgm:prSet/>
      <dgm:spPr/>
      <dgm:t>
        <a:bodyPr/>
        <a:lstStyle/>
        <a:p>
          <a:endParaRPr lang="en-US"/>
        </a:p>
      </dgm:t>
    </dgm:pt>
    <dgm:pt modelId="{E3F8D3CC-4BA6-4629-83F8-42F1954442F6}" type="sibTrans" cxnId="{D3C0F7B1-60D5-4462-9B98-57078DD650AE}">
      <dgm:prSet/>
      <dgm:spPr/>
      <dgm:t>
        <a:bodyPr/>
        <a:lstStyle/>
        <a:p>
          <a:endParaRPr lang="en-US"/>
        </a:p>
      </dgm:t>
    </dgm:pt>
    <dgm:pt modelId="{E9013996-439A-4F76-AE53-56BAE64F5FAE}">
      <dgm:prSet/>
      <dgm:spPr/>
      <dgm:t>
        <a:bodyPr/>
        <a:lstStyle/>
        <a:p>
          <a:r>
            <a:rPr lang="en-US"/>
            <a:t>Organize the data</a:t>
          </a:r>
        </a:p>
      </dgm:t>
    </dgm:pt>
    <dgm:pt modelId="{200FEBFC-498E-43CB-BE3F-E417E8A61CC4}" type="parTrans" cxnId="{004A37A2-A3FA-406F-9E0C-50D722AB4083}">
      <dgm:prSet/>
      <dgm:spPr/>
      <dgm:t>
        <a:bodyPr/>
        <a:lstStyle/>
        <a:p>
          <a:endParaRPr lang="en-US"/>
        </a:p>
      </dgm:t>
    </dgm:pt>
    <dgm:pt modelId="{65F1506B-26BE-4D2C-9BA2-CCF6E3A2F86A}" type="sibTrans" cxnId="{004A37A2-A3FA-406F-9E0C-50D722AB4083}">
      <dgm:prSet/>
      <dgm:spPr/>
      <dgm:t>
        <a:bodyPr/>
        <a:lstStyle/>
        <a:p>
          <a:endParaRPr lang="en-US"/>
        </a:p>
      </dgm:t>
    </dgm:pt>
    <dgm:pt modelId="{DAE65838-B391-4A69-B24E-FEDBBC24D270}">
      <dgm:prSet/>
      <dgm:spPr/>
      <dgm:t>
        <a:bodyPr/>
        <a:lstStyle/>
        <a:p>
          <a:r>
            <a:rPr lang="en-US"/>
            <a:t>SOHP- Subjective, Objective, Hypotheses, Plan</a:t>
          </a:r>
        </a:p>
      </dgm:t>
    </dgm:pt>
    <dgm:pt modelId="{4DD4F750-700D-4A62-A567-623A85FCC8C2}" type="parTrans" cxnId="{F59B4BE9-B611-4AB0-8B26-5013DC00FF5F}">
      <dgm:prSet/>
      <dgm:spPr/>
      <dgm:t>
        <a:bodyPr/>
        <a:lstStyle/>
        <a:p>
          <a:endParaRPr lang="en-US"/>
        </a:p>
      </dgm:t>
    </dgm:pt>
    <dgm:pt modelId="{AD4D4344-E888-4075-BC03-8078C5EFF08F}" type="sibTrans" cxnId="{F59B4BE9-B611-4AB0-8B26-5013DC00FF5F}">
      <dgm:prSet/>
      <dgm:spPr/>
      <dgm:t>
        <a:bodyPr/>
        <a:lstStyle/>
        <a:p>
          <a:endParaRPr lang="en-US"/>
        </a:p>
      </dgm:t>
    </dgm:pt>
    <dgm:pt modelId="{9C12E157-2ECF-4AEA-9697-7B8285808164}" type="pres">
      <dgm:prSet presAssocID="{EB16C10F-1896-4C73-AB88-FA1436EE88D2}" presName="Name0" presStyleCnt="0">
        <dgm:presLayoutVars>
          <dgm:dir/>
          <dgm:animLvl val="lvl"/>
          <dgm:resizeHandles val="exact"/>
        </dgm:presLayoutVars>
      </dgm:prSet>
      <dgm:spPr/>
    </dgm:pt>
    <dgm:pt modelId="{7DD5457A-3089-4FAE-8FA2-BCCE24A44310}" type="pres">
      <dgm:prSet presAssocID="{DD3E35FE-C624-4F7B-8572-4E20D3C33DD9}" presName="composite" presStyleCnt="0"/>
      <dgm:spPr/>
    </dgm:pt>
    <dgm:pt modelId="{1DC4F2A0-65F9-4433-80BE-55976CBD5DAC}" type="pres">
      <dgm:prSet presAssocID="{DD3E35FE-C624-4F7B-8572-4E20D3C33DD9}" presName="parTx" presStyleLbl="alignNode1" presStyleIdx="0" presStyleCnt="1">
        <dgm:presLayoutVars>
          <dgm:chMax val="0"/>
          <dgm:chPref val="0"/>
          <dgm:bulletEnabled val="1"/>
        </dgm:presLayoutVars>
      </dgm:prSet>
      <dgm:spPr/>
    </dgm:pt>
    <dgm:pt modelId="{B604FA8A-A31A-4265-AF00-90247C4D0B64}" type="pres">
      <dgm:prSet presAssocID="{DD3E35FE-C624-4F7B-8572-4E20D3C33DD9}" presName="desTx" presStyleLbl="alignAccFollowNode1" presStyleIdx="0" presStyleCnt="1">
        <dgm:presLayoutVars>
          <dgm:bulletEnabled val="1"/>
        </dgm:presLayoutVars>
      </dgm:prSet>
      <dgm:spPr/>
    </dgm:pt>
  </dgm:ptLst>
  <dgm:cxnLst>
    <dgm:cxn modelId="{6CDAC200-C606-4E30-BAC5-EC345402F9D4}" type="presOf" srcId="{3CE85214-29DE-4A92-B040-F6C4935526E0}" destId="{B604FA8A-A31A-4265-AF00-90247C4D0B64}" srcOrd="0" destOrd="4" presId="urn:microsoft.com/office/officeart/2005/8/layout/hList1"/>
    <dgm:cxn modelId="{53E41E02-13F4-43ED-AB3D-63CE6546270B}" type="presOf" srcId="{91E2CE58-B893-4205-99FE-1CC039653C02}" destId="{B604FA8A-A31A-4265-AF00-90247C4D0B64}" srcOrd="0" destOrd="2" presId="urn:microsoft.com/office/officeart/2005/8/layout/hList1"/>
    <dgm:cxn modelId="{F2D6B903-3C40-4AA3-8E41-400A35AF7614}" type="presOf" srcId="{E9013996-439A-4F76-AE53-56BAE64F5FAE}" destId="{B604FA8A-A31A-4265-AF00-90247C4D0B64}" srcOrd="0" destOrd="7" presId="urn:microsoft.com/office/officeart/2005/8/layout/hList1"/>
    <dgm:cxn modelId="{E92F8313-BDC0-4F83-AF6B-E8A05B9F4594}" type="presOf" srcId="{7169FF57-3D06-4902-AD70-0FD947A651CD}" destId="{B604FA8A-A31A-4265-AF00-90247C4D0B64}" srcOrd="0" destOrd="3" presId="urn:microsoft.com/office/officeart/2005/8/layout/hList1"/>
    <dgm:cxn modelId="{8A93A618-B679-4AC9-BBD2-B9DC81D174F2}" type="presOf" srcId="{36BB865E-27D9-4294-8A66-85BFCDECBEE0}" destId="{B604FA8A-A31A-4265-AF00-90247C4D0B64}" srcOrd="0" destOrd="6" presId="urn:microsoft.com/office/officeart/2005/8/layout/hList1"/>
    <dgm:cxn modelId="{9D3C162A-6C12-41CE-85BC-4D8EC6E4391C}" srcId="{91E2CE58-B893-4205-99FE-1CC039653C02}" destId="{97719263-935E-4FA1-8043-5C3B45BC9631}" srcOrd="2" destOrd="0" parTransId="{C881F634-C7E4-49C6-878B-3B0DFF7F9280}" sibTransId="{23C3562C-B578-4D50-AAD2-C59DE1C8A8EE}"/>
    <dgm:cxn modelId="{393AF138-BF99-4F88-A654-D143EDBF9C29}" srcId="{174B8E53-5679-4FB6-B9F5-FF593D30404E}" destId="{91E2CE58-B893-4205-99FE-1CC039653C02}" srcOrd="1" destOrd="0" parTransId="{76B683F7-3A61-47F2-A990-A63E2D181AFA}" sibTransId="{3512670E-8B87-404B-A473-2218F1FDAD3F}"/>
    <dgm:cxn modelId="{6BFF7064-25DD-4AB0-9854-FEE91DD2A930}" type="presOf" srcId="{97719263-935E-4FA1-8043-5C3B45BC9631}" destId="{B604FA8A-A31A-4265-AF00-90247C4D0B64}" srcOrd="0" destOrd="5" presId="urn:microsoft.com/office/officeart/2005/8/layout/hList1"/>
    <dgm:cxn modelId="{56C4116E-9AA9-4921-BA4A-C247D0DD2BE6}" type="presOf" srcId="{DD3E35FE-C624-4F7B-8572-4E20D3C33DD9}" destId="{1DC4F2A0-65F9-4433-80BE-55976CBD5DAC}" srcOrd="0" destOrd="0" presId="urn:microsoft.com/office/officeart/2005/8/layout/hList1"/>
    <dgm:cxn modelId="{EF679A76-A883-4C3A-B684-4BDE7D441CAD}" srcId="{EB16C10F-1896-4C73-AB88-FA1436EE88D2}" destId="{DD3E35FE-C624-4F7B-8572-4E20D3C33DD9}" srcOrd="0" destOrd="0" parTransId="{95505478-E577-4E11-A256-3D9607408131}" sibTransId="{6E0B944F-9BBC-409D-85DB-881029122C8E}"/>
    <dgm:cxn modelId="{E6C19D84-6187-4A0E-854E-175FE0CD4C7A}" srcId="{91E2CE58-B893-4205-99FE-1CC039653C02}" destId="{7169FF57-3D06-4902-AD70-0FD947A651CD}" srcOrd="0" destOrd="0" parTransId="{39857E6A-2079-4F0C-8949-B7FE59E38137}" sibTransId="{6CBC4C06-482F-4EB2-9EEA-E718F0C51291}"/>
    <dgm:cxn modelId="{CA1C9D87-3E6F-43E2-AFA6-140B61B62069}" type="presOf" srcId="{EB16C10F-1896-4C73-AB88-FA1436EE88D2}" destId="{9C12E157-2ECF-4AEA-9697-7B8285808164}" srcOrd="0" destOrd="0" presId="urn:microsoft.com/office/officeart/2005/8/layout/hList1"/>
    <dgm:cxn modelId="{D2DD458C-8E03-4729-BC30-049746E1126F}" type="presOf" srcId="{DAE65838-B391-4A69-B24E-FEDBBC24D270}" destId="{B604FA8A-A31A-4265-AF00-90247C4D0B64}" srcOrd="0" destOrd="8" presId="urn:microsoft.com/office/officeart/2005/8/layout/hList1"/>
    <dgm:cxn modelId="{B654359E-B334-4625-808D-82E43EF6DE67}" srcId="{91E2CE58-B893-4205-99FE-1CC039653C02}" destId="{3CE85214-29DE-4A92-B040-F6C4935526E0}" srcOrd="1" destOrd="0" parTransId="{1E10EC00-481D-40B3-BF57-9E70BF9305D7}" sibTransId="{F17CF941-7A20-409C-8535-E33F0DDDF9F6}"/>
    <dgm:cxn modelId="{004A37A2-A3FA-406F-9E0C-50D722AB4083}" srcId="{DD3E35FE-C624-4F7B-8572-4E20D3C33DD9}" destId="{E9013996-439A-4F76-AE53-56BAE64F5FAE}" srcOrd="2" destOrd="0" parTransId="{200FEBFC-498E-43CB-BE3F-E417E8A61CC4}" sibTransId="{65F1506B-26BE-4D2C-9BA2-CCF6E3A2F86A}"/>
    <dgm:cxn modelId="{D3C0F7B1-60D5-4462-9B98-57078DD650AE}" srcId="{DD3E35FE-C624-4F7B-8572-4E20D3C33DD9}" destId="{36BB865E-27D9-4294-8A66-85BFCDECBEE0}" srcOrd="1" destOrd="0" parTransId="{115512F4-42A0-4CEF-A73E-45C43BBB5093}" sibTransId="{E3F8D3CC-4BA6-4629-83F8-42F1954442F6}"/>
    <dgm:cxn modelId="{71FD3BC4-E71B-4B69-ACD9-45F0C3ABD7F4}" type="presOf" srcId="{89BC9D54-CDAA-43FB-A0F5-77FC464A1E0C}" destId="{B604FA8A-A31A-4265-AF00-90247C4D0B64}" srcOrd="0" destOrd="1" presId="urn:microsoft.com/office/officeart/2005/8/layout/hList1"/>
    <dgm:cxn modelId="{395135C6-7A9D-4063-9205-BE86B19DA0DE}" srcId="{174B8E53-5679-4FB6-B9F5-FF593D30404E}" destId="{89BC9D54-CDAA-43FB-A0F5-77FC464A1E0C}" srcOrd="0" destOrd="0" parTransId="{837AAD7E-2FEC-41A8-B22E-E418605A00F2}" sibTransId="{7ED8A1C1-C4BE-4DA6-955D-D8C6FB6F3D87}"/>
    <dgm:cxn modelId="{DAB176CC-AEFD-4A28-9F37-CAF7A5339F9B}" type="presOf" srcId="{174B8E53-5679-4FB6-B9F5-FF593D30404E}" destId="{B604FA8A-A31A-4265-AF00-90247C4D0B64}" srcOrd="0" destOrd="0" presId="urn:microsoft.com/office/officeart/2005/8/layout/hList1"/>
    <dgm:cxn modelId="{0758D8CC-2D03-41D1-9E3B-941C66AA1ACB}" srcId="{DD3E35FE-C624-4F7B-8572-4E20D3C33DD9}" destId="{174B8E53-5679-4FB6-B9F5-FF593D30404E}" srcOrd="0" destOrd="0" parTransId="{C9AF493F-D2C9-452A-BBEB-C2DEA09D68CA}" sibTransId="{A8F1642A-BCA4-499D-8CAF-A399B0FA4AD8}"/>
    <dgm:cxn modelId="{F59B4BE9-B611-4AB0-8B26-5013DC00FF5F}" srcId="{E9013996-439A-4F76-AE53-56BAE64F5FAE}" destId="{DAE65838-B391-4A69-B24E-FEDBBC24D270}" srcOrd="0" destOrd="0" parTransId="{4DD4F750-700D-4A62-A567-623A85FCC8C2}" sibTransId="{AD4D4344-E888-4075-BC03-8078C5EFF08F}"/>
    <dgm:cxn modelId="{7FEE5B6D-6075-4D83-ABC3-F1D398A0351C}" type="presParOf" srcId="{9C12E157-2ECF-4AEA-9697-7B8285808164}" destId="{7DD5457A-3089-4FAE-8FA2-BCCE24A44310}" srcOrd="0" destOrd="0" presId="urn:microsoft.com/office/officeart/2005/8/layout/hList1"/>
    <dgm:cxn modelId="{2F5E762F-B504-4EEA-8A88-CD86A2B0863B}" type="presParOf" srcId="{7DD5457A-3089-4FAE-8FA2-BCCE24A44310}" destId="{1DC4F2A0-65F9-4433-80BE-55976CBD5DAC}" srcOrd="0" destOrd="0" presId="urn:microsoft.com/office/officeart/2005/8/layout/hList1"/>
    <dgm:cxn modelId="{B8E6A174-5012-401C-90A7-F448D577A03A}" type="presParOf" srcId="{7DD5457A-3089-4FAE-8FA2-BCCE24A44310}" destId="{B604FA8A-A31A-4265-AF00-90247C4D0B6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4EE2F8-082B-4E8C-9AF4-6F0D70C6712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7D9E8C4-BB49-484C-B85D-6DCB2934A95D}">
      <dgm:prSet/>
      <dgm:spPr/>
      <dgm:t>
        <a:bodyPr/>
        <a:lstStyle/>
        <a:p>
          <a:pPr>
            <a:lnSpc>
              <a:spcPct val="100000"/>
            </a:lnSpc>
          </a:pPr>
          <a:r>
            <a:rPr lang="en-US"/>
            <a:t>Description of the desired state</a:t>
          </a:r>
        </a:p>
      </dgm:t>
    </dgm:pt>
    <dgm:pt modelId="{74D8AC9A-621E-4F6E-B992-77C8EA535B6C}" type="parTrans" cxnId="{ABB3C2FB-2422-469F-BFBA-9712E4B6445C}">
      <dgm:prSet/>
      <dgm:spPr/>
      <dgm:t>
        <a:bodyPr/>
        <a:lstStyle/>
        <a:p>
          <a:endParaRPr lang="en-US"/>
        </a:p>
      </dgm:t>
    </dgm:pt>
    <dgm:pt modelId="{E97531FA-7CB0-481C-9D1F-118D095CA0CA}" type="sibTrans" cxnId="{ABB3C2FB-2422-469F-BFBA-9712E4B6445C}">
      <dgm:prSet/>
      <dgm:spPr/>
      <dgm:t>
        <a:bodyPr/>
        <a:lstStyle/>
        <a:p>
          <a:endParaRPr lang="en-US"/>
        </a:p>
      </dgm:t>
    </dgm:pt>
    <dgm:pt modelId="{0894A865-A203-48F1-986E-F756C6F6099A}">
      <dgm:prSet custT="1"/>
      <dgm:spPr/>
      <dgm:t>
        <a:bodyPr/>
        <a:lstStyle/>
        <a:p>
          <a:pPr>
            <a:lnSpc>
              <a:spcPct val="100000"/>
            </a:lnSpc>
          </a:pPr>
          <a:r>
            <a:rPr lang="en-US" sz="1800"/>
            <a:t>What will the client’s experience be at the end of treatment</a:t>
          </a:r>
        </a:p>
      </dgm:t>
    </dgm:pt>
    <dgm:pt modelId="{C4628CD1-ACF3-4B90-9DAE-317E4EF2799E}" type="parTrans" cxnId="{47878EB3-D803-458B-A700-7A02C4B58A3A}">
      <dgm:prSet/>
      <dgm:spPr/>
      <dgm:t>
        <a:bodyPr/>
        <a:lstStyle/>
        <a:p>
          <a:endParaRPr lang="en-US"/>
        </a:p>
      </dgm:t>
    </dgm:pt>
    <dgm:pt modelId="{655D0962-77C3-435B-9D21-B175A5354CF1}" type="sibTrans" cxnId="{47878EB3-D803-458B-A700-7A02C4B58A3A}">
      <dgm:prSet/>
      <dgm:spPr/>
      <dgm:t>
        <a:bodyPr/>
        <a:lstStyle/>
        <a:p>
          <a:endParaRPr lang="en-US"/>
        </a:p>
      </dgm:t>
    </dgm:pt>
    <dgm:pt modelId="{C42487BF-9D83-4C92-B777-A2E4FAB2C364}">
      <dgm:prSet/>
      <dgm:spPr/>
      <dgm:t>
        <a:bodyPr/>
        <a:lstStyle/>
        <a:p>
          <a:pPr>
            <a:lnSpc>
              <a:spcPct val="100000"/>
            </a:lnSpc>
          </a:pPr>
          <a:r>
            <a:rPr lang="en-US"/>
            <a:t>Outcomes help evaluate efficacy of treatment</a:t>
          </a:r>
        </a:p>
      </dgm:t>
    </dgm:pt>
    <dgm:pt modelId="{47899EDE-C97B-4256-85AB-C664445A744A}" type="parTrans" cxnId="{7752046B-3D57-4838-BAA7-628BDFEC5216}">
      <dgm:prSet/>
      <dgm:spPr/>
      <dgm:t>
        <a:bodyPr/>
        <a:lstStyle/>
        <a:p>
          <a:endParaRPr lang="en-US"/>
        </a:p>
      </dgm:t>
    </dgm:pt>
    <dgm:pt modelId="{74F98E82-E184-451C-A216-82EECF67881B}" type="sibTrans" cxnId="{7752046B-3D57-4838-BAA7-628BDFEC5216}">
      <dgm:prSet/>
      <dgm:spPr/>
      <dgm:t>
        <a:bodyPr/>
        <a:lstStyle/>
        <a:p>
          <a:endParaRPr lang="en-US"/>
        </a:p>
      </dgm:t>
    </dgm:pt>
    <dgm:pt modelId="{6F4DA37D-F019-4D26-9A79-1E771984CD7B}">
      <dgm:prSet/>
      <dgm:spPr/>
      <dgm:t>
        <a:bodyPr/>
        <a:lstStyle/>
        <a:p>
          <a:pPr>
            <a:lnSpc>
              <a:spcPct val="100000"/>
            </a:lnSpc>
          </a:pPr>
          <a:r>
            <a:rPr lang="en-US"/>
            <a:t>Good outcomes	</a:t>
          </a:r>
        </a:p>
      </dgm:t>
    </dgm:pt>
    <dgm:pt modelId="{134628AE-88DD-4D1F-A9C6-37E74D7F0ED3}" type="parTrans" cxnId="{143F5EBE-2EBE-4168-A8C2-A1AC9DBAC139}">
      <dgm:prSet/>
      <dgm:spPr/>
      <dgm:t>
        <a:bodyPr/>
        <a:lstStyle/>
        <a:p>
          <a:endParaRPr lang="en-US"/>
        </a:p>
      </dgm:t>
    </dgm:pt>
    <dgm:pt modelId="{56998B4D-5C33-4747-85CC-5C30AF45A24F}" type="sibTrans" cxnId="{143F5EBE-2EBE-4168-A8C2-A1AC9DBAC139}">
      <dgm:prSet/>
      <dgm:spPr/>
      <dgm:t>
        <a:bodyPr/>
        <a:lstStyle/>
        <a:p>
          <a:endParaRPr lang="en-US"/>
        </a:p>
      </dgm:t>
    </dgm:pt>
    <dgm:pt modelId="{206DBB03-4C32-4EB2-8A64-169FEF7E6A99}">
      <dgm:prSet custT="1"/>
      <dgm:spPr/>
      <dgm:t>
        <a:bodyPr/>
        <a:lstStyle/>
        <a:p>
          <a:pPr>
            <a:lnSpc>
              <a:spcPct val="100000"/>
            </a:lnSpc>
          </a:pPr>
          <a:r>
            <a:rPr lang="en-US" sz="1800"/>
            <a:t>Are concrete and measurable</a:t>
          </a:r>
        </a:p>
      </dgm:t>
    </dgm:pt>
    <dgm:pt modelId="{4E601D30-2831-49B7-AC33-EDC3A3B028D0}" type="parTrans" cxnId="{C2894F40-AC56-460A-9A90-F3540800B476}">
      <dgm:prSet/>
      <dgm:spPr/>
      <dgm:t>
        <a:bodyPr/>
        <a:lstStyle/>
        <a:p>
          <a:endParaRPr lang="en-US"/>
        </a:p>
      </dgm:t>
    </dgm:pt>
    <dgm:pt modelId="{92818DFF-A50D-494A-BED0-B87E0EB28B9B}" type="sibTrans" cxnId="{C2894F40-AC56-460A-9A90-F3540800B476}">
      <dgm:prSet/>
      <dgm:spPr/>
      <dgm:t>
        <a:bodyPr/>
        <a:lstStyle/>
        <a:p>
          <a:endParaRPr lang="en-US"/>
        </a:p>
      </dgm:t>
    </dgm:pt>
    <dgm:pt modelId="{4EB2916A-F5EB-4FA8-AEC3-FEF60902B45C}">
      <dgm:prSet custT="1"/>
      <dgm:spPr/>
      <dgm:t>
        <a:bodyPr/>
        <a:lstStyle/>
        <a:p>
          <a:r>
            <a:rPr lang="en-US" sz="1800"/>
            <a:t>Behavioral makers, identified skills development,  </a:t>
          </a:r>
        </a:p>
      </dgm:t>
    </dgm:pt>
    <dgm:pt modelId="{4336DCD0-5FE1-4C80-9542-B1B80A665956}" type="parTrans" cxnId="{58A2F20D-AB2F-4159-8587-8EF4ECC67BC0}">
      <dgm:prSet/>
      <dgm:spPr/>
      <dgm:t>
        <a:bodyPr/>
        <a:lstStyle/>
        <a:p>
          <a:endParaRPr lang="en-US"/>
        </a:p>
      </dgm:t>
    </dgm:pt>
    <dgm:pt modelId="{A835F61B-E5B7-4F70-A99E-794F359253DD}" type="sibTrans" cxnId="{58A2F20D-AB2F-4159-8587-8EF4ECC67BC0}">
      <dgm:prSet/>
      <dgm:spPr/>
      <dgm:t>
        <a:bodyPr/>
        <a:lstStyle/>
        <a:p>
          <a:endParaRPr lang="en-US"/>
        </a:p>
      </dgm:t>
    </dgm:pt>
    <dgm:pt modelId="{438D5EBC-E252-49F1-9A00-C7FEF93DBB5B}">
      <dgm:prSet custT="1"/>
      <dgm:spPr/>
      <dgm:t>
        <a:bodyPr/>
        <a:lstStyle/>
        <a:p>
          <a:pPr>
            <a:lnSpc>
              <a:spcPct val="100000"/>
            </a:lnSpc>
          </a:pPr>
          <a:r>
            <a:rPr lang="en-US" sz="1800"/>
            <a:t>General enough to avoid limitations and failure</a:t>
          </a:r>
        </a:p>
      </dgm:t>
    </dgm:pt>
    <dgm:pt modelId="{2E7C4692-9F9F-454E-A6BC-646E21BED49B}" type="parTrans" cxnId="{74221132-99B7-4D6C-B28D-9ACB716A5978}">
      <dgm:prSet/>
      <dgm:spPr/>
      <dgm:t>
        <a:bodyPr/>
        <a:lstStyle/>
        <a:p>
          <a:endParaRPr lang="en-US"/>
        </a:p>
      </dgm:t>
    </dgm:pt>
    <dgm:pt modelId="{7FC5CBFB-BC67-4C34-88A9-E1A96D0AAD68}" type="sibTrans" cxnId="{74221132-99B7-4D6C-B28D-9ACB716A5978}">
      <dgm:prSet/>
      <dgm:spPr/>
      <dgm:t>
        <a:bodyPr/>
        <a:lstStyle/>
        <a:p>
          <a:endParaRPr lang="en-US"/>
        </a:p>
      </dgm:t>
    </dgm:pt>
    <dgm:pt modelId="{F8DF0387-C52D-46AE-844A-DCC540CA27C3}">
      <dgm:prSet/>
      <dgm:spPr/>
      <dgm:t>
        <a:bodyPr/>
        <a:lstStyle/>
        <a:p>
          <a:pPr>
            <a:lnSpc>
              <a:spcPct val="100000"/>
            </a:lnSpc>
          </a:pPr>
          <a:r>
            <a:rPr lang="en-US"/>
            <a:t>SMART Goals</a:t>
          </a:r>
        </a:p>
      </dgm:t>
    </dgm:pt>
    <dgm:pt modelId="{36DF2CA4-1193-48D6-B1B7-567E6F6643F0}" type="parTrans" cxnId="{144E2FBE-5414-4533-ACD5-811825CD19CB}">
      <dgm:prSet/>
      <dgm:spPr/>
      <dgm:t>
        <a:bodyPr/>
        <a:lstStyle/>
        <a:p>
          <a:endParaRPr lang="en-US"/>
        </a:p>
      </dgm:t>
    </dgm:pt>
    <dgm:pt modelId="{F35257F8-B318-4058-B57A-0BE9B15F7D0C}" type="sibTrans" cxnId="{144E2FBE-5414-4533-ACD5-811825CD19CB}">
      <dgm:prSet/>
      <dgm:spPr/>
      <dgm:t>
        <a:bodyPr/>
        <a:lstStyle/>
        <a:p>
          <a:endParaRPr lang="en-US"/>
        </a:p>
      </dgm:t>
    </dgm:pt>
    <dgm:pt modelId="{B29E12F4-5DA7-42CE-B5A8-916F2A5F312D}">
      <dgm:prSet custT="1"/>
      <dgm:spPr/>
      <dgm:t>
        <a:bodyPr/>
        <a:lstStyle/>
        <a:p>
          <a:pPr>
            <a:lnSpc>
              <a:spcPct val="100000"/>
            </a:lnSpc>
          </a:pPr>
          <a:r>
            <a:rPr lang="en-US" sz="1800"/>
            <a:t>Specific, Measurable, Attainable, Realistic, and Time-specific</a:t>
          </a:r>
        </a:p>
      </dgm:t>
    </dgm:pt>
    <dgm:pt modelId="{6F4BEB9E-6BEF-4054-A66D-4C1357904AD3}" type="parTrans" cxnId="{A6581ECA-50F0-4D80-853B-644B1DF29AF8}">
      <dgm:prSet/>
      <dgm:spPr/>
      <dgm:t>
        <a:bodyPr/>
        <a:lstStyle/>
        <a:p>
          <a:endParaRPr lang="en-US"/>
        </a:p>
      </dgm:t>
    </dgm:pt>
    <dgm:pt modelId="{E838959C-F063-4C8B-B63D-FD85CD70242A}" type="sibTrans" cxnId="{A6581ECA-50F0-4D80-853B-644B1DF29AF8}">
      <dgm:prSet/>
      <dgm:spPr/>
      <dgm:t>
        <a:bodyPr/>
        <a:lstStyle/>
        <a:p>
          <a:endParaRPr lang="en-US"/>
        </a:p>
      </dgm:t>
    </dgm:pt>
    <dgm:pt modelId="{E5C01C6D-BADA-411B-BEDB-5DA641553194}" type="pres">
      <dgm:prSet presAssocID="{C84EE2F8-082B-4E8C-9AF4-6F0D70C6712E}" presName="root" presStyleCnt="0">
        <dgm:presLayoutVars>
          <dgm:dir/>
          <dgm:resizeHandles val="exact"/>
        </dgm:presLayoutVars>
      </dgm:prSet>
      <dgm:spPr/>
    </dgm:pt>
    <dgm:pt modelId="{8710F2BB-0EF0-4C51-B6F3-44ED8EA590E4}" type="pres">
      <dgm:prSet presAssocID="{07D9E8C4-BB49-484C-B85D-6DCB2934A95D}" presName="compNode" presStyleCnt="0"/>
      <dgm:spPr/>
    </dgm:pt>
    <dgm:pt modelId="{2E9A3C30-1312-4A6D-A180-16C3470158EC}" type="pres">
      <dgm:prSet presAssocID="{07D9E8C4-BB49-484C-B85D-6DCB2934A95D}" presName="bgRect" presStyleLbl="bgShp" presStyleIdx="0" presStyleCnt="4"/>
      <dgm:spPr/>
    </dgm:pt>
    <dgm:pt modelId="{B94A3F70-A846-45AB-B4E3-DB30A6E7F20E}" type="pres">
      <dgm:prSet presAssocID="{07D9E8C4-BB49-484C-B85D-6DCB2934A95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C369647A-5FB3-4944-9C98-421ECE68C590}" type="pres">
      <dgm:prSet presAssocID="{07D9E8C4-BB49-484C-B85D-6DCB2934A95D}" presName="spaceRect" presStyleCnt="0"/>
      <dgm:spPr/>
    </dgm:pt>
    <dgm:pt modelId="{EA194413-B4FA-4A04-96B0-2CE06C403205}" type="pres">
      <dgm:prSet presAssocID="{07D9E8C4-BB49-484C-B85D-6DCB2934A95D}" presName="parTx" presStyleLbl="revTx" presStyleIdx="0" presStyleCnt="7">
        <dgm:presLayoutVars>
          <dgm:chMax val="0"/>
          <dgm:chPref val="0"/>
        </dgm:presLayoutVars>
      </dgm:prSet>
      <dgm:spPr/>
    </dgm:pt>
    <dgm:pt modelId="{3D991BFA-91CE-4ABA-A2B9-1E9DE794C711}" type="pres">
      <dgm:prSet presAssocID="{07D9E8C4-BB49-484C-B85D-6DCB2934A95D}" presName="desTx" presStyleLbl="revTx" presStyleIdx="1" presStyleCnt="7">
        <dgm:presLayoutVars/>
      </dgm:prSet>
      <dgm:spPr/>
    </dgm:pt>
    <dgm:pt modelId="{5F5618F9-07D5-4EE4-BDA0-E6891E748572}" type="pres">
      <dgm:prSet presAssocID="{E97531FA-7CB0-481C-9D1F-118D095CA0CA}" presName="sibTrans" presStyleCnt="0"/>
      <dgm:spPr/>
    </dgm:pt>
    <dgm:pt modelId="{178FE100-E9C3-4063-B7F3-4230466CECC2}" type="pres">
      <dgm:prSet presAssocID="{C42487BF-9D83-4C92-B777-A2E4FAB2C364}" presName="compNode" presStyleCnt="0"/>
      <dgm:spPr/>
    </dgm:pt>
    <dgm:pt modelId="{8227D624-3E57-4818-93BA-B3DBF11FE821}" type="pres">
      <dgm:prSet presAssocID="{C42487BF-9D83-4C92-B777-A2E4FAB2C364}" presName="bgRect" presStyleLbl="bgShp" presStyleIdx="1" presStyleCnt="4"/>
      <dgm:spPr/>
    </dgm:pt>
    <dgm:pt modelId="{0A792845-A75A-4B6C-8A6A-B38D8412032D}" type="pres">
      <dgm:prSet presAssocID="{C42487BF-9D83-4C92-B777-A2E4FAB2C36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8826C821-8CAE-4B47-9E5E-7177713CC825}" type="pres">
      <dgm:prSet presAssocID="{C42487BF-9D83-4C92-B777-A2E4FAB2C364}" presName="spaceRect" presStyleCnt="0"/>
      <dgm:spPr/>
    </dgm:pt>
    <dgm:pt modelId="{CFA6D5C7-D807-459A-98CB-3E5798C9978A}" type="pres">
      <dgm:prSet presAssocID="{C42487BF-9D83-4C92-B777-A2E4FAB2C364}" presName="parTx" presStyleLbl="revTx" presStyleIdx="2" presStyleCnt="7">
        <dgm:presLayoutVars>
          <dgm:chMax val="0"/>
          <dgm:chPref val="0"/>
        </dgm:presLayoutVars>
      </dgm:prSet>
      <dgm:spPr/>
    </dgm:pt>
    <dgm:pt modelId="{6CECE9D5-52D5-48DA-B001-473FCAEA206D}" type="pres">
      <dgm:prSet presAssocID="{74F98E82-E184-451C-A216-82EECF67881B}" presName="sibTrans" presStyleCnt="0"/>
      <dgm:spPr/>
    </dgm:pt>
    <dgm:pt modelId="{4EEE62D7-D317-4DA9-AEFB-D9123C04CF37}" type="pres">
      <dgm:prSet presAssocID="{6F4DA37D-F019-4D26-9A79-1E771984CD7B}" presName="compNode" presStyleCnt="0"/>
      <dgm:spPr/>
    </dgm:pt>
    <dgm:pt modelId="{1A7595DA-E540-45EA-9924-DB46D1271195}" type="pres">
      <dgm:prSet presAssocID="{6F4DA37D-F019-4D26-9A79-1E771984CD7B}" presName="bgRect" presStyleLbl="bgShp" presStyleIdx="2" presStyleCnt="4" custLinFactNeighborX="-3175" custLinFactNeighborY="2835"/>
      <dgm:spPr/>
    </dgm:pt>
    <dgm:pt modelId="{074225B6-D9C0-4D00-A457-C0CD628D4D6D}" type="pres">
      <dgm:prSet presAssocID="{6F4DA37D-F019-4D26-9A79-1E771984CD7B}" presName="iconRect" presStyleLbl="node1" presStyleIdx="2" presStyleCnt="4"/>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Cement truck"/>
        </a:ext>
      </dgm:extLst>
    </dgm:pt>
    <dgm:pt modelId="{088E5B5A-D9A4-49B9-B2FD-C81F44F036C4}" type="pres">
      <dgm:prSet presAssocID="{6F4DA37D-F019-4D26-9A79-1E771984CD7B}" presName="spaceRect" presStyleCnt="0"/>
      <dgm:spPr/>
    </dgm:pt>
    <dgm:pt modelId="{DDD91F1A-3C4E-4BA1-B8DC-A3CF22F6D381}" type="pres">
      <dgm:prSet presAssocID="{6F4DA37D-F019-4D26-9A79-1E771984CD7B}" presName="parTx" presStyleLbl="revTx" presStyleIdx="3" presStyleCnt="7">
        <dgm:presLayoutVars>
          <dgm:chMax val="0"/>
          <dgm:chPref val="0"/>
        </dgm:presLayoutVars>
      </dgm:prSet>
      <dgm:spPr/>
    </dgm:pt>
    <dgm:pt modelId="{BA3EB397-1F05-4DC5-B1A8-B36592E8800F}" type="pres">
      <dgm:prSet presAssocID="{6F4DA37D-F019-4D26-9A79-1E771984CD7B}" presName="desTx" presStyleLbl="revTx" presStyleIdx="4" presStyleCnt="7" custScaleX="146946">
        <dgm:presLayoutVars/>
      </dgm:prSet>
      <dgm:spPr/>
    </dgm:pt>
    <dgm:pt modelId="{198D39C9-D7F1-43CA-9E14-8E03F11BB58B}" type="pres">
      <dgm:prSet presAssocID="{56998B4D-5C33-4747-85CC-5C30AF45A24F}" presName="sibTrans" presStyleCnt="0"/>
      <dgm:spPr/>
    </dgm:pt>
    <dgm:pt modelId="{5F7938CC-A546-49F5-8BCD-7D212AF37E70}" type="pres">
      <dgm:prSet presAssocID="{F8DF0387-C52D-46AE-844A-DCC540CA27C3}" presName="compNode" presStyleCnt="0"/>
      <dgm:spPr/>
    </dgm:pt>
    <dgm:pt modelId="{3EFB6ED7-A677-4670-BF0F-64BDC3A316A8}" type="pres">
      <dgm:prSet presAssocID="{F8DF0387-C52D-46AE-844A-DCC540CA27C3}" presName="bgRect" presStyleLbl="bgShp" presStyleIdx="3" presStyleCnt="4"/>
      <dgm:spPr/>
    </dgm:pt>
    <dgm:pt modelId="{0B11EE7E-BAAC-4FCA-91C0-B3057E3824A6}" type="pres">
      <dgm:prSet presAssocID="{F8DF0387-C52D-46AE-844A-DCC540CA27C3}" presName="iconRect" presStyleLbl="node1" presStyleIdx="3"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llseye"/>
        </a:ext>
      </dgm:extLst>
    </dgm:pt>
    <dgm:pt modelId="{E2F697DB-591E-4068-8DF3-65D9767610D2}" type="pres">
      <dgm:prSet presAssocID="{F8DF0387-C52D-46AE-844A-DCC540CA27C3}" presName="spaceRect" presStyleCnt="0"/>
      <dgm:spPr/>
    </dgm:pt>
    <dgm:pt modelId="{66329BC3-FF54-4922-8B23-855A5A3BF1FA}" type="pres">
      <dgm:prSet presAssocID="{F8DF0387-C52D-46AE-844A-DCC540CA27C3}" presName="parTx" presStyleLbl="revTx" presStyleIdx="5" presStyleCnt="7">
        <dgm:presLayoutVars>
          <dgm:chMax val="0"/>
          <dgm:chPref val="0"/>
        </dgm:presLayoutVars>
      </dgm:prSet>
      <dgm:spPr/>
    </dgm:pt>
    <dgm:pt modelId="{BE2A9048-4D85-49ED-9597-A3752B5DF8DA}" type="pres">
      <dgm:prSet presAssocID="{F8DF0387-C52D-46AE-844A-DCC540CA27C3}" presName="desTx" presStyleLbl="revTx" presStyleIdx="6" presStyleCnt="7" custScaleX="182357">
        <dgm:presLayoutVars/>
      </dgm:prSet>
      <dgm:spPr/>
    </dgm:pt>
  </dgm:ptLst>
  <dgm:cxnLst>
    <dgm:cxn modelId="{58A2F20D-AB2F-4159-8587-8EF4ECC67BC0}" srcId="{206DBB03-4C32-4EB2-8A64-169FEF7E6A99}" destId="{4EB2916A-F5EB-4FA8-AEC3-FEF60902B45C}" srcOrd="0" destOrd="0" parTransId="{4336DCD0-5FE1-4C80-9542-B1B80A665956}" sibTransId="{A835F61B-E5B7-4F70-A99E-794F359253DD}"/>
    <dgm:cxn modelId="{74221132-99B7-4D6C-B28D-9ACB716A5978}" srcId="{6F4DA37D-F019-4D26-9A79-1E771984CD7B}" destId="{438D5EBC-E252-49F1-9A00-C7FEF93DBB5B}" srcOrd="1" destOrd="0" parTransId="{2E7C4692-9F9F-454E-A6BC-646E21BED49B}" sibTransId="{7FC5CBFB-BC67-4C34-88A9-E1A96D0AAD68}"/>
    <dgm:cxn modelId="{C2894F40-AC56-460A-9A90-F3540800B476}" srcId="{6F4DA37D-F019-4D26-9A79-1E771984CD7B}" destId="{206DBB03-4C32-4EB2-8A64-169FEF7E6A99}" srcOrd="0" destOrd="0" parTransId="{4E601D30-2831-49B7-AC33-EDC3A3B028D0}" sibTransId="{92818DFF-A50D-494A-BED0-B87E0EB28B9B}"/>
    <dgm:cxn modelId="{7752046B-3D57-4838-BAA7-628BDFEC5216}" srcId="{C84EE2F8-082B-4E8C-9AF4-6F0D70C6712E}" destId="{C42487BF-9D83-4C92-B777-A2E4FAB2C364}" srcOrd="1" destOrd="0" parTransId="{47899EDE-C97B-4256-85AB-C664445A744A}" sibTransId="{74F98E82-E184-451C-A216-82EECF67881B}"/>
    <dgm:cxn modelId="{3A306E6F-2146-4E7A-893B-44F8A597B07F}" type="presOf" srcId="{438D5EBC-E252-49F1-9A00-C7FEF93DBB5B}" destId="{BA3EB397-1F05-4DC5-B1A8-B36592E8800F}" srcOrd="0" destOrd="2" presId="urn:microsoft.com/office/officeart/2018/2/layout/IconVerticalSolidList"/>
    <dgm:cxn modelId="{BB005672-6371-4DEC-A8A6-BE6B64F5E690}" type="presOf" srcId="{07D9E8C4-BB49-484C-B85D-6DCB2934A95D}" destId="{EA194413-B4FA-4A04-96B0-2CE06C403205}" srcOrd="0" destOrd="0" presId="urn:microsoft.com/office/officeart/2018/2/layout/IconVerticalSolidList"/>
    <dgm:cxn modelId="{4F3E2358-0D4A-4E73-9DBC-2826B36CF30A}" type="presOf" srcId="{F8DF0387-C52D-46AE-844A-DCC540CA27C3}" destId="{66329BC3-FF54-4922-8B23-855A5A3BF1FA}" srcOrd="0" destOrd="0" presId="urn:microsoft.com/office/officeart/2018/2/layout/IconVerticalSolidList"/>
    <dgm:cxn modelId="{D9B73B84-8F2A-480D-BEA7-53367A2A69E7}" type="presOf" srcId="{B29E12F4-5DA7-42CE-B5A8-916F2A5F312D}" destId="{BE2A9048-4D85-49ED-9597-A3752B5DF8DA}" srcOrd="0" destOrd="0" presId="urn:microsoft.com/office/officeart/2018/2/layout/IconVerticalSolidList"/>
    <dgm:cxn modelId="{E0E11F88-F61C-4FC1-B568-7E80E48147FE}" type="presOf" srcId="{4EB2916A-F5EB-4FA8-AEC3-FEF60902B45C}" destId="{BA3EB397-1F05-4DC5-B1A8-B36592E8800F}" srcOrd="0" destOrd="1" presId="urn:microsoft.com/office/officeart/2018/2/layout/IconVerticalSolidList"/>
    <dgm:cxn modelId="{47878EB3-D803-458B-A700-7A02C4B58A3A}" srcId="{07D9E8C4-BB49-484C-B85D-6DCB2934A95D}" destId="{0894A865-A203-48F1-986E-F756C6F6099A}" srcOrd="0" destOrd="0" parTransId="{C4628CD1-ACF3-4B90-9DAE-317E4EF2799E}" sibTransId="{655D0962-77C3-435B-9D21-B175A5354CF1}"/>
    <dgm:cxn modelId="{32FE64B7-CD7C-480D-AFD8-8C761D7B2E27}" type="presOf" srcId="{206DBB03-4C32-4EB2-8A64-169FEF7E6A99}" destId="{BA3EB397-1F05-4DC5-B1A8-B36592E8800F}" srcOrd="0" destOrd="0" presId="urn:microsoft.com/office/officeart/2018/2/layout/IconVerticalSolidList"/>
    <dgm:cxn modelId="{144E2FBE-5414-4533-ACD5-811825CD19CB}" srcId="{C84EE2F8-082B-4E8C-9AF4-6F0D70C6712E}" destId="{F8DF0387-C52D-46AE-844A-DCC540CA27C3}" srcOrd="3" destOrd="0" parTransId="{36DF2CA4-1193-48D6-B1B7-567E6F6643F0}" sibTransId="{F35257F8-B318-4058-B57A-0BE9B15F7D0C}"/>
    <dgm:cxn modelId="{143F5EBE-2EBE-4168-A8C2-A1AC9DBAC139}" srcId="{C84EE2F8-082B-4E8C-9AF4-6F0D70C6712E}" destId="{6F4DA37D-F019-4D26-9A79-1E771984CD7B}" srcOrd="2" destOrd="0" parTransId="{134628AE-88DD-4D1F-A9C6-37E74D7F0ED3}" sibTransId="{56998B4D-5C33-4747-85CC-5C30AF45A24F}"/>
    <dgm:cxn modelId="{384DCFC5-8645-48E1-8C9E-184964F60E14}" type="presOf" srcId="{0894A865-A203-48F1-986E-F756C6F6099A}" destId="{3D991BFA-91CE-4ABA-A2B9-1E9DE794C711}" srcOrd="0" destOrd="0" presId="urn:microsoft.com/office/officeart/2018/2/layout/IconVerticalSolidList"/>
    <dgm:cxn modelId="{A6581ECA-50F0-4D80-853B-644B1DF29AF8}" srcId="{F8DF0387-C52D-46AE-844A-DCC540CA27C3}" destId="{B29E12F4-5DA7-42CE-B5A8-916F2A5F312D}" srcOrd="0" destOrd="0" parTransId="{6F4BEB9E-6BEF-4054-A66D-4C1357904AD3}" sibTransId="{E838959C-F063-4C8B-B63D-FD85CD70242A}"/>
    <dgm:cxn modelId="{A575FACE-3470-45C5-B40C-D6F3A0B86105}" type="presOf" srcId="{C84EE2F8-082B-4E8C-9AF4-6F0D70C6712E}" destId="{E5C01C6D-BADA-411B-BEDB-5DA641553194}" srcOrd="0" destOrd="0" presId="urn:microsoft.com/office/officeart/2018/2/layout/IconVerticalSolidList"/>
    <dgm:cxn modelId="{D6069BDE-60B7-4F59-96C4-69C52F51CF0C}" type="presOf" srcId="{C42487BF-9D83-4C92-B777-A2E4FAB2C364}" destId="{CFA6D5C7-D807-459A-98CB-3E5798C9978A}" srcOrd="0" destOrd="0" presId="urn:microsoft.com/office/officeart/2018/2/layout/IconVerticalSolidList"/>
    <dgm:cxn modelId="{AA2BCCF0-A656-4918-9AA9-081C34E48367}" type="presOf" srcId="{6F4DA37D-F019-4D26-9A79-1E771984CD7B}" destId="{DDD91F1A-3C4E-4BA1-B8DC-A3CF22F6D381}" srcOrd="0" destOrd="0" presId="urn:microsoft.com/office/officeart/2018/2/layout/IconVerticalSolidList"/>
    <dgm:cxn modelId="{ABB3C2FB-2422-469F-BFBA-9712E4B6445C}" srcId="{C84EE2F8-082B-4E8C-9AF4-6F0D70C6712E}" destId="{07D9E8C4-BB49-484C-B85D-6DCB2934A95D}" srcOrd="0" destOrd="0" parTransId="{74D8AC9A-621E-4F6E-B992-77C8EA535B6C}" sibTransId="{E97531FA-7CB0-481C-9D1F-118D095CA0CA}"/>
    <dgm:cxn modelId="{C0DAB8BD-8B94-45CB-9467-C2D1BBE2F7AC}" type="presParOf" srcId="{E5C01C6D-BADA-411B-BEDB-5DA641553194}" destId="{8710F2BB-0EF0-4C51-B6F3-44ED8EA590E4}" srcOrd="0" destOrd="0" presId="urn:microsoft.com/office/officeart/2018/2/layout/IconVerticalSolidList"/>
    <dgm:cxn modelId="{ACF066E7-143C-48B3-BBE4-3E904884DCEC}" type="presParOf" srcId="{8710F2BB-0EF0-4C51-B6F3-44ED8EA590E4}" destId="{2E9A3C30-1312-4A6D-A180-16C3470158EC}" srcOrd="0" destOrd="0" presId="urn:microsoft.com/office/officeart/2018/2/layout/IconVerticalSolidList"/>
    <dgm:cxn modelId="{5A96E677-5F42-4D22-ADB9-C145277C02F7}" type="presParOf" srcId="{8710F2BB-0EF0-4C51-B6F3-44ED8EA590E4}" destId="{B94A3F70-A846-45AB-B4E3-DB30A6E7F20E}" srcOrd="1" destOrd="0" presId="urn:microsoft.com/office/officeart/2018/2/layout/IconVerticalSolidList"/>
    <dgm:cxn modelId="{DD2534C3-D82F-4220-B699-E3B4D5C2D98E}" type="presParOf" srcId="{8710F2BB-0EF0-4C51-B6F3-44ED8EA590E4}" destId="{C369647A-5FB3-4944-9C98-421ECE68C590}" srcOrd="2" destOrd="0" presId="urn:microsoft.com/office/officeart/2018/2/layout/IconVerticalSolidList"/>
    <dgm:cxn modelId="{C70CBBB0-E95F-4CE6-BF90-8B4FD67B1502}" type="presParOf" srcId="{8710F2BB-0EF0-4C51-B6F3-44ED8EA590E4}" destId="{EA194413-B4FA-4A04-96B0-2CE06C403205}" srcOrd="3" destOrd="0" presId="urn:microsoft.com/office/officeart/2018/2/layout/IconVerticalSolidList"/>
    <dgm:cxn modelId="{80A24FCE-12FB-43E3-895B-BA1E7E52881D}" type="presParOf" srcId="{8710F2BB-0EF0-4C51-B6F3-44ED8EA590E4}" destId="{3D991BFA-91CE-4ABA-A2B9-1E9DE794C711}" srcOrd="4" destOrd="0" presId="urn:microsoft.com/office/officeart/2018/2/layout/IconVerticalSolidList"/>
    <dgm:cxn modelId="{39BFA91D-7519-4837-B253-981917B6F94A}" type="presParOf" srcId="{E5C01C6D-BADA-411B-BEDB-5DA641553194}" destId="{5F5618F9-07D5-4EE4-BDA0-E6891E748572}" srcOrd="1" destOrd="0" presId="urn:microsoft.com/office/officeart/2018/2/layout/IconVerticalSolidList"/>
    <dgm:cxn modelId="{91B8C5C0-CEAF-4286-9160-73FA64FB0933}" type="presParOf" srcId="{E5C01C6D-BADA-411B-BEDB-5DA641553194}" destId="{178FE100-E9C3-4063-B7F3-4230466CECC2}" srcOrd="2" destOrd="0" presId="urn:microsoft.com/office/officeart/2018/2/layout/IconVerticalSolidList"/>
    <dgm:cxn modelId="{36C6E086-FE26-486D-9914-3070955852EB}" type="presParOf" srcId="{178FE100-E9C3-4063-B7F3-4230466CECC2}" destId="{8227D624-3E57-4818-93BA-B3DBF11FE821}" srcOrd="0" destOrd="0" presId="urn:microsoft.com/office/officeart/2018/2/layout/IconVerticalSolidList"/>
    <dgm:cxn modelId="{7795F68A-001B-4FE2-AA34-69B708217F89}" type="presParOf" srcId="{178FE100-E9C3-4063-B7F3-4230466CECC2}" destId="{0A792845-A75A-4B6C-8A6A-B38D8412032D}" srcOrd="1" destOrd="0" presId="urn:microsoft.com/office/officeart/2018/2/layout/IconVerticalSolidList"/>
    <dgm:cxn modelId="{418FDB7D-ECAB-45A6-A9AF-6B72D48B5DFD}" type="presParOf" srcId="{178FE100-E9C3-4063-B7F3-4230466CECC2}" destId="{8826C821-8CAE-4B47-9E5E-7177713CC825}" srcOrd="2" destOrd="0" presId="urn:microsoft.com/office/officeart/2018/2/layout/IconVerticalSolidList"/>
    <dgm:cxn modelId="{0BC688E6-AAFC-4AE6-B5CC-F5F9CDD8892D}" type="presParOf" srcId="{178FE100-E9C3-4063-B7F3-4230466CECC2}" destId="{CFA6D5C7-D807-459A-98CB-3E5798C9978A}" srcOrd="3" destOrd="0" presId="urn:microsoft.com/office/officeart/2018/2/layout/IconVerticalSolidList"/>
    <dgm:cxn modelId="{2B68201C-1903-47C1-AB26-37BC932F2324}" type="presParOf" srcId="{E5C01C6D-BADA-411B-BEDB-5DA641553194}" destId="{6CECE9D5-52D5-48DA-B001-473FCAEA206D}" srcOrd="3" destOrd="0" presId="urn:microsoft.com/office/officeart/2018/2/layout/IconVerticalSolidList"/>
    <dgm:cxn modelId="{73EC46F8-1DA4-4F8A-9BE4-7C6A4D91AD69}" type="presParOf" srcId="{E5C01C6D-BADA-411B-BEDB-5DA641553194}" destId="{4EEE62D7-D317-4DA9-AEFB-D9123C04CF37}" srcOrd="4" destOrd="0" presId="urn:microsoft.com/office/officeart/2018/2/layout/IconVerticalSolidList"/>
    <dgm:cxn modelId="{6E85F6E5-98B8-4B4A-8F70-B221EF27EDD2}" type="presParOf" srcId="{4EEE62D7-D317-4DA9-AEFB-D9123C04CF37}" destId="{1A7595DA-E540-45EA-9924-DB46D1271195}" srcOrd="0" destOrd="0" presId="urn:microsoft.com/office/officeart/2018/2/layout/IconVerticalSolidList"/>
    <dgm:cxn modelId="{131CD66B-2F20-4997-9BE6-49856B6CD735}" type="presParOf" srcId="{4EEE62D7-D317-4DA9-AEFB-D9123C04CF37}" destId="{074225B6-D9C0-4D00-A457-C0CD628D4D6D}" srcOrd="1" destOrd="0" presId="urn:microsoft.com/office/officeart/2018/2/layout/IconVerticalSolidList"/>
    <dgm:cxn modelId="{D3552BF1-ACC9-4795-8E2F-5DFE991E2C12}" type="presParOf" srcId="{4EEE62D7-D317-4DA9-AEFB-D9123C04CF37}" destId="{088E5B5A-D9A4-49B9-B2FD-C81F44F036C4}" srcOrd="2" destOrd="0" presId="urn:microsoft.com/office/officeart/2018/2/layout/IconVerticalSolidList"/>
    <dgm:cxn modelId="{565C3CC9-EF33-4E07-BC80-692AF0DEB80F}" type="presParOf" srcId="{4EEE62D7-D317-4DA9-AEFB-D9123C04CF37}" destId="{DDD91F1A-3C4E-4BA1-B8DC-A3CF22F6D381}" srcOrd="3" destOrd="0" presId="urn:microsoft.com/office/officeart/2018/2/layout/IconVerticalSolidList"/>
    <dgm:cxn modelId="{1A588F9A-64E3-4FDC-ACBD-D815BE4BFDA9}" type="presParOf" srcId="{4EEE62D7-D317-4DA9-AEFB-D9123C04CF37}" destId="{BA3EB397-1F05-4DC5-B1A8-B36592E8800F}" srcOrd="4" destOrd="0" presId="urn:microsoft.com/office/officeart/2018/2/layout/IconVerticalSolidList"/>
    <dgm:cxn modelId="{78594AE9-D14B-440F-A1EF-A7C205D39BE4}" type="presParOf" srcId="{E5C01C6D-BADA-411B-BEDB-5DA641553194}" destId="{198D39C9-D7F1-43CA-9E14-8E03F11BB58B}" srcOrd="5" destOrd="0" presId="urn:microsoft.com/office/officeart/2018/2/layout/IconVerticalSolidList"/>
    <dgm:cxn modelId="{86E43F90-7C65-4414-9AF7-E62CB36DECFA}" type="presParOf" srcId="{E5C01C6D-BADA-411B-BEDB-5DA641553194}" destId="{5F7938CC-A546-49F5-8BCD-7D212AF37E70}" srcOrd="6" destOrd="0" presId="urn:microsoft.com/office/officeart/2018/2/layout/IconVerticalSolidList"/>
    <dgm:cxn modelId="{D6156C2C-0555-4D80-8103-992994A02398}" type="presParOf" srcId="{5F7938CC-A546-49F5-8BCD-7D212AF37E70}" destId="{3EFB6ED7-A677-4670-BF0F-64BDC3A316A8}" srcOrd="0" destOrd="0" presId="urn:microsoft.com/office/officeart/2018/2/layout/IconVerticalSolidList"/>
    <dgm:cxn modelId="{45707C59-D402-4086-A878-435A8B6CB793}" type="presParOf" srcId="{5F7938CC-A546-49F5-8BCD-7D212AF37E70}" destId="{0B11EE7E-BAAC-4FCA-91C0-B3057E3824A6}" srcOrd="1" destOrd="0" presId="urn:microsoft.com/office/officeart/2018/2/layout/IconVerticalSolidList"/>
    <dgm:cxn modelId="{508F05D8-2681-4AB6-B605-0E32E5C55F77}" type="presParOf" srcId="{5F7938CC-A546-49F5-8BCD-7D212AF37E70}" destId="{E2F697DB-591E-4068-8DF3-65D9767610D2}" srcOrd="2" destOrd="0" presId="urn:microsoft.com/office/officeart/2018/2/layout/IconVerticalSolidList"/>
    <dgm:cxn modelId="{CEDC06F3-1C1B-4763-BDB1-5A496AE39A66}" type="presParOf" srcId="{5F7938CC-A546-49F5-8BCD-7D212AF37E70}" destId="{66329BC3-FF54-4922-8B23-855A5A3BF1FA}" srcOrd="3" destOrd="0" presId="urn:microsoft.com/office/officeart/2018/2/layout/IconVerticalSolidList"/>
    <dgm:cxn modelId="{2A6AAF92-1C6D-4BBF-BD90-19898AD0EC14}" type="presParOf" srcId="{5F7938CC-A546-49F5-8BCD-7D212AF37E70}" destId="{BE2A9048-4D85-49ED-9597-A3752B5DF8DA}"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4E994C4-695A-4164-A68B-33E6425E9FC0}"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8B90DC0E-8637-48C8-8AF6-AC0EDC4D6C26}">
      <dgm:prSet/>
      <dgm:spPr/>
      <dgm:t>
        <a:bodyPr/>
        <a:lstStyle/>
        <a:p>
          <a:r>
            <a:rPr lang="en-US"/>
            <a:t>Focus on addressing presenting concern(s)</a:t>
          </a:r>
        </a:p>
      </dgm:t>
    </dgm:pt>
    <dgm:pt modelId="{6CE3E67C-AE74-4C7A-B9AE-881A4A42E881}" type="parTrans" cxnId="{22CC0870-34F5-45A5-B3C7-18374E74BC31}">
      <dgm:prSet/>
      <dgm:spPr/>
      <dgm:t>
        <a:bodyPr/>
        <a:lstStyle/>
        <a:p>
          <a:endParaRPr lang="en-US"/>
        </a:p>
      </dgm:t>
    </dgm:pt>
    <dgm:pt modelId="{5973EE4A-188B-43A0-885A-B78961583B69}" type="sibTrans" cxnId="{22CC0870-34F5-45A5-B3C7-18374E74BC31}">
      <dgm:prSet/>
      <dgm:spPr/>
      <dgm:t>
        <a:bodyPr/>
        <a:lstStyle/>
        <a:p>
          <a:endParaRPr lang="en-US"/>
        </a:p>
      </dgm:t>
    </dgm:pt>
    <dgm:pt modelId="{3180D324-54C7-4B81-9ACB-D00F430F6D77}">
      <dgm:prSet/>
      <dgm:spPr/>
      <dgm:t>
        <a:bodyPr/>
        <a:lstStyle/>
        <a:p>
          <a:r>
            <a:rPr lang="en-US"/>
            <a:t>Start with what the client came to treatment for and set aside other identified issues</a:t>
          </a:r>
        </a:p>
      </dgm:t>
    </dgm:pt>
    <dgm:pt modelId="{E48E9768-87C6-4BC8-A3A1-9329A213A852}" type="parTrans" cxnId="{FDE6F7D2-8362-4BE1-B4F1-675BD77895D5}">
      <dgm:prSet/>
      <dgm:spPr/>
      <dgm:t>
        <a:bodyPr/>
        <a:lstStyle/>
        <a:p>
          <a:endParaRPr lang="en-US"/>
        </a:p>
      </dgm:t>
    </dgm:pt>
    <dgm:pt modelId="{C5C99C9B-3179-40B5-A567-3F5EE09FD321}" type="sibTrans" cxnId="{FDE6F7D2-8362-4BE1-B4F1-675BD77895D5}">
      <dgm:prSet/>
      <dgm:spPr/>
      <dgm:t>
        <a:bodyPr/>
        <a:lstStyle/>
        <a:p>
          <a:endParaRPr lang="en-US"/>
        </a:p>
      </dgm:t>
    </dgm:pt>
    <dgm:pt modelId="{F4CBF774-D44C-47A7-BEC6-C2CC10A068F8}">
      <dgm:prSet/>
      <dgm:spPr/>
      <dgm:t>
        <a:bodyPr/>
        <a:lstStyle/>
        <a:p>
          <a:r>
            <a:rPr lang="en-US"/>
            <a:t>Focus on multiple problems will result in non-directed therapy</a:t>
          </a:r>
        </a:p>
      </dgm:t>
    </dgm:pt>
    <dgm:pt modelId="{E80F20DE-A113-44D4-8E71-468233205E6A}" type="parTrans" cxnId="{8A108C7B-09D5-40DD-834B-2F132888C1D1}">
      <dgm:prSet/>
      <dgm:spPr/>
      <dgm:t>
        <a:bodyPr/>
        <a:lstStyle/>
        <a:p>
          <a:endParaRPr lang="en-US"/>
        </a:p>
      </dgm:t>
    </dgm:pt>
    <dgm:pt modelId="{E1EA3B53-EAC3-4564-854A-2878ED0D2FC4}" type="sibTrans" cxnId="{8A108C7B-09D5-40DD-834B-2F132888C1D1}">
      <dgm:prSet/>
      <dgm:spPr/>
      <dgm:t>
        <a:bodyPr/>
        <a:lstStyle/>
        <a:p>
          <a:endParaRPr lang="en-US"/>
        </a:p>
      </dgm:t>
    </dgm:pt>
    <dgm:pt modelId="{986C611E-2F7A-448A-990E-D29E5DE4ED3C}">
      <dgm:prSet/>
      <dgm:spPr/>
      <dgm:t>
        <a:bodyPr/>
        <a:lstStyle/>
        <a:p>
          <a:r>
            <a:rPr lang="en-US"/>
            <a:t>Definition of problems</a:t>
          </a:r>
        </a:p>
      </dgm:t>
    </dgm:pt>
    <dgm:pt modelId="{40627229-E748-4506-B942-72151A1F1BF0}" type="parTrans" cxnId="{5BF3666E-A37E-485A-A42E-1E5BD6EC5A16}">
      <dgm:prSet/>
      <dgm:spPr/>
      <dgm:t>
        <a:bodyPr/>
        <a:lstStyle/>
        <a:p>
          <a:endParaRPr lang="en-US"/>
        </a:p>
      </dgm:t>
    </dgm:pt>
    <dgm:pt modelId="{2BD89011-9AA2-420F-A1E4-D00F4D53A2A6}" type="sibTrans" cxnId="{5BF3666E-A37E-485A-A42E-1E5BD6EC5A16}">
      <dgm:prSet/>
      <dgm:spPr/>
      <dgm:t>
        <a:bodyPr/>
        <a:lstStyle/>
        <a:p>
          <a:endParaRPr lang="en-US"/>
        </a:p>
      </dgm:t>
    </dgm:pt>
    <dgm:pt modelId="{EF173D76-36DD-4034-B029-F69050DB81D3}">
      <dgm:prSet/>
      <dgm:spPr/>
      <dgm:t>
        <a:bodyPr/>
        <a:lstStyle/>
        <a:p>
          <a:r>
            <a:rPr lang="en-US"/>
            <a:t>Define each problem identified</a:t>
          </a:r>
        </a:p>
      </dgm:t>
    </dgm:pt>
    <dgm:pt modelId="{101C7766-3C5C-4B6E-A8A0-55FD8A0D74A9}" type="parTrans" cxnId="{5740767E-1E58-4B46-91EB-B5DC6B899C5B}">
      <dgm:prSet/>
      <dgm:spPr/>
      <dgm:t>
        <a:bodyPr/>
        <a:lstStyle/>
        <a:p>
          <a:endParaRPr lang="en-US"/>
        </a:p>
      </dgm:t>
    </dgm:pt>
    <dgm:pt modelId="{C850BB22-CAB0-4252-B32C-5148D82E2BBE}" type="sibTrans" cxnId="{5740767E-1E58-4B46-91EB-B5DC6B899C5B}">
      <dgm:prSet/>
      <dgm:spPr/>
      <dgm:t>
        <a:bodyPr/>
        <a:lstStyle/>
        <a:p>
          <a:endParaRPr lang="en-US"/>
        </a:p>
      </dgm:t>
    </dgm:pt>
    <dgm:pt modelId="{3FFF30FC-5BD1-4E4A-8B2A-937D7493F992}">
      <dgm:prSet/>
      <dgm:spPr/>
      <dgm:t>
        <a:bodyPr/>
        <a:lstStyle/>
        <a:p>
          <a:r>
            <a:rPr lang="en-US"/>
            <a:t>Identify symptoms associated with diagnostic criteria</a:t>
          </a:r>
        </a:p>
      </dgm:t>
    </dgm:pt>
    <dgm:pt modelId="{894B734E-F04B-4A14-A04A-3B56F66A97B6}" type="parTrans" cxnId="{81E38FF6-6DF2-4C39-9929-6F8DA05C6730}">
      <dgm:prSet/>
      <dgm:spPr/>
      <dgm:t>
        <a:bodyPr/>
        <a:lstStyle/>
        <a:p>
          <a:endParaRPr lang="en-US"/>
        </a:p>
      </dgm:t>
    </dgm:pt>
    <dgm:pt modelId="{C0BD5353-C557-44B4-816F-F6A54876DEDF}" type="sibTrans" cxnId="{81E38FF6-6DF2-4C39-9929-6F8DA05C6730}">
      <dgm:prSet/>
      <dgm:spPr/>
      <dgm:t>
        <a:bodyPr/>
        <a:lstStyle/>
        <a:p>
          <a:endParaRPr lang="en-US"/>
        </a:p>
      </dgm:t>
    </dgm:pt>
    <dgm:pt modelId="{8BEC69B4-C009-48B6-916E-11BDDCA4F5DD}" type="pres">
      <dgm:prSet presAssocID="{54E994C4-695A-4164-A68B-33E6425E9FC0}" presName="Name0" presStyleCnt="0">
        <dgm:presLayoutVars>
          <dgm:dir/>
          <dgm:animLvl val="lvl"/>
          <dgm:resizeHandles val="exact"/>
        </dgm:presLayoutVars>
      </dgm:prSet>
      <dgm:spPr/>
    </dgm:pt>
    <dgm:pt modelId="{41F550DF-2744-425A-A25D-444E4F59E90C}" type="pres">
      <dgm:prSet presAssocID="{8B90DC0E-8637-48C8-8AF6-AC0EDC4D6C26}" presName="composite" presStyleCnt="0"/>
      <dgm:spPr/>
    </dgm:pt>
    <dgm:pt modelId="{88278441-9BC7-4E3E-902F-E3FCEF85D803}" type="pres">
      <dgm:prSet presAssocID="{8B90DC0E-8637-48C8-8AF6-AC0EDC4D6C26}" presName="parTx" presStyleLbl="alignNode1" presStyleIdx="0" presStyleCnt="2">
        <dgm:presLayoutVars>
          <dgm:chMax val="0"/>
          <dgm:chPref val="0"/>
          <dgm:bulletEnabled val="1"/>
        </dgm:presLayoutVars>
      </dgm:prSet>
      <dgm:spPr/>
    </dgm:pt>
    <dgm:pt modelId="{7F4161AF-8D53-442A-BE23-26161EF5608D}" type="pres">
      <dgm:prSet presAssocID="{8B90DC0E-8637-48C8-8AF6-AC0EDC4D6C26}" presName="desTx" presStyleLbl="alignAccFollowNode1" presStyleIdx="0" presStyleCnt="2">
        <dgm:presLayoutVars>
          <dgm:bulletEnabled val="1"/>
        </dgm:presLayoutVars>
      </dgm:prSet>
      <dgm:spPr/>
    </dgm:pt>
    <dgm:pt modelId="{81E3C62C-FB66-482C-9C7D-9C8DE09A81DC}" type="pres">
      <dgm:prSet presAssocID="{5973EE4A-188B-43A0-885A-B78961583B69}" presName="space" presStyleCnt="0"/>
      <dgm:spPr/>
    </dgm:pt>
    <dgm:pt modelId="{D355D3F5-EE98-4B51-A637-F7C592E544D3}" type="pres">
      <dgm:prSet presAssocID="{986C611E-2F7A-448A-990E-D29E5DE4ED3C}" presName="composite" presStyleCnt="0"/>
      <dgm:spPr/>
    </dgm:pt>
    <dgm:pt modelId="{946EA975-D605-46BF-91EF-B3E344E9F4C4}" type="pres">
      <dgm:prSet presAssocID="{986C611E-2F7A-448A-990E-D29E5DE4ED3C}" presName="parTx" presStyleLbl="alignNode1" presStyleIdx="1" presStyleCnt="2">
        <dgm:presLayoutVars>
          <dgm:chMax val="0"/>
          <dgm:chPref val="0"/>
          <dgm:bulletEnabled val="1"/>
        </dgm:presLayoutVars>
      </dgm:prSet>
      <dgm:spPr/>
    </dgm:pt>
    <dgm:pt modelId="{A1E7E8CD-DDDC-4402-A670-3ACFA3D88941}" type="pres">
      <dgm:prSet presAssocID="{986C611E-2F7A-448A-990E-D29E5DE4ED3C}" presName="desTx" presStyleLbl="alignAccFollowNode1" presStyleIdx="1" presStyleCnt="2">
        <dgm:presLayoutVars>
          <dgm:bulletEnabled val="1"/>
        </dgm:presLayoutVars>
      </dgm:prSet>
      <dgm:spPr/>
    </dgm:pt>
  </dgm:ptLst>
  <dgm:cxnLst>
    <dgm:cxn modelId="{4C9D5D0A-9F36-4F8A-BA6C-57877C477C21}" type="presOf" srcId="{986C611E-2F7A-448A-990E-D29E5DE4ED3C}" destId="{946EA975-D605-46BF-91EF-B3E344E9F4C4}" srcOrd="0" destOrd="0" presId="urn:microsoft.com/office/officeart/2005/8/layout/hList1"/>
    <dgm:cxn modelId="{75D6ED42-BB42-4EA4-BDF4-382BD5605D09}" type="presOf" srcId="{3180D324-54C7-4B81-9ACB-D00F430F6D77}" destId="{7F4161AF-8D53-442A-BE23-26161EF5608D}" srcOrd="0" destOrd="0" presId="urn:microsoft.com/office/officeart/2005/8/layout/hList1"/>
    <dgm:cxn modelId="{5BF3666E-A37E-485A-A42E-1E5BD6EC5A16}" srcId="{54E994C4-695A-4164-A68B-33E6425E9FC0}" destId="{986C611E-2F7A-448A-990E-D29E5DE4ED3C}" srcOrd="1" destOrd="0" parTransId="{40627229-E748-4506-B942-72151A1F1BF0}" sibTransId="{2BD89011-9AA2-420F-A1E4-D00F4D53A2A6}"/>
    <dgm:cxn modelId="{22CC0870-34F5-45A5-B3C7-18374E74BC31}" srcId="{54E994C4-695A-4164-A68B-33E6425E9FC0}" destId="{8B90DC0E-8637-48C8-8AF6-AC0EDC4D6C26}" srcOrd="0" destOrd="0" parTransId="{6CE3E67C-AE74-4C7A-B9AE-881A4A42E881}" sibTransId="{5973EE4A-188B-43A0-885A-B78961583B69}"/>
    <dgm:cxn modelId="{8A108C7B-09D5-40DD-834B-2F132888C1D1}" srcId="{3180D324-54C7-4B81-9ACB-D00F430F6D77}" destId="{F4CBF774-D44C-47A7-BEC6-C2CC10A068F8}" srcOrd="0" destOrd="0" parTransId="{E80F20DE-A113-44D4-8E71-468233205E6A}" sibTransId="{E1EA3B53-EAC3-4564-854A-2878ED0D2FC4}"/>
    <dgm:cxn modelId="{5740767E-1E58-4B46-91EB-B5DC6B899C5B}" srcId="{986C611E-2F7A-448A-990E-D29E5DE4ED3C}" destId="{EF173D76-36DD-4034-B029-F69050DB81D3}" srcOrd="0" destOrd="0" parTransId="{101C7766-3C5C-4B6E-A8A0-55FD8A0D74A9}" sibTransId="{C850BB22-CAB0-4252-B32C-5148D82E2BBE}"/>
    <dgm:cxn modelId="{A27F00A9-81B0-4C14-B211-9749A35F4757}" type="presOf" srcId="{3FFF30FC-5BD1-4E4A-8B2A-937D7493F992}" destId="{A1E7E8CD-DDDC-4402-A670-3ACFA3D88941}" srcOrd="0" destOrd="1" presId="urn:microsoft.com/office/officeart/2005/8/layout/hList1"/>
    <dgm:cxn modelId="{EBC7F8AA-BA0B-45D5-A55A-A6814A2264EB}" type="presOf" srcId="{F4CBF774-D44C-47A7-BEC6-C2CC10A068F8}" destId="{7F4161AF-8D53-442A-BE23-26161EF5608D}" srcOrd="0" destOrd="1" presId="urn:microsoft.com/office/officeart/2005/8/layout/hList1"/>
    <dgm:cxn modelId="{09A015B4-6F6B-48E4-B225-E429659CF14C}" type="presOf" srcId="{54E994C4-695A-4164-A68B-33E6425E9FC0}" destId="{8BEC69B4-C009-48B6-916E-11BDDCA4F5DD}" srcOrd="0" destOrd="0" presId="urn:microsoft.com/office/officeart/2005/8/layout/hList1"/>
    <dgm:cxn modelId="{46E2ACC7-B084-49C8-BB37-16BE662F7921}" type="presOf" srcId="{8B90DC0E-8637-48C8-8AF6-AC0EDC4D6C26}" destId="{88278441-9BC7-4E3E-902F-E3FCEF85D803}" srcOrd="0" destOrd="0" presId="urn:microsoft.com/office/officeart/2005/8/layout/hList1"/>
    <dgm:cxn modelId="{9F7EFFC8-3ABA-4D9F-9142-670D3CAF78D8}" type="presOf" srcId="{EF173D76-36DD-4034-B029-F69050DB81D3}" destId="{A1E7E8CD-DDDC-4402-A670-3ACFA3D88941}" srcOrd="0" destOrd="0" presId="urn:microsoft.com/office/officeart/2005/8/layout/hList1"/>
    <dgm:cxn modelId="{FDE6F7D2-8362-4BE1-B4F1-675BD77895D5}" srcId="{8B90DC0E-8637-48C8-8AF6-AC0EDC4D6C26}" destId="{3180D324-54C7-4B81-9ACB-D00F430F6D77}" srcOrd="0" destOrd="0" parTransId="{E48E9768-87C6-4BC8-A3A1-9329A213A852}" sibTransId="{C5C99C9B-3179-40B5-A567-3F5EE09FD321}"/>
    <dgm:cxn modelId="{81E38FF6-6DF2-4C39-9929-6F8DA05C6730}" srcId="{986C611E-2F7A-448A-990E-D29E5DE4ED3C}" destId="{3FFF30FC-5BD1-4E4A-8B2A-937D7493F992}" srcOrd="1" destOrd="0" parTransId="{894B734E-F04B-4A14-A04A-3B56F66A97B6}" sibTransId="{C0BD5353-C557-44B4-816F-F6A54876DEDF}"/>
    <dgm:cxn modelId="{3EE41AA9-7DB7-45E4-BF23-27205936E840}" type="presParOf" srcId="{8BEC69B4-C009-48B6-916E-11BDDCA4F5DD}" destId="{41F550DF-2744-425A-A25D-444E4F59E90C}" srcOrd="0" destOrd="0" presId="urn:microsoft.com/office/officeart/2005/8/layout/hList1"/>
    <dgm:cxn modelId="{2DA8671C-59EE-4A51-9650-20D6DE53A843}" type="presParOf" srcId="{41F550DF-2744-425A-A25D-444E4F59E90C}" destId="{88278441-9BC7-4E3E-902F-E3FCEF85D803}" srcOrd="0" destOrd="0" presId="urn:microsoft.com/office/officeart/2005/8/layout/hList1"/>
    <dgm:cxn modelId="{79D660A7-8980-4938-8D19-1E56573079EC}" type="presParOf" srcId="{41F550DF-2744-425A-A25D-444E4F59E90C}" destId="{7F4161AF-8D53-442A-BE23-26161EF5608D}" srcOrd="1" destOrd="0" presId="urn:microsoft.com/office/officeart/2005/8/layout/hList1"/>
    <dgm:cxn modelId="{C95EB67C-58B7-47DE-B218-1DBB6591ACF2}" type="presParOf" srcId="{8BEC69B4-C009-48B6-916E-11BDDCA4F5DD}" destId="{81E3C62C-FB66-482C-9C7D-9C8DE09A81DC}" srcOrd="1" destOrd="0" presId="urn:microsoft.com/office/officeart/2005/8/layout/hList1"/>
    <dgm:cxn modelId="{76B46765-E68D-4558-A038-FD3BE7A83DB8}" type="presParOf" srcId="{8BEC69B4-C009-48B6-916E-11BDDCA4F5DD}" destId="{D355D3F5-EE98-4B51-A637-F7C592E544D3}" srcOrd="2" destOrd="0" presId="urn:microsoft.com/office/officeart/2005/8/layout/hList1"/>
    <dgm:cxn modelId="{873F4FCC-52E3-428B-AD89-47F4C65CB660}" type="presParOf" srcId="{D355D3F5-EE98-4B51-A637-F7C592E544D3}" destId="{946EA975-D605-46BF-91EF-B3E344E9F4C4}" srcOrd="0" destOrd="0" presId="urn:microsoft.com/office/officeart/2005/8/layout/hList1"/>
    <dgm:cxn modelId="{4E6817A3-012A-46D3-AE03-6AE733AB3AE1}" type="presParOf" srcId="{D355D3F5-EE98-4B51-A637-F7C592E544D3}" destId="{A1E7E8CD-DDDC-4402-A670-3ACFA3D8894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466402-A7BA-4A07-9CAF-996CB14D370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6C5E954-B241-4EFB-9FCA-19404FCC85F8}">
      <dgm:prSet/>
      <dgm:spPr/>
      <dgm:t>
        <a:bodyPr/>
        <a:lstStyle/>
        <a:p>
          <a:r>
            <a:rPr lang="en-US"/>
            <a:t>Questions or concerns about treatment planning?</a:t>
          </a:r>
        </a:p>
      </dgm:t>
    </dgm:pt>
    <dgm:pt modelId="{21360FF5-F5C3-4AB0-82D5-50FDB0D6A57E}" type="parTrans" cxnId="{2650AEBA-8457-4382-9A08-A722C00759A5}">
      <dgm:prSet/>
      <dgm:spPr/>
      <dgm:t>
        <a:bodyPr/>
        <a:lstStyle/>
        <a:p>
          <a:endParaRPr lang="en-US"/>
        </a:p>
      </dgm:t>
    </dgm:pt>
    <dgm:pt modelId="{A53D863D-38FB-447E-B4D1-DB6F16BA158D}" type="sibTrans" cxnId="{2650AEBA-8457-4382-9A08-A722C00759A5}">
      <dgm:prSet/>
      <dgm:spPr/>
      <dgm:t>
        <a:bodyPr/>
        <a:lstStyle/>
        <a:p>
          <a:endParaRPr lang="en-US"/>
        </a:p>
      </dgm:t>
    </dgm:pt>
    <dgm:pt modelId="{FECA2F39-ACB8-45F2-A79D-A2C609B10455}">
      <dgm:prSet/>
      <dgm:spPr/>
      <dgm:t>
        <a:bodyPr/>
        <a:lstStyle/>
        <a:p>
          <a:r>
            <a:rPr lang="en-US"/>
            <a:t>How does your experience and theoretical orientation shape your treatment planning?</a:t>
          </a:r>
        </a:p>
      </dgm:t>
    </dgm:pt>
    <dgm:pt modelId="{32215832-5513-4A16-B40A-1D7D8DC9F2A6}" type="parTrans" cxnId="{C1765FF3-E99C-4BB1-9213-A512B30C703A}">
      <dgm:prSet/>
      <dgm:spPr/>
      <dgm:t>
        <a:bodyPr/>
        <a:lstStyle/>
        <a:p>
          <a:endParaRPr lang="en-US"/>
        </a:p>
      </dgm:t>
    </dgm:pt>
    <dgm:pt modelId="{97059926-6E98-4A81-A2EB-66456129DBCD}" type="sibTrans" cxnId="{C1765FF3-E99C-4BB1-9213-A512B30C703A}">
      <dgm:prSet/>
      <dgm:spPr/>
      <dgm:t>
        <a:bodyPr/>
        <a:lstStyle/>
        <a:p>
          <a:endParaRPr lang="en-US"/>
        </a:p>
      </dgm:t>
    </dgm:pt>
    <dgm:pt modelId="{9AB1838E-6A26-4190-8B2A-ADD98F58DFAD}" type="pres">
      <dgm:prSet presAssocID="{20466402-A7BA-4A07-9CAF-996CB14D370F}" presName="root" presStyleCnt="0">
        <dgm:presLayoutVars>
          <dgm:dir/>
          <dgm:resizeHandles val="exact"/>
        </dgm:presLayoutVars>
      </dgm:prSet>
      <dgm:spPr/>
    </dgm:pt>
    <dgm:pt modelId="{D1D4E492-4665-4C37-AE5F-FB3104AEA0F0}" type="pres">
      <dgm:prSet presAssocID="{66C5E954-B241-4EFB-9FCA-19404FCC85F8}" presName="compNode" presStyleCnt="0"/>
      <dgm:spPr/>
    </dgm:pt>
    <dgm:pt modelId="{7142C6CB-FA05-475D-ADA6-A5E4F78121DA}" type="pres">
      <dgm:prSet presAssocID="{66C5E954-B241-4EFB-9FCA-19404FCC85F8}" presName="bgRect" presStyleLbl="bgShp" presStyleIdx="0" presStyleCnt="2"/>
      <dgm:spPr/>
    </dgm:pt>
    <dgm:pt modelId="{59897FE6-3E6E-4C99-B402-65DE13855B22}" type="pres">
      <dgm:prSet presAssocID="{66C5E954-B241-4EFB-9FCA-19404FCC85F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58D07B58-1FEE-49A8-B003-6D75246A8852}" type="pres">
      <dgm:prSet presAssocID="{66C5E954-B241-4EFB-9FCA-19404FCC85F8}" presName="spaceRect" presStyleCnt="0"/>
      <dgm:spPr/>
    </dgm:pt>
    <dgm:pt modelId="{80F21D4E-C465-4633-89D7-53906AC40629}" type="pres">
      <dgm:prSet presAssocID="{66C5E954-B241-4EFB-9FCA-19404FCC85F8}" presName="parTx" presStyleLbl="revTx" presStyleIdx="0" presStyleCnt="2">
        <dgm:presLayoutVars>
          <dgm:chMax val="0"/>
          <dgm:chPref val="0"/>
        </dgm:presLayoutVars>
      </dgm:prSet>
      <dgm:spPr/>
    </dgm:pt>
    <dgm:pt modelId="{0CC764F8-D90C-4FE2-BBF9-97EE74AB6507}" type="pres">
      <dgm:prSet presAssocID="{A53D863D-38FB-447E-B4D1-DB6F16BA158D}" presName="sibTrans" presStyleCnt="0"/>
      <dgm:spPr/>
    </dgm:pt>
    <dgm:pt modelId="{39A34B63-4E57-4EBB-87D4-7D919886E5A6}" type="pres">
      <dgm:prSet presAssocID="{FECA2F39-ACB8-45F2-A79D-A2C609B10455}" presName="compNode" presStyleCnt="0"/>
      <dgm:spPr/>
    </dgm:pt>
    <dgm:pt modelId="{7F97E597-32F9-48F1-9130-F0A21F2EE3BF}" type="pres">
      <dgm:prSet presAssocID="{FECA2F39-ACB8-45F2-A79D-A2C609B10455}" presName="bgRect" presStyleLbl="bgShp" presStyleIdx="1" presStyleCnt="2"/>
      <dgm:spPr/>
    </dgm:pt>
    <dgm:pt modelId="{B72B0F81-36FC-4CA2-BC0D-A62EC059DA53}" type="pres">
      <dgm:prSet presAssocID="{FECA2F39-ACB8-45F2-A79D-A2C609B1045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B82C1B56-5B66-47C1-AE75-CC2996982DC0}" type="pres">
      <dgm:prSet presAssocID="{FECA2F39-ACB8-45F2-A79D-A2C609B10455}" presName="spaceRect" presStyleCnt="0"/>
      <dgm:spPr/>
    </dgm:pt>
    <dgm:pt modelId="{A9D7C5D7-B5C2-426E-B1DA-DD069D730685}" type="pres">
      <dgm:prSet presAssocID="{FECA2F39-ACB8-45F2-A79D-A2C609B10455}" presName="parTx" presStyleLbl="revTx" presStyleIdx="1" presStyleCnt="2">
        <dgm:presLayoutVars>
          <dgm:chMax val="0"/>
          <dgm:chPref val="0"/>
        </dgm:presLayoutVars>
      </dgm:prSet>
      <dgm:spPr/>
    </dgm:pt>
  </dgm:ptLst>
  <dgm:cxnLst>
    <dgm:cxn modelId="{0E60ED66-C580-46C3-8460-AA0CB7D16B8C}" type="presOf" srcId="{20466402-A7BA-4A07-9CAF-996CB14D370F}" destId="{9AB1838E-6A26-4190-8B2A-ADD98F58DFAD}" srcOrd="0" destOrd="0" presId="urn:microsoft.com/office/officeart/2018/2/layout/IconVerticalSolidList"/>
    <dgm:cxn modelId="{7A67E888-2C57-49EC-9E3B-0933F5FA0830}" type="presOf" srcId="{FECA2F39-ACB8-45F2-A79D-A2C609B10455}" destId="{A9D7C5D7-B5C2-426E-B1DA-DD069D730685}" srcOrd="0" destOrd="0" presId="urn:microsoft.com/office/officeart/2018/2/layout/IconVerticalSolidList"/>
    <dgm:cxn modelId="{2650AEBA-8457-4382-9A08-A722C00759A5}" srcId="{20466402-A7BA-4A07-9CAF-996CB14D370F}" destId="{66C5E954-B241-4EFB-9FCA-19404FCC85F8}" srcOrd="0" destOrd="0" parTransId="{21360FF5-F5C3-4AB0-82D5-50FDB0D6A57E}" sibTransId="{A53D863D-38FB-447E-B4D1-DB6F16BA158D}"/>
    <dgm:cxn modelId="{C1765FF3-E99C-4BB1-9213-A512B30C703A}" srcId="{20466402-A7BA-4A07-9CAF-996CB14D370F}" destId="{FECA2F39-ACB8-45F2-A79D-A2C609B10455}" srcOrd="1" destOrd="0" parTransId="{32215832-5513-4A16-B40A-1D7D8DC9F2A6}" sibTransId="{97059926-6E98-4A81-A2EB-66456129DBCD}"/>
    <dgm:cxn modelId="{25B0D6FA-A434-4D55-867A-3F32FD70D13A}" type="presOf" srcId="{66C5E954-B241-4EFB-9FCA-19404FCC85F8}" destId="{80F21D4E-C465-4633-89D7-53906AC40629}" srcOrd="0" destOrd="0" presId="urn:microsoft.com/office/officeart/2018/2/layout/IconVerticalSolidList"/>
    <dgm:cxn modelId="{8BB9E831-C476-485A-AECA-65865B4AACD7}" type="presParOf" srcId="{9AB1838E-6A26-4190-8B2A-ADD98F58DFAD}" destId="{D1D4E492-4665-4C37-AE5F-FB3104AEA0F0}" srcOrd="0" destOrd="0" presId="urn:microsoft.com/office/officeart/2018/2/layout/IconVerticalSolidList"/>
    <dgm:cxn modelId="{93FFFF24-EEB7-42B8-90E1-E1A6890B08F1}" type="presParOf" srcId="{D1D4E492-4665-4C37-AE5F-FB3104AEA0F0}" destId="{7142C6CB-FA05-475D-ADA6-A5E4F78121DA}" srcOrd="0" destOrd="0" presId="urn:microsoft.com/office/officeart/2018/2/layout/IconVerticalSolidList"/>
    <dgm:cxn modelId="{7D66B3EB-FC43-4F7C-9908-1CB819DBF34A}" type="presParOf" srcId="{D1D4E492-4665-4C37-AE5F-FB3104AEA0F0}" destId="{59897FE6-3E6E-4C99-B402-65DE13855B22}" srcOrd="1" destOrd="0" presId="urn:microsoft.com/office/officeart/2018/2/layout/IconVerticalSolidList"/>
    <dgm:cxn modelId="{A1C82E32-A4D2-4FFA-8965-E9B76F825C98}" type="presParOf" srcId="{D1D4E492-4665-4C37-AE5F-FB3104AEA0F0}" destId="{58D07B58-1FEE-49A8-B003-6D75246A8852}" srcOrd="2" destOrd="0" presId="urn:microsoft.com/office/officeart/2018/2/layout/IconVerticalSolidList"/>
    <dgm:cxn modelId="{4686658C-EC51-4591-849E-75EECC4B3135}" type="presParOf" srcId="{D1D4E492-4665-4C37-AE5F-FB3104AEA0F0}" destId="{80F21D4E-C465-4633-89D7-53906AC40629}" srcOrd="3" destOrd="0" presId="urn:microsoft.com/office/officeart/2018/2/layout/IconVerticalSolidList"/>
    <dgm:cxn modelId="{46B0E9A5-1E68-48DF-9495-64F77F8D6722}" type="presParOf" srcId="{9AB1838E-6A26-4190-8B2A-ADD98F58DFAD}" destId="{0CC764F8-D90C-4FE2-BBF9-97EE74AB6507}" srcOrd="1" destOrd="0" presId="urn:microsoft.com/office/officeart/2018/2/layout/IconVerticalSolidList"/>
    <dgm:cxn modelId="{73D3DFEA-DF50-4457-BDAF-8C74958418DA}" type="presParOf" srcId="{9AB1838E-6A26-4190-8B2A-ADD98F58DFAD}" destId="{39A34B63-4E57-4EBB-87D4-7D919886E5A6}" srcOrd="2" destOrd="0" presId="urn:microsoft.com/office/officeart/2018/2/layout/IconVerticalSolidList"/>
    <dgm:cxn modelId="{02083317-0A5B-45C1-8A4C-F8D421DEE439}" type="presParOf" srcId="{39A34B63-4E57-4EBB-87D4-7D919886E5A6}" destId="{7F97E597-32F9-48F1-9130-F0A21F2EE3BF}" srcOrd="0" destOrd="0" presId="urn:microsoft.com/office/officeart/2018/2/layout/IconVerticalSolidList"/>
    <dgm:cxn modelId="{F14207CB-0EF8-4C0B-97DD-1514393C3037}" type="presParOf" srcId="{39A34B63-4E57-4EBB-87D4-7D919886E5A6}" destId="{B72B0F81-36FC-4CA2-BC0D-A62EC059DA53}" srcOrd="1" destOrd="0" presId="urn:microsoft.com/office/officeart/2018/2/layout/IconVerticalSolidList"/>
    <dgm:cxn modelId="{E3FA1B2C-D723-4410-80BB-8FFE95B83650}" type="presParOf" srcId="{39A34B63-4E57-4EBB-87D4-7D919886E5A6}" destId="{B82C1B56-5B66-47C1-AE75-CC2996982DC0}" srcOrd="2" destOrd="0" presId="urn:microsoft.com/office/officeart/2018/2/layout/IconVerticalSolidList"/>
    <dgm:cxn modelId="{95BC30C6-462D-4157-9A6D-F475E2F075BE}" type="presParOf" srcId="{39A34B63-4E57-4EBB-87D4-7D919886E5A6}" destId="{A9D7C5D7-B5C2-426E-B1DA-DD069D73068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3DEA178-0F83-4302-BDDE-FE770B2614F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982D5F5-4311-4DCA-AB75-A564936039F8}">
      <dgm:prSet/>
      <dgm:spPr/>
      <dgm:t>
        <a:bodyPr/>
        <a:lstStyle/>
        <a:p>
          <a:r>
            <a:rPr lang="en-US"/>
            <a:t>Manic episode required</a:t>
          </a:r>
        </a:p>
      </dgm:t>
    </dgm:pt>
    <dgm:pt modelId="{9C0C7595-874D-4A3B-82BD-99A26262E2D6}" type="parTrans" cxnId="{6EFF2AD6-0236-464F-90AD-11BA4D8BD8D3}">
      <dgm:prSet/>
      <dgm:spPr/>
      <dgm:t>
        <a:bodyPr/>
        <a:lstStyle/>
        <a:p>
          <a:endParaRPr lang="en-US"/>
        </a:p>
      </dgm:t>
    </dgm:pt>
    <dgm:pt modelId="{509DC4C3-FA32-44B6-8888-24AD21B9AC27}" type="sibTrans" cxnId="{6EFF2AD6-0236-464F-90AD-11BA4D8BD8D3}">
      <dgm:prSet/>
      <dgm:spPr/>
      <dgm:t>
        <a:bodyPr/>
        <a:lstStyle/>
        <a:p>
          <a:endParaRPr lang="en-US"/>
        </a:p>
      </dgm:t>
    </dgm:pt>
    <dgm:pt modelId="{B783F4E4-F450-4023-82E3-17992D3BEEB5}">
      <dgm:prSet/>
      <dgm:spPr/>
      <dgm:t>
        <a:bodyPr/>
        <a:lstStyle/>
        <a:p>
          <a:r>
            <a:rPr lang="en-US"/>
            <a:t>Persistent elevated mood, can include irritability</a:t>
          </a:r>
        </a:p>
      </dgm:t>
    </dgm:pt>
    <dgm:pt modelId="{0D32A01D-CA54-44FB-AD7B-EE0A34B9D62C}" type="parTrans" cxnId="{38DF24E7-4493-4CB6-BD39-082A15317C6E}">
      <dgm:prSet/>
      <dgm:spPr/>
      <dgm:t>
        <a:bodyPr/>
        <a:lstStyle/>
        <a:p>
          <a:endParaRPr lang="en-US"/>
        </a:p>
      </dgm:t>
    </dgm:pt>
    <dgm:pt modelId="{E2E57070-C2F8-41BA-92FD-6282EC10567A}" type="sibTrans" cxnId="{38DF24E7-4493-4CB6-BD39-082A15317C6E}">
      <dgm:prSet/>
      <dgm:spPr/>
      <dgm:t>
        <a:bodyPr/>
        <a:lstStyle/>
        <a:p>
          <a:endParaRPr lang="en-US"/>
        </a:p>
      </dgm:t>
    </dgm:pt>
    <dgm:pt modelId="{52A55F42-AA68-472E-B3F3-88E2EB55B301}">
      <dgm:prSet/>
      <dgm:spPr/>
      <dgm:t>
        <a:bodyPr/>
        <a:lstStyle/>
        <a:p>
          <a:r>
            <a:rPr lang="en-US"/>
            <a:t>High energy most of the day  for at least 1 week </a:t>
          </a:r>
        </a:p>
      </dgm:t>
    </dgm:pt>
    <dgm:pt modelId="{20F8B77E-8118-4470-9770-0DEB47D2307A}" type="parTrans" cxnId="{58EA1BF1-0B35-490E-9948-217254522D29}">
      <dgm:prSet/>
      <dgm:spPr/>
      <dgm:t>
        <a:bodyPr/>
        <a:lstStyle/>
        <a:p>
          <a:endParaRPr lang="en-US"/>
        </a:p>
      </dgm:t>
    </dgm:pt>
    <dgm:pt modelId="{7E3659A2-7021-408D-AFAE-BC9B3D546008}" type="sibTrans" cxnId="{58EA1BF1-0B35-490E-9948-217254522D29}">
      <dgm:prSet/>
      <dgm:spPr/>
      <dgm:t>
        <a:bodyPr/>
        <a:lstStyle/>
        <a:p>
          <a:endParaRPr lang="en-US"/>
        </a:p>
      </dgm:t>
    </dgm:pt>
    <dgm:pt modelId="{71448537-23A5-4F4D-8136-1CA62448CF8A}">
      <dgm:prSet/>
      <dgm:spPr/>
      <dgm:t>
        <a:bodyPr/>
        <a:lstStyle/>
        <a:p>
          <a:r>
            <a:rPr lang="en-US"/>
            <a:t>Grandiosity, pressured speech, racing thoughts,  inattention, goal directed</a:t>
          </a:r>
        </a:p>
      </dgm:t>
    </dgm:pt>
    <dgm:pt modelId="{6EC04E89-512C-4B08-B2F5-487546555BD9}" type="parTrans" cxnId="{B2610860-65DC-441F-82DA-8BA62BA88B52}">
      <dgm:prSet/>
      <dgm:spPr/>
      <dgm:t>
        <a:bodyPr/>
        <a:lstStyle/>
        <a:p>
          <a:endParaRPr lang="en-US"/>
        </a:p>
      </dgm:t>
    </dgm:pt>
    <dgm:pt modelId="{2035F6D5-D189-4612-97D7-30B2009CDEFD}" type="sibTrans" cxnId="{B2610860-65DC-441F-82DA-8BA62BA88B52}">
      <dgm:prSet/>
      <dgm:spPr/>
      <dgm:t>
        <a:bodyPr/>
        <a:lstStyle/>
        <a:p>
          <a:endParaRPr lang="en-US"/>
        </a:p>
      </dgm:t>
    </dgm:pt>
    <dgm:pt modelId="{3CB2494D-B727-4B99-AFB9-BF43E3CAB7C6}">
      <dgm:prSet/>
      <dgm:spPr/>
      <dgm:t>
        <a:bodyPr/>
        <a:lstStyle/>
        <a:p>
          <a:r>
            <a:rPr lang="en-US"/>
            <a:t>Risk taking, hyper sexuality</a:t>
          </a:r>
        </a:p>
      </dgm:t>
    </dgm:pt>
    <dgm:pt modelId="{D553B688-5DAF-4EEC-B009-77F23B709426}" type="parTrans" cxnId="{2B731CB0-9242-4F6F-BC15-FCD747978E75}">
      <dgm:prSet/>
      <dgm:spPr/>
      <dgm:t>
        <a:bodyPr/>
        <a:lstStyle/>
        <a:p>
          <a:endParaRPr lang="en-US"/>
        </a:p>
      </dgm:t>
    </dgm:pt>
    <dgm:pt modelId="{78E26FF7-7265-4712-BB12-A9F6FDDC8163}" type="sibTrans" cxnId="{2B731CB0-9242-4F6F-BC15-FCD747978E75}">
      <dgm:prSet/>
      <dgm:spPr/>
      <dgm:t>
        <a:bodyPr/>
        <a:lstStyle/>
        <a:p>
          <a:endParaRPr lang="en-US"/>
        </a:p>
      </dgm:t>
    </dgm:pt>
    <dgm:pt modelId="{C2A88A5B-A6E4-474B-92D2-CD00734EEDA8}">
      <dgm:prSet/>
      <dgm:spPr/>
      <dgm:t>
        <a:bodyPr/>
        <a:lstStyle/>
        <a:p>
          <a:r>
            <a:rPr lang="en-US"/>
            <a:t>Followed by hypomanic or depression </a:t>
          </a:r>
        </a:p>
      </dgm:t>
    </dgm:pt>
    <dgm:pt modelId="{6397FAD5-2B98-4329-85C1-E5808926DE79}" type="parTrans" cxnId="{1D3AC3CA-6D6E-4E3E-8758-67F82A86B3DD}">
      <dgm:prSet/>
      <dgm:spPr/>
      <dgm:t>
        <a:bodyPr/>
        <a:lstStyle/>
        <a:p>
          <a:endParaRPr lang="en-US"/>
        </a:p>
      </dgm:t>
    </dgm:pt>
    <dgm:pt modelId="{7A7EECE4-8E03-4AB8-BE2F-4713A468A2AA}" type="sibTrans" cxnId="{1D3AC3CA-6D6E-4E3E-8758-67F82A86B3DD}">
      <dgm:prSet/>
      <dgm:spPr/>
      <dgm:t>
        <a:bodyPr/>
        <a:lstStyle/>
        <a:p>
          <a:endParaRPr lang="en-US"/>
        </a:p>
      </dgm:t>
    </dgm:pt>
    <dgm:pt modelId="{0A5FBB49-546A-472A-A097-5297223B7F25}">
      <dgm:prSet/>
      <dgm:spPr/>
      <dgm:t>
        <a:bodyPr/>
        <a:lstStyle/>
        <a:p>
          <a:r>
            <a:rPr lang="en-US"/>
            <a:t>Hypomanic 4 days of symptoms, change from typical behavior, severity does not cause significant impairment. </a:t>
          </a:r>
        </a:p>
      </dgm:t>
    </dgm:pt>
    <dgm:pt modelId="{3F5FBA91-1BB0-4FE7-BF73-661EF17D8DCA}" type="parTrans" cxnId="{806C3110-8FED-426C-99E2-48314DF2F68A}">
      <dgm:prSet/>
      <dgm:spPr/>
      <dgm:t>
        <a:bodyPr/>
        <a:lstStyle/>
        <a:p>
          <a:endParaRPr lang="en-US"/>
        </a:p>
      </dgm:t>
    </dgm:pt>
    <dgm:pt modelId="{02D1CD29-9A02-42FC-9147-78DD5CF66612}" type="sibTrans" cxnId="{806C3110-8FED-426C-99E2-48314DF2F68A}">
      <dgm:prSet/>
      <dgm:spPr/>
      <dgm:t>
        <a:bodyPr/>
        <a:lstStyle/>
        <a:p>
          <a:endParaRPr lang="en-US"/>
        </a:p>
      </dgm:t>
    </dgm:pt>
    <dgm:pt modelId="{EC0F01C4-5648-415D-A194-F33941AD36AF}">
      <dgm:prSet/>
      <dgm:spPr/>
      <dgm:t>
        <a:bodyPr/>
        <a:lstStyle/>
        <a:p>
          <a:r>
            <a:rPr lang="en-US"/>
            <a:t>Specifiers- Severity, Psychotic Features, Remission</a:t>
          </a:r>
        </a:p>
      </dgm:t>
    </dgm:pt>
    <dgm:pt modelId="{A8C5085C-0006-4461-B90D-C67CCCCE7CF6}" type="parTrans" cxnId="{61138F76-7089-4F13-8963-4542357FFE53}">
      <dgm:prSet/>
      <dgm:spPr/>
      <dgm:t>
        <a:bodyPr/>
        <a:lstStyle/>
        <a:p>
          <a:endParaRPr lang="en-US"/>
        </a:p>
      </dgm:t>
    </dgm:pt>
    <dgm:pt modelId="{3B44B5C6-33B7-4F9F-B834-4029D4E21CE6}" type="sibTrans" cxnId="{61138F76-7089-4F13-8963-4542357FFE53}">
      <dgm:prSet/>
      <dgm:spPr/>
      <dgm:t>
        <a:bodyPr/>
        <a:lstStyle/>
        <a:p>
          <a:endParaRPr lang="en-US"/>
        </a:p>
      </dgm:t>
    </dgm:pt>
    <dgm:pt modelId="{B21EB3EA-C3E6-4FE3-A1D2-3EC93A8CC790}">
      <dgm:prSet/>
      <dgm:spPr/>
      <dgm:t>
        <a:bodyPr/>
        <a:lstStyle/>
        <a:p>
          <a:r>
            <a:rPr lang="en-US"/>
            <a:t>Code by current or recent episode</a:t>
          </a:r>
        </a:p>
      </dgm:t>
    </dgm:pt>
    <dgm:pt modelId="{F857F0C6-359C-43AF-B137-44646772AEA5}" type="parTrans" cxnId="{34FD0BE1-8197-4C65-8513-3A1DF4B03E35}">
      <dgm:prSet/>
      <dgm:spPr/>
      <dgm:t>
        <a:bodyPr/>
        <a:lstStyle/>
        <a:p>
          <a:endParaRPr lang="en-US"/>
        </a:p>
      </dgm:t>
    </dgm:pt>
    <dgm:pt modelId="{6D3D1C47-1887-4A7D-88C0-D4561762C853}" type="sibTrans" cxnId="{34FD0BE1-8197-4C65-8513-3A1DF4B03E35}">
      <dgm:prSet/>
      <dgm:spPr/>
      <dgm:t>
        <a:bodyPr/>
        <a:lstStyle/>
        <a:p>
          <a:endParaRPr lang="en-US"/>
        </a:p>
      </dgm:t>
    </dgm:pt>
    <dgm:pt modelId="{4E8F07A5-8D14-4CF5-A289-02082F19F918}" type="pres">
      <dgm:prSet presAssocID="{93DEA178-0F83-4302-BDDE-FE770B2614F3}" presName="linear" presStyleCnt="0">
        <dgm:presLayoutVars>
          <dgm:animLvl val="lvl"/>
          <dgm:resizeHandles val="exact"/>
        </dgm:presLayoutVars>
      </dgm:prSet>
      <dgm:spPr/>
    </dgm:pt>
    <dgm:pt modelId="{B5A4FA87-E397-4948-976D-6B8E5913B8B8}" type="pres">
      <dgm:prSet presAssocID="{8982D5F5-4311-4DCA-AB75-A564936039F8}" presName="parentText" presStyleLbl="node1" presStyleIdx="0" presStyleCnt="3">
        <dgm:presLayoutVars>
          <dgm:chMax val="0"/>
          <dgm:bulletEnabled val="1"/>
        </dgm:presLayoutVars>
      </dgm:prSet>
      <dgm:spPr/>
    </dgm:pt>
    <dgm:pt modelId="{D39A1AF2-D2CA-40F6-867C-92B881EDE1DC}" type="pres">
      <dgm:prSet presAssocID="{8982D5F5-4311-4DCA-AB75-A564936039F8}" presName="childText" presStyleLbl="revTx" presStyleIdx="0" presStyleCnt="1">
        <dgm:presLayoutVars>
          <dgm:bulletEnabled val="1"/>
        </dgm:presLayoutVars>
      </dgm:prSet>
      <dgm:spPr/>
    </dgm:pt>
    <dgm:pt modelId="{C7AC6601-691D-4855-809B-03A62572C6DD}" type="pres">
      <dgm:prSet presAssocID="{EC0F01C4-5648-415D-A194-F33941AD36AF}" presName="parentText" presStyleLbl="node1" presStyleIdx="1" presStyleCnt="3">
        <dgm:presLayoutVars>
          <dgm:chMax val="0"/>
          <dgm:bulletEnabled val="1"/>
        </dgm:presLayoutVars>
      </dgm:prSet>
      <dgm:spPr/>
    </dgm:pt>
    <dgm:pt modelId="{220764F9-AE39-47B0-AE32-480939CC4F32}" type="pres">
      <dgm:prSet presAssocID="{3B44B5C6-33B7-4F9F-B834-4029D4E21CE6}" presName="spacer" presStyleCnt="0"/>
      <dgm:spPr/>
    </dgm:pt>
    <dgm:pt modelId="{25C6B20C-6E70-4107-B3B4-21C54672C2A8}" type="pres">
      <dgm:prSet presAssocID="{B21EB3EA-C3E6-4FE3-A1D2-3EC93A8CC790}" presName="parentText" presStyleLbl="node1" presStyleIdx="2" presStyleCnt="3">
        <dgm:presLayoutVars>
          <dgm:chMax val="0"/>
          <dgm:bulletEnabled val="1"/>
        </dgm:presLayoutVars>
      </dgm:prSet>
      <dgm:spPr/>
    </dgm:pt>
  </dgm:ptLst>
  <dgm:cxnLst>
    <dgm:cxn modelId="{806C3110-8FED-426C-99E2-48314DF2F68A}" srcId="{C2A88A5B-A6E4-474B-92D2-CD00734EEDA8}" destId="{0A5FBB49-546A-472A-A097-5297223B7F25}" srcOrd="0" destOrd="0" parTransId="{3F5FBA91-1BB0-4FE7-BF73-661EF17D8DCA}" sibTransId="{02D1CD29-9A02-42FC-9147-78DD5CF66612}"/>
    <dgm:cxn modelId="{75E5EA22-CED2-4392-BB98-D337391C5B55}" type="presOf" srcId="{71448537-23A5-4F4D-8136-1CA62448CF8A}" destId="{D39A1AF2-D2CA-40F6-867C-92B881EDE1DC}" srcOrd="0" destOrd="2" presId="urn:microsoft.com/office/officeart/2005/8/layout/vList2"/>
    <dgm:cxn modelId="{E7C0172F-92C5-4BF2-AC4A-97461ABEF885}" type="presOf" srcId="{B21EB3EA-C3E6-4FE3-A1D2-3EC93A8CC790}" destId="{25C6B20C-6E70-4107-B3B4-21C54672C2A8}" srcOrd="0" destOrd="0" presId="urn:microsoft.com/office/officeart/2005/8/layout/vList2"/>
    <dgm:cxn modelId="{1F8F733D-C9F1-4261-9502-11A66D3E33E9}" type="presOf" srcId="{3CB2494D-B727-4B99-AFB9-BF43E3CAB7C6}" destId="{D39A1AF2-D2CA-40F6-867C-92B881EDE1DC}" srcOrd="0" destOrd="3" presId="urn:microsoft.com/office/officeart/2005/8/layout/vList2"/>
    <dgm:cxn modelId="{B2610860-65DC-441F-82DA-8BA62BA88B52}" srcId="{52A55F42-AA68-472E-B3F3-88E2EB55B301}" destId="{71448537-23A5-4F4D-8136-1CA62448CF8A}" srcOrd="0" destOrd="0" parTransId="{6EC04E89-512C-4B08-B2F5-487546555BD9}" sibTransId="{2035F6D5-D189-4612-97D7-30B2009CDEFD}"/>
    <dgm:cxn modelId="{51AA5D6C-B175-4C6B-9795-6A259F5B93B1}" type="presOf" srcId="{C2A88A5B-A6E4-474B-92D2-CD00734EEDA8}" destId="{D39A1AF2-D2CA-40F6-867C-92B881EDE1DC}" srcOrd="0" destOrd="4" presId="urn:microsoft.com/office/officeart/2005/8/layout/vList2"/>
    <dgm:cxn modelId="{A618D470-975A-478D-91D8-97B624566158}" type="presOf" srcId="{8982D5F5-4311-4DCA-AB75-A564936039F8}" destId="{B5A4FA87-E397-4948-976D-6B8E5913B8B8}" srcOrd="0" destOrd="0" presId="urn:microsoft.com/office/officeart/2005/8/layout/vList2"/>
    <dgm:cxn modelId="{61138F76-7089-4F13-8963-4542357FFE53}" srcId="{93DEA178-0F83-4302-BDDE-FE770B2614F3}" destId="{EC0F01C4-5648-415D-A194-F33941AD36AF}" srcOrd="1" destOrd="0" parTransId="{A8C5085C-0006-4461-B90D-C67CCCCE7CF6}" sibTransId="{3B44B5C6-33B7-4F9F-B834-4029D4E21CE6}"/>
    <dgm:cxn modelId="{E493F257-3B2C-45B1-9955-A340F434D30F}" type="presOf" srcId="{EC0F01C4-5648-415D-A194-F33941AD36AF}" destId="{C7AC6601-691D-4855-809B-03A62572C6DD}" srcOrd="0" destOrd="0" presId="urn:microsoft.com/office/officeart/2005/8/layout/vList2"/>
    <dgm:cxn modelId="{2F2E6779-0C65-4DC1-9BEF-7DDC6C350E93}" type="presOf" srcId="{B783F4E4-F450-4023-82E3-17992D3BEEB5}" destId="{D39A1AF2-D2CA-40F6-867C-92B881EDE1DC}" srcOrd="0" destOrd="0" presId="urn:microsoft.com/office/officeart/2005/8/layout/vList2"/>
    <dgm:cxn modelId="{399DC5A7-74E2-4862-9E83-3BBB1E60EA67}" type="presOf" srcId="{52A55F42-AA68-472E-B3F3-88E2EB55B301}" destId="{D39A1AF2-D2CA-40F6-867C-92B881EDE1DC}" srcOrd="0" destOrd="1" presId="urn:microsoft.com/office/officeart/2005/8/layout/vList2"/>
    <dgm:cxn modelId="{2B731CB0-9242-4F6F-BC15-FCD747978E75}" srcId="{52A55F42-AA68-472E-B3F3-88E2EB55B301}" destId="{3CB2494D-B727-4B99-AFB9-BF43E3CAB7C6}" srcOrd="1" destOrd="0" parTransId="{D553B688-5DAF-4EEC-B009-77F23B709426}" sibTransId="{78E26FF7-7265-4712-BB12-A9F6FDDC8163}"/>
    <dgm:cxn modelId="{57497BC0-BF6F-4CEE-A2A1-90828FDDF07F}" type="presOf" srcId="{0A5FBB49-546A-472A-A097-5297223B7F25}" destId="{D39A1AF2-D2CA-40F6-867C-92B881EDE1DC}" srcOrd="0" destOrd="5" presId="urn:microsoft.com/office/officeart/2005/8/layout/vList2"/>
    <dgm:cxn modelId="{1D3AC3CA-6D6E-4E3E-8758-67F82A86B3DD}" srcId="{8982D5F5-4311-4DCA-AB75-A564936039F8}" destId="{C2A88A5B-A6E4-474B-92D2-CD00734EEDA8}" srcOrd="2" destOrd="0" parTransId="{6397FAD5-2B98-4329-85C1-E5808926DE79}" sibTransId="{7A7EECE4-8E03-4AB8-BE2F-4713A468A2AA}"/>
    <dgm:cxn modelId="{CCF05CCD-94DE-41DE-AF9A-F4B998D542C1}" type="presOf" srcId="{93DEA178-0F83-4302-BDDE-FE770B2614F3}" destId="{4E8F07A5-8D14-4CF5-A289-02082F19F918}" srcOrd="0" destOrd="0" presId="urn:microsoft.com/office/officeart/2005/8/layout/vList2"/>
    <dgm:cxn modelId="{6EFF2AD6-0236-464F-90AD-11BA4D8BD8D3}" srcId="{93DEA178-0F83-4302-BDDE-FE770B2614F3}" destId="{8982D5F5-4311-4DCA-AB75-A564936039F8}" srcOrd="0" destOrd="0" parTransId="{9C0C7595-874D-4A3B-82BD-99A26262E2D6}" sibTransId="{509DC4C3-FA32-44B6-8888-24AD21B9AC27}"/>
    <dgm:cxn modelId="{34FD0BE1-8197-4C65-8513-3A1DF4B03E35}" srcId="{93DEA178-0F83-4302-BDDE-FE770B2614F3}" destId="{B21EB3EA-C3E6-4FE3-A1D2-3EC93A8CC790}" srcOrd="2" destOrd="0" parTransId="{F857F0C6-359C-43AF-B137-44646772AEA5}" sibTransId="{6D3D1C47-1887-4A7D-88C0-D4561762C853}"/>
    <dgm:cxn modelId="{38DF24E7-4493-4CB6-BD39-082A15317C6E}" srcId="{8982D5F5-4311-4DCA-AB75-A564936039F8}" destId="{B783F4E4-F450-4023-82E3-17992D3BEEB5}" srcOrd="0" destOrd="0" parTransId="{0D32A01D-CA54-44FB-AD7B-EE0A34B9D62C}" sibTransId="{E2E57070-C2F8-41BA-92FD-6282EC10567A}"/>
    <dgm:cxn modelId="{58EA1BF1-0B35-490E-9948-217254522D29}" srcId="{8982D5F5-4311-4DCA-AB75-A564936039F8}" destId="{52A55F42-AA68-472E-B3F3-88E2EB55B301}" srcOrd="1" destOrd="0" parTransId="{20F8B77E-8118-4470-9770-0DEB47D2307A}" sibTransId="{7E3659A2-7021-408D-AFAE-BC9B3D546008}"/>
    <dgm:cxn modelId="{95F1C121-0D57-47BF-BF80-68276643C72C}" type="presParOf" srcId="{4E8F07A5-8D14-4CF5-A289-02082F19F918}" destId="{B5A4FA87-E397-4948-976D-6B8E5913B8B8}" srcOrd="0" destOrd="0" presId="urn:microsoft.com/office/officeart/2005/8/layout/vList2"/>
    <dgm:cxn modelId="{FC6F6412-E86F-4061-A7D1-F9D76558F7C9}" type="presParOf" srcId="{4E8F07A5-8D14-4CF5-A289-02082F19F918}" destId="{D39A1AF2-D2CA-40F6-867C-92B881EDE1DC}" srcOrd="1" destOrd="0" presId="urn:microsoft.com/office/officeart/2005/8/layout/vList2"/>
    <dgm:cxn modelId="{4C57BE66-8165-4555-99F2-DF386E6C3501}" type="presParOf" srcId="{4E8F07A5-8D14-4CF5-A289-02082F19F918}" destId="{C7AC6601-691D-4855-809B-03A62572C6DD}" srcOrd="2" destOrd="0" presId="urn:microsoft.com/office/officeart/2005/8/layout/vList2"/>
    <dgm:cxn modelId="{51D28240-8AAC-46AF-8CA4-EF09F86157FF}" type="presParOf" srcId="{4E8F07A5-8D14-4CF5-A289-02082F19F918}" destId="{220764F9-AE39-47B0-AE32-480939CC4F32}" srcOrd="3" destOrd="0" presId="urn:microsoft.com/office/officeart/2005/8/layout/vList2"/>
    <dgm:cxn modelId="{CB9F9DBC-34E5-4B88-9A40-04C0DA024821}" type="presParOf" srcId="{4E8F07A5-8D14-4CF5-A289-02082F19F918}" destId="{25C6B20C-6E70-4107-B3B4-21C54672C2A8}"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07FC8BA-A90E-4244-97BD-D1886AAB561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93DB457-0711-43E0-BF76-8D94C536F55A}">
      <dgm:prSet/>
      <dgm:spPr/>
      <dgm:t>
        <a:bodyPr/>
        <a:lstStyle/>
        <a:p>
          <a:r>
            <a:rPr lang="en-US"/>
            <a:t>Social Motivation</a:t>
          </a:r>
        </a:p>
      </dgm:t>
    </dgm:pt>
    <dgm:pt modelId="{D1D975AB-CF6A-4E64-8C5F-1FE52AF6CF34}" type="parTrans" cxnId="{7890D4D3-7608-4985-85CE-EBC779E6AD2C}">
      <dgm:prSet/>
      <dgm:spPr/>
      <dgm:t>
        <a:bodyPr/>
        <a:lstStyle/>
        <a:p>
          <a:endParaRPr lang="en-US"/>
        </a:p>
      </dgm:t>
    </dgm:pt>
    <dgm:pt modelId="{F585B088-D314-4626-8750-3DB5E49E88E2}" type="sibTrans" cxnId="{7890D4D3-7608-4985-85CE-EBC779E6AD2C}">
      <dgm:prSet/>
      <dgm:spPr/>
      <dgm:t>
        <a:bodyPr/>
        <a:lstStyle/>
        <a:p>
          <a:endParaRPr lang="en-US"/>
        </a:p>
      </dgm:t>
    </dgm:pt>
    <dgm:pt modelId="{67266D20-2068-4C94-9E10-8D58014BC5BD}">
      <dgm:prSet/>
      <dgm:spPr/>
      <dgm:t>
        <a:bodyPr/>
        <a:lstStyle/>
        <a:p>
          <a:r>
            <a:rPr lang="en-US"/>
            <a:t>Two main motives- Affiliation and Power</a:t>
          </a:r>
        </a:p>
      </dgm:t>
    </dgm:pt>
    <dgm:pt modelId="{601CDEFE-89D8-423D-8620-BABED7911330}" type="parTrans" cxnId="{75C61CB8-FAD9-4476-ADE3-1846034C20BA}">
      <dgm:prSet/>
      <dgm:spPr/>
      <dgm:t>
        <a:bodyPr/>
        <a:lstStyle/>
        <a:p>
          <a:endParaRPr lang="en-US"/>
        </a:p>
      </dgm:t>
    </dgm:pt>
    <dgm:pt modelId="{0DA2B691-5BA5-48DA-AF58-D2C1F4B353DC}" type="sibTrans" cxnId="{75C61CB8-FAD9-4476-ADE3-1846034C20BA}">
      <dgm:prSet/>
      <dgm:spPr/>
      <dgm:t>
        <a:bodyPr/>
        <a:lstStyle/>
        <a:p>
          <a:endParaRPr lang="en-US"/>
        </a:p>
      </dgm:t>
    </dgm:pt>
    <dgm:pt modelId="{CF15BDFE-A6EA-4AB0-8075-4C0968345E88}">
      <dgm:prSet/>
      <dgm:spPr/>
      <dgm:t>
        <a:bodyPr/>
        <a:lstStyle/>
        <a:p>
          <a:r>
            <a:rPr lang="en-US"/>
            <a:t>Affiliation- Connection or avoidance of intimate relationships</a:t>
          </a:r>
        </a:p>
      </dgm:t>
    </dgm:pt>
    <dgm:pt modelId="{5A2712D9-7FF7-4CCD-BFBD-DD44480BD623}" type="parTrans" cxnId="{B0921633-D483-4CEC-8084-9BFCCBDD2A2A}">
      <dgm:prSet/>
      <dgm:spPr/>
      <dgm:t>
        <a:bodyPr/>
        <a:lstStyle/>
        <a:p>
          <a:endParaRPr lang="en-US"/>
        </a:p>
      </dgm:t>
    </dgm:pt>
    <dgm:pt modelId="{70CEBB2D-6448-4823-B70E-37FC49C270F8}" type="sibTrans" cxnId="{B0921633-D483-4CEC-8084-9BFCCBDD2A2A}">
      <dgm:prSet/>
      <dgm:spPr/>
      <dgm:t>
        <a:bodyPr/>
        <a:lstStyle/>
        <a:p>
          <a:endParaRPr lang="en-US"/>
        </a:p>
      </dgm:t>
    </dgm:pt>
    <dgm:pt modelId="{39C4F7A2-B63A-455B-9517-A0C92A8D2F01}">
      <dgm:prSet/>
      <dgm:spPr/>
      <dgm:t>
        <a:bodyPr/>
        <a:lstStyle/>
        <a:p>
          <a:r>
            <a:rPr lang="en-US"/>
            <a:t>Power- Need for admiration, high achievement, status </a:t>
          </a:r>
        </a:p>
      </dgm:t>
    </dgm:pt>
    <dgm:pt modelId="{4BA4C6FE-AA38-49CD-8F44-D4F02D5E1FD5}" type="parTrans" cxnId="{4BAAD62B-E54E-4E5A-AC21-B0D9681392A9}">
      <dgm:prSet/>
      <dgm:spPr/>
      <dgm:t>
        <a:bodyPr/>
        <a:lstStyle/>
        <a:p>
          <a:endParaRPr lang="en-US"/>
        </a:p>
      </dgm:t>
    </dgm:pt>
    <dgm:pt modelId="{55E19673-C3F3-4EA6-BB83-2BC2947DD96B}" type="sibTrans" cxnId="{4BAAD62B-E54E-4E5A-AC21-B0D9681392A9}">
      <dgm:prSet/>
      <dgm:spPr/>
      <dgm:t>
        <a:bodyPr/>
        <a:lstStyle/>
        <a:p>
          <a:endParaRPr lang="en-US"/>
        </a:p>
      </dgm:t>
    </dgm:pt>
    <dgm:pt modelId="{B70B0E91-BAB8-47DE-B1CB-88F38E52FD1B}">
      <dgm:prSet/>
      <dgm:spPr/>
      <dgm:t>
        <a:bodyPr/>
        <a:lstStyle/>
        <a:p>
          <a:r>
            <a:rPr lang="en-US"/>
            <a:t>Cognitive Perspectives</a:t>
          </a:r>
        </a:p>
      </dgm:t>
    </dgm:pt>
    <dgm:pt modelId="{65EACBAD-2025-4721-A677-1C6B09923A2E}" type="parTrans" cxnId="{B1305D61-F8C3-41F8-BFFB-89581EDF8A02}">
      <dgm:prSet/>
      <dgm:spPr/>
      <dgm:t>
        <a:bodyPr/>
        <a:lstStyle/>
        <a:p>
          <a:endParaRPr lang="en-US"/>
        </a:p>
      </dgm:t>
    </dgm:pt>
    <dgm:pt modelId="{3D1A8D81-BFCD-4A6F-8B51-1E542B103D34}" type="sibTrans" cxnId="{B1305D61-F8C3-41F8-BFFB-89581EDF8A02}">
      <dgm:prSet/>
      <dgm:spPr/>
      <dgm:t>
        <a:bodyPr/>
        <a:lstStyle/>
        <a:p>
          <a:endParaRPr lang="en-US"/>
        </a:p>
      </dgm:t>
    </dgm:pt>
    <dgm:pt modelId="{371DD5E9-9B57-4089-AC59-39FB0CEFB19E}">
      <dgm:prSet/>
      <dgm:spPr/>
      <dgm:t>
        <a:bodyPr/>
        <a:lstStyle/>
        <a:p>
          <a:r>
            <a:rPr lang="en-US"/>
            <a:t>PD typically involves distorted self-image- Too high or too low</a:t>
          </a:r>
        </a:p>
      </dgm:t>
    </dgm:pt>
    <dgm:pt modelId="{660657B3-7EF4-4FCF-844D-97DB88E654A6}" type="parTrans" cxnId="{CC50FA3D-FCF5-4FA4-9DE4-F3C987EB7BE7}">
      <dgm:prSet/>
      <dgm:spPr/>
      <dgm:t>
        <a:bodyPr/>
        <a:lstStyle/>
        <a:p>
          <a:endParaRPr lang="en-US"/>
        </a:p>
      </dgm:t>
    </dgm:pt>
    <dgm:pt modelId="{B00B1D3B-98F9-49F4-95A9-DF1548CA3904}" type="sibTrans" cxnId="{CC50FA3D-FCF5-4FA4-9DE4-F3C987EB7BE7}">
      <dgm:prSet/>
      <dgm:spPr/>
      <dgm:t>
        <a:bodyPr/>
        <a:lstStyle/>
        <a:p>
          <a:endParaRPr lang="en-US"/>
        </a:p>
      </dgm:t>
    </dgm:pt>
    <dgm:pt modelId="{27A6232A-DE2C-464B-B34F-6F4809973964}">
      <dgm:prSet/>
      <dgm:spPr/>
      <dgm:t>
        <a:bodyPr/>
        <a:lstStyle/>
        <a:p>
          <a:r>
            <a:rPr lang="en-US"/>
            <a:t>Leads to instability of mood states</a:t>
          </a:r>
        </a:p>
      </dgm:t>
    </dgm:pt>
    <dgm:pt modelId="{3A55C6F5-23A3-475F-B346-3813244D15CB}" type="parTrans" cxnId="{6D0110BF-18A9-4EE3-AB46-EDC2354C3CED}">
      <dgm:prSet/>
      <dgm:spPr/>
      <dgm:t>
        <a:bodyPr/>
        <a:lstStyle/>
        <a:p>
          <a:endParaRPr lang="en-US"/>
        </a:p>
      </dgm:t>
    </dgm:pt>
    <dgm:pt modelId="{F64244A4-4FFB-4A11-B034-3C398EF5309F}" type="sibTrans" cxnId="{6D0110BF-18A9-4EE3-AB46-EDC2354C3CED}">
      <dgm:prSet/>
      <dgm:spPr/>
      <dgm:t>
        <a:bodyPr/>
        <a:lstStyle/>
        <a:p>
          <a:endParaRPr lang="en-US"/>
        </a:p>
      </dgm:t>
    </dgm:pt>
    <dgm:pt modelId="{0CCD3CF4-2B66-4D3D-B1EC-609A2917FE65}">
      <dgm:prSet/>
      <dgm:spPr/>
      <dgm:t>
        <a:bodyPr/>
        <a:lstStyle/>
        <a:p>
          <a:r>
            <a:rPr lang="en-US"/>
            <a:t>Lack of real view of others- i.e. Paranoid beliefs</a:t>
          </a:r>
        </a:p>
      </dgm:t>
    </dgm:pt>
    <dgm:pt modelId="{027D217C-2034-4347-9AE9-3230763EC3AB}" type="parTrans" cxnId="{6CB60695-8BEA-4F1F-95A3-A84366D6C08D}">
      <dgm:prSet/>
      <dgm:spPr/>
      <dgm:t>
        <a:bodyPr/>
        <a:lstStyle/>
        <a:p>
          <a:endParaRPr lang="en-US"/>
        </a:p>
      </dgm:t>
    </dgm:pt>
    <dgm:pt modelId="{1DFFDC23-7364-4076-987C-EFBA86C0915E}" type="sibTrans" cxnId="{6CB60695-8BEA-4F1F-95A3-A84366D6C08D}">
      <dgm:prSet/>
      <dgm:spPr/>
      <dgm:t>
        <a:bodyPr/>
        <a:lstStyle/>
        <a:p>
          <a:endParaRPr lang="en-US"/>
        </a:p>
      </dgm:t>
    </dgm:pt>
    <dgm:pt modelId="{1896E76A-96C8-4225-90C1-A646102E93AD}" type="pres">
      <dgm:prSet presAssocID="{607FC8BA-A90E-4244-97BD-D1886AAB5619}" presName="linear" presStyleCnt="0">
        <dgm:presLayoutVars>
          <dgm:animLvl val="lvl"/>
          <dgm:resizeHandles val="exact"/>
        </dgm:presLayoutVars>
      </dgm:prSet>
      <dgm:spPr/>
    </dgm:pt>
    <dgm:pt modelId="{9DB05F72-9107-423D-A783-8DB23C779719}" type="pres">
      <dgm:prSet presAssocID="{093DB457-0711-43E0-BF76-8D94C536F55A}" presName="parentText" presStyleLbl="node1" presStyleIdx="0" presStyleCnt="2">
        <dgm:presLayoutVars>
          <dgm:chMax val="0"/>
          <dgm:bulletEnabled val="1"/>
        </dgm:presLayoutVars>
      </dgm:prSet>
      <dgm:spPr/>
    </dgm:pt>
    <dgm:pt modelId="{6A365658-10A5-4452-863E-52175E9FF6C6}" type="pres">
      <dgm:prSet presAssocID="{093DB457-0711-43E0-BF76-8D94C536F55A}" presName="childText" presStyleLbl="revTx" presStyleIdx="0" presStyleCnt="2">
        <dgm:presLayoutVars>
          <dgm:bulletEnabled val="1"/>
        </dgm:presLayoutVars>
      </dgm:prSet>
      <dgm:spPr/>
    </dgm:pt>
    <dgm:pt modelId="{2F081807-C0EA-4F38-B946-FA81D294A6D9}" type="pres">
      <dgm:prSet presAssocID="{B70B0E91-BAB8-47DE-B1CB-88F38E52FD1B}" presName="parentText" presStyleLbl="node1" presStyleIdx="1" presStyleCnt="2">
        <dgm:presLayoutVars>
          <dgm:chMax val="0"/>
          <dgm:bulletEnabled val="1"/>
        </dgm:presLayoutVars>
      </dgm:prSet>
      <dgm:spPr/>
    </dgm:pt>
    <dgm:pt modelId="{60675495-6783-43DD-99D1-9602EB0E629A}" type="pres">
      <dgm:prSet presAssocID="{B70B0E91-BAB8-47DE-B1CB-88F38E52FD1B}" presName="childText" presStyleLbl="revTx" presStyleIdx="1" presStyleCnt="2">
        <dgm:presLayoutVars>
          <dgm:bulletEnabled val="1"/>
        </dgm:presLayoutVars>
      </dgm:prSet>
      <dgm:spPr/>
    </dgm:pt>
  </dgm:ptLst>
  <dgm:cxnLst>
    <dgm:cxn modelId="{04D0A101-16E6-48EA-9494-7DEA6FCAD755}" type="presOf" srcId="{093DB457-0711-43E0-BF76-8D94C536F55A}" destId="{9DB05F72-9107-423D-A783-8DB23C779719}" srcOrd="0" destOrd="0" presId="urn:microsoft.com/office/officeart/2005/8/layout/vList2"/>
    <dgm:cxn modelId="{4BAAD62B-E54E-4E5A-AC21-B0D9681392A9}" srcId="{093DB457-0711-43E0-BF76-8D94C536F55A}" destId="{39C4F7A2-B63A-455B-9517-A0C92A8D2F01}" srcOrd="2" destOrd="0" parTransId="{4BA4C6FE-AA38-49CD-8F44-D4F02D5E1FD5}" sibTransId="{55E19673-C3F3-4EA6-BB83-2BC2947DD96B}"/>
    <dgm:cxn modelId="{B0921633-D483-4CEC-8084-9BFCCBDD2A2A}" srcId="{093DB457-0711-43E0-BF76-8D94C536F55A}" destId="{CF15BDFE-A6EA-4AB0-8075-4C0968345E88}" srcOrd="1" destOrd="0" parTransId="{5A2712D9-7FF7-4CCD-BFBD-DD44480BD623}" sibTransId="{70CEBB2D-6448-4823-B70E-37FC49C270F8}"/>
    <dgm:cxn modelId="{C0578634-10AD-4BB6-80E7-E82D324A4424}" type="presOf" srcId="{39C4F7A2-B63A-455B-9517-A0C92A8D2F01}" destId="{6A365658-10A5-4452-863E-52175E9FF6C6}" srcOrd="0" destOrd="2" presId="urn:microsoft.com/office/officeart/2005/8/layout/vList2"/>
    <dgm:cxn modelId="{D2E89E3D-E124-43D0-89DB-72B23DAC0D7A}" type="presOf" srcId="{CF15BDFE-A6EA-4AB0-8075-4C0968345E88}" destId="{6A365658-10A5-4452-863E-52175E9FF6C6}" srcOrd="0" destOrd="1" presId="urn:microsoft.com/office/officeart/2005/8/layout/vList2"/>
    <dgm:cxn modelId="{CC50FA3D-FCF5-4FA4-9DE4-F3C987EB7BE7}" srcId="{B70B0E91-BAB8-47DE-B1CB-88F38E52FD1B}" destId="{371DD5E9-9B57-4089-AC59-39FB0CEFB19E}" srcOrd="0" destOrd="0" parTransId="{660657B3-7EF4-4FCF-844D-97DB88E654A6}" sibTransId="{B00B1D3B-98F9-49F4-95A9-DF1548CA3904}"/>
    <dgm:cxn modelId="{89E0413F-E44C-466E-85B4-10CF596A6754}" type="presOf" srcId="{607FC8BA-A90E-4244-97BD-D1886AAB5619}" destId="{1896E76A-96C8-4225-90C1-A646102E93AD}" srcOrd="0" destOrd="0" presId="urn:microsoft.com/office/officeart/2005/8/layout/vList2"/>
    <dgm:cxn modelId="{E04BEF60-801E-4154-A92D-6096B1EDEDDD}" type="presOf" srcId="{0CCD3CF4-2B66-4D3D-B1EC-609A2917FE65}" destId="{60675495-6783-43DD-99D1-9602EB0E629A}" srcOrd="0" destOrd="2" presId="urn:microsoft.com/office/officeart/2005/8/layout/vList2"/>
    <dgm:cxn modelId="{B1305D61-F8C3-41F8-BFFB-89581EDF8A02}" srcId="{607FC8BA-A90E-4244-97BD-D1886AAB5619}" destId="{B70B0E91-BAB8-47DE-B1CB-88F38E52FD1B}" srcOrd="1" destOrd="0" parTransId="{65EACBAD-2025-4721-A677-1C6B09923A2E}" sibTransId="{3D1A8D81-BFCD-4A6F-8B51-1E542B103D34}"/>
    <dgm:cxn modelId="{D4E3E246-C917-4433-B9D0-38D8EDE1B43C}" type="presOf" srcId="{27A6232A-DE2C-464B-B34F-6F4809973964}" destId="{60675495-6783-43DD-99D1-9602EB0E629A}" srcOrd="0" destOrd="1" presId="urn:microsoft.com/office/officeart/2005/8/layout/vList2"/>
    <dgm:cxn modelId="{8F164A6D-985D-4B0E-B48B-3CF42B8AC666}" type="presOf" srcId="{B70B0E91-BAB8-47DE-B1CB-88F38E52FD1B}" destId="{2F081807-C0EA-4F38-B946-FA81D294A6D9}" srcOrd="0" destOrd="0" presId="urn:microsoft.com/office/officeart/2005/8/layout/vList2"/>
    <dgm:cxn modelId="{EC8FA74D-4F9C-4929-821D-7ADEA3483758}" type="presOf" srcId="{67266D20-2068-4C94-9E10-8D58014BC5BD}" destId="{6A365658-10A5-4452-863E-52175E9FF6C6}" srcOrd="0" destOrd="0" presId="urn:microsoft.com/office/officeart/2005/8/layout/vList2"/>
    <dgm:cxn modelId="{6CB60695-8BEA-4F1F-95A3-A84366D6C08D}" srcId="{B70B0E91-BAB8-47DE-B1CB-88F38E52FD1B}" destId="{0CCD3CF4-2B66-4D3D-B1EC-609A2917FE65}" srcOrd="1" destOrd="0" parTransId="{027D217C-2034-4347-9AE9-3230763EC3AB}" sibTransId="{1DFFDC23-7364-4076-987C-EFBA86C0915E}"/>
    <dgm:cxn modelId="{EFCBEFB1-11E1-4D85-824D-8A8E779451A9}" type="presOf" srcId="{371DD5E9-9B57-4089-AC59-39FB0CEFB19E}" destId="{60675495-6783-43DD-99D1-9602EB0E629A}" srcOrd="0" destOrd="0" presId="urn:microsoft.com/office/officeart/2005/8/layout/vList2"/>
    <dgm:cxn modelId="{75C61CB8-FAD9-4476-ADE3-1846034C20BA}" srcId="{093DB457-0711-43E0-BF76-8D94C536F55A}" destId="{67266D20-2068-4C94-9E10-8D58014BC5BD}" srcOrd="0" destOrd="0" parTransId="{601CDEFE-89D8-423D-8620-BABED7911330}" sibTransId="{0DA2B691-5BA5-48DA-AF58-D2C1F4B353DC}"/>
    <dgm:cxn modelId="{6D0110BF-18A9-4EE3-AB46-EDC2354C3CED}" srcId="{371DD5E9-9B57-4089-AC59-39FB0CEFB19E}" destId="{27A6232A-DE2C-464B-B34F-6F4809973964}" srcOrd="0" destOrd="0" parTransId="{3A55C6F5-23A3-475F-B346-3813244D15CB}" sibTransId="{F64244A4-4FFB-4A11-B034-3C398EF5309F}"/>
    <dgm:cxn modelId="{7890D4D3-7608-4985-85CE-EBC779E6AD2C}" srcId="{607FC8BA-A90E-4244-97BD-D1886AAB5619}" destId="{093DB457-0711-43E0-BF76-8D94C536F55A}" srcOrd="0" destOrd="0" parTransId="{D1D975AB-CF6A-4E64-8C5F-1FE52AF6CF34}" sibTransId="{F585B088-D314-4626-8750-3DB5E49E88E2}"/>
    <dgm:cxn modelId="{0393AF51-82DA-4AD9-BD13-8E0D5BB159C0}" type="presParOf" srcId="{1896E76A-96C8-4225-90C1-A646102E93AD}" destId="{9DB05F72-9107-423D-A783-8DB23C779719}" srcOrd="0" destOrd="0" presId="urn:microsoft.com/office/officeart/2005/8/layout/vList2"/>
    <dgm:cxn modelId="{CE510AB3-84F9-4BCC-8DF3-705779DA8400}" type="presParOf" srcId="{1896E76A-96C8-4225-90C1-A646102E93AD}" destId="{6A365658-10A5-4452-863E-52175E9FF6C6}" srcOrd="1" destOrd="0" presId="urn:microsoft.com/office/officeart/2005/8/layout/vList2"/>
    <dgm:cxn modelId="{B09E8297-D612-432E-904B-5D966AF1BB59}" type="presParOf" srcId="{1896E76A-96C8-4225-90C1-A646102E93AD}" destId="{2F081807-C0EA-4F38-B946-FA81D294A6D9}" srcOrd="2" destOrd="0" presId="urn:microsoft.com/office/officeart/2005/8/layout/vList2"/>
    <dgm:cxn modelId="{C018FC5D-53A3-4134-9496-502B6F2F0117}" type="presParOf" srcId="{1896E76A-96C8-4225-90C1-A646102E93AD}" destId="{60675495-6783-43DD-99D1-9602EB0E629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458FC80-2BB6-4B90-B939-28B56A3829F4}"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1CF6B0E8-231D-48F5-A89D-2B48F1C26A66}">
      <dgm:prSet/>
      <dgm:spPr/>
      <dgm:t>
        <a:bodyPr/>
        <a:lstStyle/>
        <a:p>
          <a:r>
            <a:rPr lang="en-US"/>
            <a:t>Paranoid Personality Disorder</a:t>
          </a:r>
        </a:p>
      </dgm:t>
    </dgm:pt>
    <dgm:pt modelId="{C446A2AD-0269-444D-8BE7-FC5E101E374B}" type="parTrans" cxnId="{A19BDE09-9A79-4E5A-A71A-DF47DFAFC8B0}">
      <dgm:prSet/>
      <dgm:spPr/>
      <dgm:t>
        <a:bodyPr/>
        <a:lstStyle/>
        <a:p>
          <a:endParaRPr lang="en-US"/>
        </a:p>
      </dgm:t>
    </dgm:pt>
    <dgm:pt modelId="{405B03A4-BB94-428A-96CF-1A012A7ECFE2}" type="sibTrans" cxnId="{A19BDE09-9A79-4E5A-A71A-DF47DFAFC8B0}">
      <dgm:prSet/>
      <dgm:spPr/>
      <dgm:t>
        <a:bodyPr/>
        <a:lstStyle/>
        <a:p>
          <a:endParaRPr lang="en-US"/>
        </a:p>
      </dgm:t>
    </dgm:pt>
    <dgm:pt modelId="{712C67DC-193E-4E07-8B1A-C5271E41F167}">
      <dgm:prSet/>
      <dgm:spPr/>
      <dgm:t>
        <a:bodyPr/>
        <a:lstStyle/>
        <a:p>
          <a:r>
            <a:rPr lang="en-US"/>
            <a:t>Inappropriate And Unwarranted Suspicion of Others</a:t>
          </a:r>
        </a:p>
      </dgm:t>
    </dgm:pt>
    <dgm:pt modelId="{E93FA22B-378C-4A53-8040-ADF13A889F1B}" type="parTrans" cxnId="{637EB64D-EEBC-4BD8-A4ED-EF5BF588C87A}">
      <dgm:prSet/>
      <dgm:spPr/>
      <dgm:t>
        <a:bodyPr/>
        <a:lstStyle/>
        <a:p>
          <a:endParaRPr lang="en-US"/>
        </a:p>
      </dgm:t>
    </dgm:pt>
    <dgm:pt modelId="{4AB7612A-8D59-49AC-B376-D8EBA28B250B}" type="sibTrans" cxnId="{637EB64D-EEBC-4BD8-A4ED-EF5BF588C87A}">
      <dgm:prSet/>
      <dgm:spPr/>
      <dgm:t>
        <a:bodyPr/>
        <a:lstStyle/>
        <a:p>
          <a:endParaRPr lang="en-US"/>
        </a:p>
      </dgm:t>
    </dgm:pt>
    <dgm:pt modelId="{C10077E7-FB92-4FFB-BB99-4759D1F889DB}">
      <dgm:prSet/>
      <dgm:spPr/>
      <dgm:t>
        <a:bodyPr/>
        <a:lstStyle/>
        <a:p>
          <a:r>
            <a:rPr lang="en-US"/>
            <a:t>Fear being harmed or taken advantage of by others</a:t>
          </a:r>
        </a:p>
      </dgm:t>
    </dgm:pt>
    <dgm:pt modelId="{522EED65-C576-4C14-B6C2-322F32C811A2}" type="parTrans" cxnId="{3C347F64-53A5-4D60-9D23-DB5E94C6865A}">
      <dgm:prSet/>
      <dgm:spPr/>
      <dgm:t>
        <a:bodyPr/>
        <a:lstStyle/>
        <a:p>
          <a:endParaRPr lang="en-US"/>
        </a:p>
      </dgm:t>
    </dgm:pt>
    <dgm:pt modelId="{55F3CF74-FB5A-4C53-9DE3-24503319869C}" type="sibTrans" cxnId="{3C347F64-53A5-4D60-9D23-DB5E94C6865A}">
      <dgm:prSet/>
      <dgm:spPr/>
      <dgm:t>
        <a:bodyPr/>
        <a:lstStyle/>
        <a:p>
          <a:endParaRPr lang="en-US"/>
        </a:p>
      </dgm:t>
    </dgm:pt>
    <dgm:pt modelId="{DFD9D541-7DF0-4D0E-B629-DADEEC398AC7}">
      <dgm:prSet/>
      <dgm:spPr/>
      <dgm:t>
        <a:bodyPr/>
        <a:lstStyle/>
        <a:p>
          <a:r>
            <a:rPr lang="en-US"/>
            <a:t>Based in reality and lack of delusion primary differential from Schizophrenia</a:t>
          </a:r>
        </a:p>
      </dgm:t>
    </dgm:pt>
    <dgm:pt modelId="{38DF8274-7FCA-428E-98AF-8E47C0E8078B}" type="parTrans" cxnId="{CFF56949-748F-49AC-9276-2386F1B97CF3}">
      <dgm:prSet/>
      <dgm:spPr/>
      <dgm:t>
        <a:bodyPr/>
        <a:lstStyle/>
        <a:p>
          <a:endParaRPr lang="en-US"/>
        </a:p>
      </dgm:t>
    </dgm:pt>
    <dgm:pt modelId="{99918FDF-C4A9-4CE7-A0D6-A8E45683BCC3}" type="sibTrans" cxnId="{CFF56949-748F-49AC-9276-2386F1B97CF3}">
      <dgm:prSet/>
      <dgm:spPr/>
      <dgm:t>
        <a:bodyPr/>
        <a:lstStyle/>
        <a:p>
          <a:endParaRPr lang="en-US"/>
        </a:p>
      </dgm:t>
    </dgm:pt>
    <dgm:pt modelId="{383662F8-BDC5-465F-AC8F-FBFE7978F811}">
      <dgm:prSet/>
      <dgm:spPr/>
      <dgm:t>
        <a:bodyPr/>
        <a:lstStyle/>
        <a:p>
          <a:r>
            <a:rPr lang="en-US"/>
            <a:t>Schizoid Personality Disorder</a:t>
          </a:r>
        </a:p>
      </dgm:t>
    </dgm:pt>
    <dgm:pt modelId="{8F847655-6C4B-4E18-83F4-29B8A2DF7CEB}" type="parTrans" cxnId="{80546BFE-A044-4AAC-A1D1-2E3625A04D33}">
      <dgm:prSet/>
      <dgm:spPr/>
      <dgm:t>
        <a:bodyPr/>
        <a:lstStyle/>
        <a:p>
          <a:endParaRPr lang="en-US"/>
        </a:p>
      </dgm:t>
    </dgm:pt>
    <dgm:pt modelId="{B669D28F-85CF-4C0D-8D17-D639A6FAB3E3}" type="sibTrans" cxnId="{80546BFE-A044-4AAC-A1D1-2E3625A04D33}">
      <dgm:prSet/>
      <dgm:spPr/>
      <dgm:t>
        <a:bodyPr/>
        <a:lstStyle/>
        <a:p>
          <a:endParaRPr lang="en-US"/>
        </a:p>
      </dgm:t>
    </dgm:pt>
    <dgm:pt modelId="{FCF57B10-4C8E-444C-9578-C8615985C0DC}">
      <dgm:prSet/>
      <dgm:spPr/>
      <dgm:t>
        <a:bodyPr/>
        <a:lstStyle/>
        <a:p>
          <a:r>
            <a:rPr lang="en-US"/>
            <a:t>Indifference toward others with limited range of emotional expression</a:t>
          </a:r>
        </a:p>
      </dgm:t>
    </dgm:pt>
    <dgm:pt modelId="{A56B5CE7-1ADB-4EF7-9913-BF7E791808EC}" type="parTrans" cxnId="{9203D7AD-E3F7-4EC3-B90B-EFF5804BD2B1}">
      <dgm:prSet/>
      <dgm:spPr/>
      <dgm:t>
        <a:bodyPr/>
        <a:lstStyle/>
        <a:p>
          <a:endParaRPr lang="en-US"/>
        </a:p>
      </dgm:t>
    </dgm:pt>
    <dgm:pt modelId="{1FC02E8C-8B88-45BC-9DD5-3CCC93E6A8D9}" type="sibTrans" cxnId="{9203D7AD-E3F7-4EC3-B90B-EFF5804BD2B1}">
      <dgm:prSet/>
      <dgm:spPr/>
      <dgm:t>
        <a:bodyPr/>
        <a:lstStyle/>
        <a:p>
          <a:endParaRPr lang="en-US"/>
        </a:p>
      </dgm:t>
    </dgm:pt>
    <dgm:pt modelId="{5C48FA11-52F4-4909-AC7C-2F76F9442E14}">
      <dgm:prSet/>
      <dgm:spPr/>
      <dgm:t>
        <a:bodyPr/>
        <a:lstStyle/>
        <a:p>
          <a:r>
            <a:rPr lang="en-US"/>
            <a:t>Typically isolated and “loners”</a:t>
          </a:r>
        </a:p>
      </dgm:t>
    </dgm:pt>
    <dgm:pt modelId="{DE51B45A-63A9-4A48-8292-912D52F0F9E9}" type="parTrans" cxnId="{3E18D787-6BDD-4207-A90A-D3CC2CE8AFB5}">
      <dgm:prSet/>
      <dgm:spPr/>
      <dgm:t>
        <a:bodyPr/>
        <a:lstStyle/>
        <a:p>
          <a:endParaRPr lang="en-US"/>
        </a:p>
      </dgm:t>
    </dgm:pt>
    <dgm:pt modelId="{DC4204C1-7C42-48B4-A72C-56974ED4E0EF}" type="sibTrans" cxnId="{3E18D787-6BDD-4207-A90A-D3CC2CE8AFB5}">
      <dgm:prSet/>
      <dgm:spPr/>
      <dgm:t>
        <a:bodyPr/>
        <a:lstStyle/>
        <a:p>
          <a:endParaRPr lang="en-US"/>
        </a:p>
      </dgm:t>
    </dgm:pt>
    <dgm:pt modelId="{96780F77-130F-4841-B5FB-25C1D16656F8}">
      <dgm:prSet/>
      <dgm:spPr/>
      <dgm:t>
        <a:bodyPr/>
        <a:lstStyle/>
        <a:p>
          <a:r>
            <a:rPr lang="en-US"/>
            <a:t>Schizotypal</a:t>
          </a:r>
        </a:p>
      </dgm:t>
    </dgm:pt>
    <dgm:pt modelId="{E18F8329-86F8-4F54-96CD-EE40B8DC0057}" type="parTrans" cxnId="{86035ED6-8750-4DD3-B566-CAA4230BD28D}">
      <dgm:prSet/>
      <dgm:spPr/>
      <dgm:t>
        <a:bodyPr/>
        <a:lstStyle/>
        <a:p>
          <a:endParaRPr lang="en-US"/>
        </a:p>
      </dgm:t>
    </dgm:pt>
    <dgm:pt modelId="{F90B337B-4306-4079-B770-6BA2AFD76B00}" type="sibTrans" cxnId="{86035ED6-8750-4DD3-B566-CAA4230BD28D}">
      <dgm:prSet/>
      <dgm:spPr/>
      <dgm:t>
        <a:bodyPr/>
        <a:lstStyle/>
        <a:p>
          <a:endParaRPr lang="en-US"/>
        </a:p>
      </dgm:t>
    </dgm:pt>
    <dgm:pt modelId="{56471797-95E4-4684-95BA-AAD40401ED89}">
      <dgm:prSet/>
      <dgm:spPr/>
      <dgm:t>
        <a:bodyPr/>
        <a:lstStyle/>
        <a:p>
          <a:r>
            <a:rPr lang="en-US"/>
            <a:t>Idiosyncratic behavior and cognition</a:t>
          </a:r>
        </a:p>
      </dgm:t>
    </dgm:pt>
    <dgm:pt modelId="{577F72AD-B6AE-44AF-9A0F-8E9C54B0606E}" type="parTrans" cxnId="{C3F91FC4-6AD5-4C73-B6AC-A676A1A4B8F2}">
      <dgm:prSet/>
      <dgm:spPr/>
      <dgm:t>
        <a:bodyPr/>
        <a:lstStyle/>
        <a:p>
          <a:endParaRPr lang="en-US"/>
        </a:p>
      </dgm:t>
    </dgm:pt>
    <dgm:pt modelId="{4AAA6C0D-5556-419A-86E0-4F7154AC0D92}" type="sibTrans" cxnId="{C3F91FC4-6AD5-4C73-B6AC-A676A1A4B8F2}">
      <dgm:prSet/>
      <dgm:spPr/>
      <dgm:t>
        <a:bodyPr/>
        <a:lstStyle/>
        <a:p>
          <a:endParaRPr lang="en-US"/>
        </a:p>
      </dgm:t>
    </dgm:pt>
    <dgm:pt modelId="{EFFC475E-F26E-4B82-BBE1-17C26DBB1B88}" type="pres">
      <dgm:prSet presAssocID="{2458FC80-2BB6-4B90-B939-28B56A3829F4}" presName="linear" presStyleCnt="0">
        <dgm:presLayoutVars>
          <dgm:dir/>
          <dgm:animLvl val="lvl"/>
          <dgm:resizeHandles val="exact"/>
        </dgm:presLayoutVars>
      </dgm:prSet>
      <dgm:spPr/>
    </dgm:pt>
    <dgm:pt modelId="{C7E51913-605D-4E9F-9BD0-A9C84E7BBDF4}" type="pres">
      <dgm:prSet presAssocID="{1CF6B0E8-231D-48F5-A89D-2B48F1C26A66}" presName="parentLin" presStyleCnt="0"/>
      <dgm:spPr/>
    </dgm:pt>
    <dgm:pt modelId="{1C9630A8-FFFD-4E64-B791-5165EDEC7D6D}" type="pres">
      <dgm:prSet presAssocID="{1CF6B0E8-231D-48F5-A89D-2B48F1C26A66}" presName="parentLeftMargin" presStyleLbl="node1" presStyleIdx="0" presStyleCnt="3"/>
      <dgm:spPr/>
    </dgm:pt>
    <dgm:pt modelId="{62EC3692-6BB9-4B5A-AA98-4CA38D2AEFA8}" type="pres">
      <dgm:prSet presAssocID="{1CF6B0E8-231D-48F5-A89D-2B48F1C26A66}" presName="parentText" presStyleLbl="node1" presStyleIdx="0" presStyleCnt="3">
        <dgm:presLayoutVars>
          <dgm:chMax val="0"/>
          <dgm:bulletEnabled val="1"/>
        </dgm:presLayoutVars>
      </dgm:prSet>
      <dgm:spPr/>
    </dgm:pt>
    <dgm:pt modelId="{5654C371-E0AE-464A-867C-94CF234ECFD4}" type="pres">
      <dgm:prSet presAssocID="{1CF6B0E8-231D-48F5-A89D-2B48F1C26A66}" presName="negativeSpace" presStyleCnt="0"/>
      <dgm:spPr/>
    </dgm:pt>
    <dgm:pt modelId="{7457CBE5-F99A-41F2-A377-65CCD6472C9A}" type="pres">
      <dgm:prSet presAssocID="{1CF6B0E8-231D-48F5-A89D-2B48F1C26A66}" presName="childText" presStyleLbl="conFgAcc1" presStyleIdx="0" presStyleCnt="3">
        <dgm:presLayoutVars>
          <dgm:bulletEnabled val="1"/>
        </dgm:presLayoutVars>
      </dgm:prSet>
      <dgm:spPr/>
    </dgm:pt>
    <dgm:pt modelId="{F5710FAB-D423-47ED-BBE6-F7D7D70F5665}" type="pres">
      <dgm:prSet presAssocID="{405B03A4-BB94-428A-96CF-1A012A7ECFE2}" presName="spaceBetweenRectangles" presStyleCnt="0"/>
      <dgm:spPr/>
    </dgm:pt>
    <dgm:pt modelId="{F0AE2C9C-6550-4832-B388-3B0DA797DD54}" type="pres">
      <dgm:prSet presAssocID="{383662F8-BDC5-465F-AC8F-FBFE7978F811}" presName="parentLin" presStyleCnt="0"/>
      <dgm:spPr/>
    </dgm:pt>
    <dgm:pt modelId="{3E9CA365-EBB5-4321-AC38-04A7B9DAD49D}" type="pres">
      <dgm:prSet presAssocID="{383662F8-BDC5-465F-AC8F-FBFE7978F811}" presName="parentLeftMargin" presStyleLbl="node1" presStyleIdx="0" presStyleCnt="3"/>
      <dgm:spPr/>
    </dgm:pt>
    <dgm:pt modelId="{C1848AA5-91C8-4FC5-B188-85EEA24FF932}" type="pres">
      <dgm:prSet presAssocID="{383662F8-BDC5-465F-AC8F-FBFE7978F811}" presName="parentText" presStyleLbl="node1" presStyleIdx="1" presStyleCnt="3">
        <dgm:presLayoutVars>
          <dgm:chMax val="0"/>
          <dgm:bulletEnabled val="1"/>
        </dgm:presLayoutVars>
      </dgm:prSet>
      <dgm:spPr/>
    </dgm:pt>
    <dgm:pt modelId="{81154752-777B-4DBA-BCF9-BAF41859A754}" type="pres">
      <dgm:prSet presAssocID="{383662F8-BDC5-465F-AC8F-FBFE7978F811}" presName="negativeSpace" presStyleCnt="0"/>
      <dgm:spPr/>
    </dgm:pt>
    <dgm:pt modelId="{5927867B-5AEC-41C4-A467-2C66E07E7FC1}" type="pres">
      <dgm:prSet presAssocID="{383662F8-BDC5-465F-AC8F-FBFE7978F811}" presName="childText" presStyleLbl="conFgAcc1" presStyleIdx="1" presStyleCnt="3">
        <dgm:presLayoutVars>
          <dgm:bulletEnabled val="1"/>
        </dgm:presLayoutVars>
      </dgm:prSet>
      <dgm:spPr/>
    </dgm:pt>
    <dgm:pt modelId="{4C618163-B3FC-4EE0-8669-570160E15A5C}" type="pres">
      <dgm:prSet presAssocID="{B669D28F-85CF-4C0D-8D17-D639A6FAB3E3}" presName="spaceBetweenRectangles" presStyleCnt="0"/>
      <dgm:spPr/>
    </dgm:pt>
    <dgm:pt modelId="{A9DDF4B4-E930-42D7-81D3-7CA0DC4AA2CE}" type="pres">
      <dgm:prSet presAssocID="{96780F77-130F-4841-B5FB-25C1D16656F8}" presName="parentLin" presStyleCnt="0"/>
      <dgm:spPr/>
    </dgm:pt>
    <dgm:pt modelId="{DAD7DF31-B989-449D-8329-C9B7887F79DF}" type="pres">
      <dgm:prSet presAssocID="{96780F77-130F-4841-B5FB-25C1D16656F8}" presName="parentLeftMargin" presStyleLbl="node1" presStyleIdx="1" presStyleCnt="3"/>
      <dgm:spPr/>
    </dgm:pt>
    <dgm:pt modelId="{09F1C39E-8296-4F79-A179-D8F809414563}" type="pres">
      <dgm:prSet presAssocID="{96780F77-130F-4841-B5FB-25C1D16656F8}" presName="parentText" presStyleLbl="node1" presStyleIdx="2" presStyleCnt="3">
        <dgm:presLayoutVars>
          <dgm:chMax val="0"/>
          <dgm:bulletEnabled val="1"/>
        </dgm:presLayoutVars>
      </dgm:prSet>
      <dgm:spPr/>
    </dgm:pt>
    <dgm:pt modelId="{A54230F3-07D7-4C36-9301-9FC8C28E9F51}" type="pres">
      <dgm:prSet presAssocID="{96780F77-130F-4841-B5FB-25C1D16656F8}" presName="negativeSpace" presStyleCnt="0"/>
      <dgm:spPr/>
    </dgm:pt>
    <dgm:pt modelId="{31145237-15DF-466C-B590-A04C21D6E015}" type="pres">
      <dgm:prSet presAssocID="{96780F77-130F-4841-B5FB-25C1D16656F8}" presName="childText" presStyleLbl="conFgAcc1" presStyleIdx="2" presStyleCnt="3">
        <dgm:presLayoutVars>
          <dgm:bulletEnabled val="1"/>
        </dgm:presLayoutVars>
      </dgm:prSet>
      <dgm:spPr/>
    </dgm:pt>
  </dgm:ptLst>
  <dgm:cxnLst>
    <dgm:cxn modelId="{B75E9C04-8526-4C1A-B915-DE89D1FABCDA}" type="presOf" srcId="{C10077E7-FB92-4FFB-BB99-4759D1F889DB}" destId="{7457CBE5-F99A-41F2-A377-65CCD6472C9A}" srcOrd="0" destOrd="1" presId="urn:microsoft.com/office/officeart/2005/8/layout/list1"/>
    <dgm:cxn modelId="{6835A704-45DA-4D82-8BB4-E3DCE4B65938}" type="presOf" srcId="{DFD9D541-7DF0-4D0E-B629-DADEEC398AC7}" destId="{7457CBE5-F99A-41F2-A377-65CCD6472C9A}" srcOrd="0" destOrd="2" presId="urn:microsoft.com/office/officeart/2005/8/layout/list1"/>
    <dgm:cxn modelId="{A19BDE09-9A79-4E5A-A71A-DF47DFAFC8B0}" srcId="{2458FC80-2BB6-4B90-B939-28B56A3829F4}" destId="{1CF6B0E8-231D-48F5-A89D-2B48F1C26A66}" srcOrd="0" destOrd="0" parTransId="{C446A2AD-0269-444D-8BE7-FC5E101E374B}" sibTransId="{405B03A4-BB94-428A-96CF-1A012A7ECFE2}"/>
    <dgm:cxn modelId="{4683C61E-B856-4A5A-9CE5-FF2E193E57DB}" type="presOf" srcId="{56471797-95E4-4684-95BA-AAD40401ED89}" destId="{31145237-15DF-466C-B590-A04C21D6E015}" srcOrd="0" destOrd="0" presId="urn:microsoft.com/office/officeart/2005/8/layout/list1"/>
    <dgm:cxn modelId="{13371B21-88AB-42B6-83DF-0FE5DD744CA2}" type="presOf" srcId="{5C48FA11-52F4-4909-AC7C-2F76F9442E14}" destId="{5927867B-5AEC-41C4-A467-2C66E07E7FC1}" srcOrd="0" destOrd="1" presId="urn:microsoft.com/office/officeart/2005/8/layout/list1"/>
    <dgm:cxn modelId="{8900C560-C7BC-44A5-BBA8-2CBE9DABE8DE}" type="presOf" srcId="{383662F8-BDC5-465F-AC8F-FBFE7978F811}" destId="{3E9CA365-EBB5-4321-AC38-04A7B9DAD49D}" srcOrd="0" destOrd="0" presId="urn:microsoft.com/office/officeart/2005/8/layout/list1"/>
    <dgm:cxn modelId="{3C347F64-53A5-4D60-9D23-DB5E94C6865A}" srcId="{712C67DC-193E-4E07-8B1A-C5271E41F167}" destId="{C10077E7-FB92-4FFB-BB99-4759D1F889DB}" srcOrd="0" destOrd="0" parTransId="{522EED65-C576-4C14-B6C2-322F32C811A2}" sibTransId="{55F3CF74-FB5A-4C53-9DE3-24503319869C}"/>
    <dgm:cxn modelId="{CFF56949-748F-49AC-9276-2386F1B97CF3}" srcId="{712C67DC-193E-4E07-8B1A-C5271E41F167}" destId="{DFD9D541-7DF0-4D0E-B629-DADEEC398AC7}" srcOrd="1" destOrd="0" parTransId="{38DF8274-7FCA-428E-98AF-8E47C0E8078B}" sibTransId="{99918FDF-C4A9-4CE7-A0D6-A8E45683BCC3}"/>
    <dgm:cxn modelId="{6503734B-074F-4D70-BBD6-4458658F52F0}" type="presOf" srcId="{96780F77-130F-4841-B5FB-25C1D16656F8}" destId="{DAD7DF31-B989-449D-8329-C9B7887F79DF}" srcOrd="0" destOrd="0" presId="urn:microsoft.com/office/officeart/2005/8/layout/list1"/>
    <dgm:cxn modelId="{637EB64D-EEBC-4BD8-A4ED-EF5BF588C87A}" srcId="{1CF6B0E8-231D-48F5-A89D-2B48F1C26A66}" destId="{712C67DC-193E-4E07-8B1A-C5271E41F167}" srcOrd="0" destOrd="0" parTransId="{E93FA22B-378C-4A53-8040-ADF13A889F1B}" sibTransId="{4AB7612A-8D59-49AC-B376-D8EBA28B250B}"/>
    <dgm:cxn modelId="{9BBDA370-9153-49B5-9052-A52AFCC5A344}" type="presOf" srcId="{383662F8-BDC5-465F-AC8F-FBFE7978F811}" destId="{C1848AA5-91C8-4FC5-B188-85EEA24FF932}" srcOrd="1" destOrd="0" presId="urn:microsoft.com/office/officeart/2005/8/layout/list1"/>
    <dgm:cxn modelId="{3E18D787-6BDD-4207-A90A-D3CC2CE8AFB5}" srcId="{383662F8-BDC5-465F-AC8F-FBFE7978F811}" destId="{5C48FA11-52F4-4909-AC7C-2F76F9442E14}" srcOrd="1" destOrd="0" parTransId="{DE51B45A-63A9-4A48-8292-912D52F0F9E9}" sibTransId="{DC4204C1-7C42-48B4-A72C-56974ED4E0EF}"/>
    <dgm:cxn modelId="{61869389-9C9E-470F-A9B4-2E4415A08F12}" type="presOf" srcId="{1CF6B0E8-231D-48F5-A89D-2B48F1C26A66}" destId="{62EC3692-6BB9-4B5A-AA98-4CA38D2AEFA8}" srcOrd="1" destOrd="0" presId="urn:microsoft.com/office/officeart/2005/8/layout/list1"/>
    <dgm:cxn modelId="{2565CE98-C943-4457-91E1-17C6B4168B6A}" type="presOf" srcId="{96780F77-130F-4841-B5FB-25C1D16656F8}" destId="{09F1C39E-8296-4F79-A179-D8F809414563}" srcOrd="1" destOrd="0" presId="urn:microsoft.com/office/officeart/2005/8/layout/list1"/>
    <dgm:cxn modelId="{066505AC-7592-4418-B735-553619D18037}" type="presOf" srcId="{FCF57B10-4C8E-444C-9578-C8615985C0DC}" destId="{5927867B-5AEC-41C4-A467-2C66E07E7FC1}" srcOrd="0" destOrd="0" presId="urn:microsoft.com/office/officeart/2005/8/layout/list1"/>
    <dgm:cxn modelId="{9203D7AD-E3F7-4EC3-B90B-EFF5804BD2B1}" srcId="{383662F8-BDC5-465F-AC8F-FBFE7978F811}" destId="{FCF57B10-4C8E-444C-9578-C8615985C0DC}" srcOrd="0" destOrd="0" parTransId="{A56B5CE7-1ADB-4EF7-9913-BF7E791808EC}" sibTransId="{1FC02E8C-8B88-45BC-9DD5-3CCC93E6A8D9}"/>
    <dgm:cxn modelId="{251EF5C3-1B39-413D-88AF-0CDA421811D8}" type="presOf" srcId="{1CF6B0E8-231D-48F5-A89D-2B48F1C26A66}" destId="{1C9630A8-FFFD-4E64-B791-5165EDEC7D6D}" srcOrd="0" destOrd="0" presId="urn:microsoft.com/office/officeart/2005/8/layout/list1"/>
    <dgm:cxn modelId="{C3F91FC4-6AD5-4C73-B6AC-A676A1A4B8F2}" srcId="{96780F77-130F-4841-B5FB-25C1D16656F8}" destId="{56471797-95E4-4684-95BA-AAD40401ED89}" srcOrd="0" destOrd="0" parTransId="{577F72AD-B6AE-44AF-9A0F-8E9C54B0606E}" sibTransId="{4AAA6C0D-5556-419A-86E0-4F7154AC0D92}"/>
    <dgm:cxn modelId="{86035ED6-8750-4DD3-B566-CAA4230BD28D}" srcId="{2458FC80-2BB6-4B90-B939-28B56A3829F4}" destId="{96780F77-130F-4841-B5FB-25C1D16656F8}" srcOrd="2" destOrd="0" parTransId="{E18F8329-86F8-4F54-96CD-EE40B8DC0057}" sibTransId="{F90B337B-4306-4079-B770-6BA2AFD76B00}"/>
    <dgm:cxn modelId="{8779A7E9-A7FC-4328-965F-1DB88A0403C9}" type="presOf" srcId="{2458FC80-2BB6-4B90-B939-28B56A3829F4}" destId="{EFFC475E-F26E-4B82-BBE1-17C26DBB1B88}" srcOrd="0" destOrd="0" presId="urn:microsoft.com/office/officeart/2005/8/layout/list1"/>
    <dgm:cxn modelId="{80546BFE-A044-4AAC-A1D1-2E3625A04D33}" srcId="{2458FC80-2BB6-4B90-B939-28B56A3829F4}" destId="{383662F8-BDC5-465F-AC8F-FBFE7978F811}" srcOrd="1" destOrd="0" parTransId="{8F847655-6C4B-4E18-83F4-29B8A2DF7CEB}" sibTransId="{B669D28F-85CF-4C0D-8D17-D639A6FAB3E3}"/>
    <dgm:cxn modelId="{50A6C4FE-4F5D-4F3B-BBB2-D9865E8C5C5F}" type="presOf" srcId="{712C67DC-193E-4E07-8B1A-C5271E41F167}" destId="{7457CBE5-F99A-41F2-A377-65CCD6472C9A}" srcOrd="0" destOrd="0" presId="urn:microsoft.com/office/officeart/2005/8/layout/list1"/>
    <dgm:cxn modelId="{9F16898B-C507-428A-B003-23592E402582}" type="presParOf" srcId="{EFFC475E-F26E-4B82-BBE1-17C26DBB1B88}" destId="{C7E51913-605D-4E9F-9BD0-A9C84E7BBDF4}" srcOrd="0" destOrd="0" presId="urn:microsoft.com/office/officeart/2005/8/layout/list1"/>
    <dgm:cxn modelId="{77A57CC2-B7F1-420B-877D-A1F42D4CAA35}" type="presParOf" srcId="{C7E51913-605D-4E9F-9BD0-A9C84E7BBDF4}" destId="{1C9630A8-FFFD-4E64-B791-5165EDEC7D6D}" srcOrd="0" destOrd="0" presId="urn:microsoft.com/office/officeart/2005/8/layout/list1"/>
    <dgm:cxn modelId="{BD82950C-7CBA-4C37-BE95-3D56286B7A9E}" type="presParOf" srcId="{C7E51913-605D-4E9F-9BD0-A9C84E7BBDF4}" destId="{62EC3692-6BB9-4B5A-AA98-4CA38D2AEFA8}" srcOrd="1" destOrd="0" presId="urn:microsoft.com/office/officeart/2005/8/layout/list1"/>
    <dgm:cxn modelId="{111B97D6-91F3-496C-AC39-78461B69C031}" type="presParOf" srcId="{EFFC475E-F26E-4B82-BBE1-17C26DBB1B88}" destId="{5654C371-E0AE-464A-867C-94CF234ECFD4}" srcOrd="1" destOrd="0" presId="urn:microsoft.com/office/officeart/2005/8/layout/list1"/>
    <dgm:cxn modelId="{5C255312-4D94-4333-8456-08615A061709}" type="presParOf" srcId="{EFFC475E-F26E-4B82-BBE1-17C26DBB1B88}" destId="{7457CBE5-F99A-41F2-A377-65CCD6472C9A}" srcOrd="2" destOrd="0" presId="urn:microsoft.com/office/officeart/2005/8/layout/list1"/>
    <dgm:cxn modelId="{B6865B1A-9505-4D5E-B430-3F1D14621710}" type="presParOf" srcId="{EFFC475E-F26E-4B82-BBE1-17C26DBB1B88}" destId="{F5710FAB-D423-47ED-BBE6-F7D7D70F5665}" srcOrd="3" destOrd="0" presId="urn:microsoft.com/office/officeart/2005/8/layout/list1"/>
    <dgm:cxn modelId="{F22F07C6-50B7-400F-8CA9-E4B8C73A456D}" type="presParOf" srcId="{EFFC475E-F26E-4B82-BBE1-17C26DBB1B88}" destId="{F0AE2C9C-6550-4832-B388-3B0DA797DD54}" srcOrd="4" destOrd="0" presId="urn:microsoft.com/office/officeart/2005/8/layout/list1"/>
    <dgm:cxn modelId="{EE640FFD-22BB-441A-8AE3-34EB2D8C76D6}" type="presParOf" srcId="{F0AE2C9C-6550-4832-B388-3B0DA797DD54}" destId="{3E9CA365-EBB5-4321-AC38-04A7B9DAD49D}" srcOrd="0" destOrd="0" presId="urn:microsoft.com/office/officeart/2005/8/layout/list1"/>
    <dgm:cxn modelId="{C2875113-F284-45EB-AF0F-FF285931F6A4}" type="presParOf" srcId="{F0AE2C9C-6550-4832-B388-3B0DA797DD54}" destId="{C1848AA5-91C8-4FC5-B188-85EEA24FF932}" srcOrd="1" destOrd="0" presId="urn:microsoft.com/office/officeart/2005/8/layout/list1"/>
    <dgm:cxn modelId="{0A9B4191-D9A3-42F1-B3B8-E79316088FDB}" type="presParOf" srcId="{EFFC475E-F26E-4B82-BBE1-17C26DBB1B88}" destId="{81154752-777B-4DBA-BCF9-BAF41859A754}" srcOrd="5" destOrd="0" presId="urn:microsoft.com/office/officeart/2005/8/layout/list1"/>
    <dgm:cxn modelId="{BE59E90D-0A9F-4D3D-A4BC-F5644A3A9816}" type="presParOf" srcId="{EFFC475E-F26E-4B82-BBE1-17C26DBB1B88}" destId="{5927867B-5AEC-41C4-A467-2C66E07E7FC1}" srcOrd="6" destOrd="0" presId="urn:microsoft.com/office/officeart/2005/8/layout/list1"/>
    <dgm:cxn modelId="{8540D655-3A5F-409E-9664-28FD40D8C932}" type="presParOf" srcId="{EFFC475E-F26E-4B82-BBE1-17C26DBB1B88}" destId="{4C618163-B3FC-4EE0-8669-570160E15A5C}" srcOrd="7" destOrd="0" presId="urn:microsoft.com/office/officeart/2005/8/layout/list1"/>
    <dgm:cxn modelId="{D4D53E18-4E62-4C2D-9184-B8CCE7FEB4EC}" type="presParOf" srcId="{EFFC475E-F26E-4B82-BBE1-17C26DBB1B88}" destId="{A9DDF4B4-E930-42D7-81D3-7CA0DC4AA2CE}" srcOrd="8" destOrd="0" presId="urn:microsoft.com/office/officeart/2005/8/layout/list1"/>
    <dgm:cxn modelId="{BB869D79-FA3F-4D34-8EFC-84BF5D5605C8}" type="presParOf" srcId="{A9DDF4B4-E930-42D7-81D3-7CA0DC4AA2CE}" destId="{DAD7DF31-B989-449D-8329-C9B7887F79DF}" srcOrd="0" destOrd="0" presId="urn:microsoft.com/office/officeart/2005/8/layout/list1"/>
    <dgm:cxn modelId="{E9D4EA60-CB79-43D9-99A9-33652AED77D8}" type="presParOf" srcId="{A9DDF4B4-E930-42D7-81D3-7CA0DC4AA2CE}" destId="{09F1C39E-8296-4F79-A179-D8F809414563}" srcOrd="1" destOrd="0" presId="urn:microsoft.com/office/officeart/2005/8/layout/list1"/>
    <dgm:cxn modelId="{8DFF5D07-A2EA-4E9F-A712-190A5DA4D195}" type="presParOf" srcId="{EFFC475E-F26E-4B82-BBE1-17C26DBB1B88}" destId="{A54230F3-07D7-4C36-9301-9FC8C28E9F51}" srcOrd="9" destOrd="0" presId="urn:microsoft.com/office/officeart/2005/8/layout/list1"/>
    <dgm:cxn modelId="{11307A7A-7308-4503-B97D-B0CB5D465DBD}" type="presParOf" srcId="{EFFC475E-F26E-4B82-BBE1-17C26DBB1B88}" destId="{31145237-15DF-466C-B590-A04C21D6E015}"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DE7ABD-0BB6-443D-9C58-1DE9F86A40F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6C85B5F-0E16-4FF6-89E9-9EE07AD92BE1}">
      <dgm:prSet/>
      <dgm:spPr/>
      <dgm:t>
        <a:bodyPr/>
        <a:lstStyle/>
        <a:p>
          <a:r>
            <a:rPr lang="en-US"/>
            <a:t>Antisocial Personality Disorder</a:t>
          </a:r>
        </a:p>
      </dgm:t>
    </dgm:pt>
    <dgm:pt modelId="{99439AB8-58D6-41D7-B02D-A0F556199877}" type="parTrans" cxnId="{ED8FA1F6-1B7B-4F10-9054-6FC928948A7E}">
      <dgm:prSet/>
      <dgm:spPr/>
      <dgm:t>
        <a:bodyPr/>
        <a:lstStyle/>
        <a:p>
          <a:endParaRPr lang="en-US"/>
        </a:p>
      </dgm:t>
    </dgm:pt>
    <dgm:pt modelId="{E8D576C9-1387-479F-9BA4-CD2FBD6F7CBD}" type="sibTrans" cxnId="{ED8FA1F6-1B7B-4F10-9054-6FC928948A7E}">
      <dgm:prSet/>
      <dgm:spPr/>
      <dgm:t>
        <a:bodyPr/>
        <a:lstStyle/>
        <a:p>
          <a:endParaRPr lang="en-US"/>
        </a:p>
      </dgm:t>
    </dgm:pt>
    <dgm:pt modelId="{55984639-9B7F-420F-BBEC-A1E2A561E8EE}">
      <dgm:prSet/>
      <dgm:spPr/>
      <dgm:t>
        <a:bodyPr/>
        <a:lstStyle/>
        <a:p>
          <a:r>
            <a:rPr lang="en-US"/>
            <a:t>Irresponsible and antisocial behavior in adulthood</a:t>
          </a:r>
        </a:p>
      </dgm:t>
    </dgm:pt>
    <dgm:pt modelId="{15730DFD-6FDB-4FD5-81F9-98331DAFD1CF}" type="parTrans" cxnId="{1191066D-218D-4975-806F-50CA630FA8C1}">
      <dgm:prSet/>
      <dgm:spPr/>
      <dgm:t>
        <a:bodyPr/>
        <a:lstStyle/>
        <a:p>
          <a:endParaRPr lang="en-US"/>
        </a:p>
      </dgm:t>
    </dgm:pt>
    <dgm:pt modelId="{70600180-D3CA-45E7-A5C1-A1A2B0CBD867}" type="sibTrans" cxnId="{1191066D-218D-4975-806F-50CA630FA8C1}">
      <dgm:prSet/>
      <dgm:spPr/>
      <dgm:t>
        <a:bodyPr/>
        <a:lstStyle/>
        <a:p>
          <a:endParaRPr lang="en-US"/>
        </a:p>
      </dgm:t>
    </dgm:pt>
    <dgm:pt modelId="{00822FDD-9943-476C-9015-6002EDCC7771}">
      <dgm:prSet/>
      <dgm:spPr/>
      <dgm:t>
        <a:bodyPr/>
        <a:lstStyle/>
        <a:p>
          <a:r>
            <a:rPr lang="en-US"/>
            <a:t>Irritability and aggression are common, lack of empathy toward others, no remorse, reckless disregard others</a:t>
          </a:r>
        </a:p>
      </dgm:t>
    </dgm:pt>
    <dgm:pt modelId="{A1DBBE4B-36F7-4991-88C6-45EA4085289F}" type="parTrans" cxnId="{3C96C182-052E-4DEE-A6AF-2DD84033C514}">
      <dgm:prSet/>
      <dgm:spPr/>
      <dgm:t>
        <a:bodyPr/>
        <a:lstStyle/>
        <a:p>
          <a:endParaRPr lang="en-US"/>
        </a:p>
      </dgm:t>
    </dgm:pt>
    <dgm:pt modelId="{5BA32DAC-1708-4D85-BE4C-CC1FBACB400C}" type="sibTrans" cxnId="{3C96C182-052E-4DEE-A6AF-2DD84033C514}">
      <dgm:prSet/>
      <dgm:spPr/>
      <dgm:t>
        <a:bodyPr/>
        <a:lstStyle/>
        <a:p>
          <a:endParaRPr lang="en-US"/>
        </a:p>
      </dgm:t>
    </dgm:pt>
    <dgm:pt modelId="{19556A86-EDC1-4ADE-B56E-56131082CF8F}">
      <dgm:prSet/>
      <dgm:spPr/>
      <dgm:t>
        <a:bodyPr/>
        <a:lstStyle/>
        <a:p>
          <a:r>
            <a:rPr lang="en-US"/>
            <a:t>Non-conformity to social roles, deceitful and manipulative </a:t>
          </a:r>
        </a:p>
      </dgm:t>
    </dgm:pt>
    <dgm:pt modelId="{AB176952-8C37-4C1C-9552-549389F737E5}" type="parTrans" cxnId="{1DFC05F7-87E1-4915-8BA6-766BCED85FDA}">
      <dgm:prSet/>
      <dgm:spPr/>
      <dgm:t>
        <a:bodyPr/>
        <a:lstStyle/>
        <a:p>
          <a:endParaRPr lang="en-US"/>
        </a:p>
      </dgm:t>
    </dgm:pt>
    <dgm:pt modelId="{4F9A9C0A-94F5-4AB4-B35C-CF00F17FA27A}" type="sibTrans" cxnId="{1DFC05F7-87E1-4915-8BA6-766BCED85FDA}">
      <dgm:prSet/>
      <dgm:spPr/>
      <dgm:t>
        <a:bodyPr/>
        <a:lstStyle/>
        <a:p>
          <a:endParaRPr lang="en-US"/>
        </a:p>
      </dgm:t>
    </dgm:pt>
    <dgm:pt modelId="{CB267AA0-B217-4566-B232-D2599C1C362C}">
      <dgm:prSet/>
      <dgm:spPr/>
      <dgm:t>
        <a:bodyPr/>
        <a:lstStyle/>
        <a:p>
          <a:r>
            <a:rPr lang="en-US"/>
            <a:t>Must have a history of conduct disorder</a:t>
          </a:r>
        </a:p>
      </dgm:t>
    </dgm:pt>
    <dgm:pt modelId="{BE40080D-7B0F-4B3E-8CB9-5CA4C2591B8C}" type="parTrans" cxnId="{A3812DE6-8D6B-49DD-B2B8-3DB4FD9B7B10}">
      <dgm:prSet/>
      <dgm:spPr/>
      <dgm:t>
        <a:bodyPr/>
        <a:lstStyle/>
        <a:p>
          <a:endParaRPr lang="en-US"/>
        </a:p>
      </dgm:t>
    </dgm:pt>
    <dgm:pt modelId="{873DF416-8D22-4534-B3A8-9FF048562B0E}" type="sibTrans" cxnId="{A3812DE6-8D6B-49DD-B2B8-3DB4FD9B7B10}">
      <dgm:prSet/>
      <dgm:spPr/>
      <dgm:t>
        <a:bodyPr/>
        <a:lstStyle/>
        <a:p>
          <a:endParaRPr lang="en-US"/>
        </a:p>
      </dgm:t>
    </dgm:pt>
    <dgm:pt modelId="{F07A3491-D90A-456B-841C-66435AB76E67}">
      <dgm:prSet/>
      <dgm:spPr/>
      <dgm:t>
        <a:bodyPr/>
        <a:lstStyle/>
        <a:p>
          <a:r>
            <a:rPr lang="en-US"/>
            <a:t>Borderline Personality Disorder</a:t>
          </a:r>
        </a:p>
      </dgm:t>
    </dgm:pt>
    <dgm:pt modelId="{F6CC5FD2-1868-4384-B9D2-79CC91ABBB8B}" type="parTrans" cxnId="{5E52922A-83D1-44A6-B328-02F559D97A44}">
      <dgm:prSet/>
      <dgm:spPr/>
      <dgm:t>
        <a:bodyPr/>
        <a:lstStyle/>
        <a:p>
          <a:endParaRPr lang="en-US"/>
        </a:p>
      </dgm:t>
    </dgm:pt>
    <dgm:pt modelId="{A16ECF52-FF62-45CF-9DD2-133AAC489722}" type="sibTrans" cxnId="{5E52922A-83D1-44A6-B328-02F559D97A44}">
      <dgm:prSet/>
      <dgm:spPr/>
      <dgm:t>
        <a:bodyPr/>
        <a:lstStyle/>
        <a:p>
          <a:endParaRPr lang="en-US"/>
        </a:p>
      </dgm:t>
    </dgm:pt>
    <dgm:pt modelId="{D61D00A6-598E-4764-A80C-F480CEC6AC49}">
      <dgm:prSet/>
      <dgm:spPr/>
      <dgm:t>
        <a:bodyPr/>
        <a:lstStyle/>
        <a:p>
          <a:r>
            <a:rPr lang="en-US"/>
            <a:t>Instability in mood and relationships- rapid shifts between idolizing and devaluing </a:t>
          </a:r>
        </a:p>
      </dgm:t>
    </dgm:pt>
    <dgm:pt modelId="{686E1152-E6C1-4E01-BA10-2824B01E3A14}" type="parTrans" cxnId="{5A577B0D-F78E-4C14-A390-DC1314AE78EE}">
      <dgm:prSet/>
      <dgm:spPr/>
      <dgm:t>
        <a:bodyPr/>
        <a:lstStyle/>
        <a:p>
          <a:endParaRPr lang="en-US"/>
        </a:p>
      </dgm:t>
    </dgm:pt>
    <dgm:pt modelId="{9788FFB1-7CAA-41FB-9FA0-0D7F46CA5C27}" type="sibTrans" cxnId="{5A577B0D-F78E-4C14-A390-DC1314AE78EE}">
      <dgm:prSet/>
      <dgm:spPr/>
      <dgm:t>
        <a:bodyPr/>
        <a:lstStyle/>
        <a:p>
          <a:endParaRPr lang="en-US"/>
        </a:p>
      </dgm:t>
    </dgm:pt>
    <dgm:pt modelId="{1FCB0D1B-A7E3-4B26-96B5-5A3195B2C1DF}">
      <dgm:prSet/>
      <dgm:spPr/>
      <dgm:t>
        <a:bodyPr/>
        <a:lstStyle/>
        <a:p>
          <a:r>
            <a:rPr lang="en-US"/>
            <a:t>Intense fear of abandonment- drastic actions to avoide being abandon</a:t>
          </a:r>
        </a:p>
      </dgm:t>
    </dgm:pt>
    <dgm:pt modelId="{A2DC5B09-803E-489D-A2B3-7DA756D7C757}" type="parTrans" cxnId="{1F9015CB-F4F0-494D-A424-594264EEB798}">
      <dgm:prSet/>
      <dgm:spPr/>
      <dgm:t>
        <a:bodyPr/>
        <a:lstStyle/>
        <a:p>
          <a:endParaRPr lang="en-US"/>
        </a:p>
      </dgm:t>
    </dgm:pt>
    <dgm:pt modelId="{56359115-5974-4238-9F4F-E30239C13CFA}" type="sibTrans" cxnId="{1F9015CB-F4F0-494D-A424-594264EEB798}">
      <dgm:prSet/>
      <dgm:spPr/>
      <dgm:t>
        <a:bodyPr/>
        <a:lstStyle/>
        <a:p>
          <a:endParaRPr lang="en-US"/>
        </a:p>
      </dgm:t>
    </dgm:pt>
    <dgm:pt modelId="{ED40C797-5E82-4F06-9D70-D9DD3A1A04F0}">
      <dgm:prSet/>
      <dgm:spPr/>
      <dgm:t>
        <a:bodyPr/>
        <a:lstStyle/>
        <a:p>
          <a:r>
            <a:rPr lang="en-US"/>
            <a:t>Manipulation to gain attention</a:t>
          </a:r>
        </a:p>
      </dgm:t>
    </dgm:pt>
    <dgm:pt modelId="{52FCF9C9-F847-4F1B-B15D-FB2185FA7585}" type="parTrans" cxnId="{78EA94DB-6EC9-4E24-A1C7-4EC19E6C140C}">
      <dgm:prSet/>
      <dgm:spPr/>
      <dgm:t>
        <a:bodyPr/>
        <a:lstStyle/>
        <a:p>
          <a:endParaRPr lang="en-US"/>
        </a:p>
      </dgm:t>
    </dgm:pt>
    <dgm:pt modelId="{7F17D889-D77F-4874-BEFE-0F9B25FA7D13}" type="sibTrans" cxnId="{78EA94DB-6EC9-4E24-A1C7-4EC19E6C140C}">
      <dgm:prSet/>
      <dgm:spPr/>
      <dgm:t>
        <a:bodyPr/>
        <a:lstStyle/>
        <a:p>
          <a:endParaRPr lang="en-US"/>
        </a:p>
      </dgm:t>
    </dgm:pt>
    <dgm:pt modelId="{20D46D79-A4AC-4D4A-B2DF-FC3F6973D88D}">
      <dgm:prSet/>
      <dgm:spPr/>
      <dgm:t>
        <a:bodyPr/>
        <a:lstStyle/>
        <a:p>
          <a:r>
            <a:rPr lang="en-US"/>
            <a:t>Impulsive Behaviors, risk taking, suicidal behavior. </a:t>
          </a:r>
        </a:p>
      </dgm:t>
    </dgm:pt>
    <dgm:pt modelId="{C3F048DA-FAD7-488B-8234-932494165CF3}" type="parTrans" cxnId="{3350A611-9C68-4CBE-B479-4BD35AD3B86F}">
      <dgm:prSet/>
      <dgm:spPr/>
      <dgm:t>
        <a:bodyPr/>
        <a:lstStyle/>
        <a:p>
          <a:endParaRPr lang="en-US"/>
        </a:p>
      </dgm:t>
    </dgm:pt>
    <dgm:pt modelId="{1E7C5D0A-5D20-4B24-906A-4BCDCC498EC8}" type="sibTrans" cxnId="{3350A611-9C68-4CBE-B479-4BD35AD3B86F}">
      <dgm:prSet/>
      <dgm:spPr/>
      <dgm:t>
        <a:bodyPr/>
        <a:lstStyle/>
        <a:p>
          <a:endParaRPr lang="en-US"/>
        </a:p>
      </dgm:t>
    </dgm:pt>
    <dgm:pt modelId="{98D98039-632B-4433-AF28-1A6A121B6AB0}" type="pres">
      <dgm:prSet presAssocID="{BBDE7ABD-0BB6-443D-9C58-1DE9F86A40F0}" presName="Name0" presStyleCnt="0">
        <dgm:presLayoutVars>
          <dgm:dir/>
          <dgm:animLvl val="lvl"/>
          <dgm:resizeHandles val="exact"/>
        </dgm:presLayoutVars>
      </dgm:prSet>
      <dgm:spPr/>
    </dgm:pt>
    <dgm:pt modelId="{20174198-3371-4590-AAC6-50EDB3625E6B}" type="pres">
      <dgm:prSet presAssocID="{E6C85B5F-0E16-4FF6-89E9-9EE07AD92BE1}" presName="composite" presStyleCnt="0"/>
      <dgm:spPr/>
    </dgm:pt>
    <dgm:pt modelId="{B3A7F637-4A64-4FAE-8F9F-02718B8F0026}" type="pres">
      <dgm:prSet presAssocID="{E6C85B5F-0E16-4FF6-89E9-9EE07AD92BE1}" presName="parTx" presStyleLbl="alignNode1" presStyleIdx="0" presStyleCnt="2">
        <dgm:presLayoutVars>
          <dgm:chMax val="0"/>
          <dgm:chPref val="0"/>
          <dgm:bulletEnabled val="1"/>
        </dgm:presLayoutVars>
      </dgm:prSet>
      <dgm:spPr/>
    </dgm:pt>
    <dgm:pt modelId="{61A85011-2C9B-430B-8E92-F7B563650365}" type="pres">
      <dgm:prSet presAssocID="{E6C85B5F-0E16-4FF6-89E9-9EE07AD92BE1}" presName="desTx" presStyleLbl="alignAccFollowNode1" presStyleIdx="0" presStyleCnt="2">
        <dgm:presLayoutVars>
          <dgm:bulletEnabled val="1"/>
        </dgm:presLayoutVars>
      </dgm:prSet>
      <dgm:spPr/>
    </dgm:pt>
    <dgm:pt modelId="{64DCAD59-8A56-4715-B270-11F8B76997E9}" type="pres">
      <dgm:prSet presAssocID="{E8D576C9-1387-479F-9BA4-CD2FBD6F7CBD}" presName="space" presStyleCnt="0"/>
      <dgm:spPr/>
    </dgm:pt>
    <dgm:pt modelId="{DF9EA883-A56E-4483-B009-F3A846AC788E}" type="pres">
      <dgm:prSet presAssocID="{F07A3491-D90A-456B-841C-66435AB76E67}" presName="composite" presStyleCnt="0"/>
      <dgm:spPr/>
    </dgm:pt>
    <dgm:pt modelId="{FDE1CB40-A840-4959-82B4-2B3A3D5D4D1C}" type="pres">
      <dgm:prSet presAssocID="{F07A3491-D90A-456B-841C-66435AB76E67}" presName="parTx" presStyleLbl="alignNode1" presStyleIdx="1" presStyleCnt="2">
        <dgm:presLayoutVars>
          <dgm:chMax val="0"/>
          <dgm:chPref val="0"/>
          <dgm:bulletEnabled val="1"/>
        </dgm:presLayoutVars>
      </dgm:prSet>
      <dgm:spPr/>
    </dgm:pt>
    <dgm:pt modelId="{EF16AFA0-614A-4BC4-AF09-048CBF977301}" type="pres">
      <dgm:prSet presAssocID="{F07A3491-D90A-456B-841C-66435AB76E67}" presName="desTx" presStyleLbl="alignAccFollowNode1" presStyleIdx="1" presStyleCnt="2">
        <dgm:presLayoutVars>
          <dgm:bulletEnabled val="1"/>
        </dgm:presLayoutVars>
      </dgm:prSet>
      <dgm:spPr/>
    </dgm:pt>
  </dgm:ptLst>
  <dgm:cxnLst>
    <dgm:cxn modelId="{5A577B0D-F78E-4C14-A390-DC1314AE78EE}" srcId="{F07A3491-D90A-456B-841C-66435AB76E67}" destId="{D61D00A6-598E-4764-A80C-F480CEC6AC49}" srcOrd="0" destOrd="0" parTransId="{686E1152-E6C1-4E01-BA10-2824B01E3A14}" sibTransId="{9788FFB1-7CAA-41FB-9FA0-0D7F46CA5C27}"/>
    <dgm:cxn modelId="{3350A611-9C68-4CBE-B479-4BD35AD3B86F}" srcId="{ED40C797-5E82-4F06-9D70-D9DD3A1A04F0}" destId="{20D46D79-A4AC-4D4A-B2DF-FC3F6973D88D}" srcOrd="0" destOrd="0" parTransId="{C3F048DA-FAD7-488B-8234-932494165CF3}" sibTransId="{1E7C5D0A-5D20-4B24-906A-4BCDCC498EC8}"/>
    <dgm:cxn modelId="{03AF4822-8678-4FE8-BD97-6C2B1515A3B0}" type="presOf" srcId="{1FCB0D1B-A7E3-4B26-96B5-5A3195B2C1DF}" destId="{EF16AFA0-614A-4BC4-AF09-048CBF977301}" srcOrd="0" destOrd="1" presId="urn:microsoft.com/office/officeart/2005/8/layout/hList1"/>
    <dgm:cxn modelId="{B5523824-F796-4BE8-B08E-205A3C2CEE8E}" type="presOf" srcId="{CB267AA0-B217-4566-B232-D2599C1C362C}" destId="{61A85011-2C9B-430B-8E92-F7B563650365}" srcOrd="0" destOrd="3" presId="urn:microsoft.com/office/officeart/2005/8/layout/hList1"/>
    <dgm:cxn modelId="{5E52922A-83D1-44A6-B328-02F559D97A44}" srcId="{BBDE7ABD-0BB6-443D-9C58-1DE9F86A40F0}" destId="{F07A3491-D90A-456B-841C-66435AB76E67}" srcOrd="1" destOrd="0" parTransId="{F6CC5FD2-1868-4384-B9D2-79CC91ABBB8B}" sibTransId="{A16ECF52-FF62-45CF-9DD2-133AAC489722}"/>
    <dgm:cxn modelId="{2604D92B-D570-4464-ADDE-1117C096B2C5}" type="presOf" srcId="{00822FDD-9943-476C-9015-6002EDCC7771}" destId="{61A85011-2C9B-430B-8E92-F7B563650365}" srcOrd="0" destOrd="1" presId="urn:microsoft.com/office/officeart/2005/8/layout/hList1"/>
    <dgm:cxn modelId="{34C7AE5E-F4A6-4EDC-97C9-5DF2852D8D9E}" type="presOf" srcId="{19556A86-EDC1-4ADE-B56E-56131082CF8F}" destId="{61A85011-2C9B-430B-8E92-F7B563650365}" srcOrd="0" destOrd="2" presId="urn:microsoft.com/office/officeart/2005/8/layout/hList1"/>
    <dgm:cxn modelId="{E388A647-3B9D-4BD8-BAA2-52287F8A2ABF}" type="presOf" srcId="{ED40C797-5E82-4F06-9D70-D9DD3A1A04F0}" destId="{EF16AFA0-614A-4BC4-AF09-048CBF977301}" srcOrd="0" destOrd="2" presId="urn:microsoft.com/office/officeart/2005/8/layout/hList1"/>
    <dgm:cxn modelId="{1191066D-218D-4975-806F-50CA630FA8C1}" srcId="{E6C85B5F-0E16-4FF6-89E9-9EE07AD92BE1}" destId="{55984639-9B7F-420F-BBEC-A1E2A561E8EE}" srcOrd="0" destOrd="0" parTransId="{15730DFD-6FDB-4FD5-81F9-98331DAFD1CF}" sibTransId="{70600180-D3CA-45E7-A5C1-A1A2B0CBD867}"/>
    <dgm:cxn modelId="{9DECC672-566E-47BB-BC91-011866C13143}" type="presOf" srcId="{55984639-9B7F-420F-BBEC-A1E2A561E8EE}" destId="{61A85011-2C9B-430B-8E92-F7B563650365}" srcOrd="0" destOrd="0" presId="urn:microsoft.com/office/officeart/2005/8/layout/hList1"/>
    <dgm:cxn modelId="{E52FFF7A-BB0C-403F-9B25-7EF588BE5875}" type="presOf" srcId="{BBDE7ABD-0BB6-443D-9C58-1DE9F86A40F0}" destId="{98D98039-632B-4433-AF28-1A6A121B6AB0}" srcOrd="0" destOrd="0" presId="urn:microsoft.com/office/officeart/2005/8/layout/hList1"/>
    <dgm:cxn modelId="{9A00B77E-84E2-4ECB-88ED-284D721DC248}" type="presOf" srcId="{E6C85B5F-0E16-4FF6-89E9-9EE07AD92BE1}" destId="{B3A7F637-4A64-4FAE-8F9F-02718B8F0026}" srcOrd="0" destOrd="0" presId="urn:microsoft.com/office/officeart/2005/8/layout/hList1"/>
    <dgm:cxn modelId="{3C96C182-052E-4DEE-A6AF-2DD84033C514}" srcId="{E6C85B5F-0E16-4FF6-89E9-9EE07AD92BE1}" destId="{00822FDD-9943-476C-9015-6002EDCC7771}" srcOrd="1" destOrd="0" parTransId="{A1DBBE4B-36F7-4991-88C6-45EA4085289F}" sibTransId="{5BA32DAC-1708-4D85-BE4C-CC1FBACB400C}"/>
    <dgm:cxn modelId="{56088BA0-977B-466F-B900-D8DDE8D0B1C9}" type="presOf" srcId="{20D46D79-A4AC-4D4A-B2DF-FC3F6973D88D}" destId="{EF16AFA0-614A-4BC4-AF09-048CBF977301}" srcOrd="0" destOrd="3" presId="urn:microsoft.com/office/officeart/2005/8/layout/hList1"/>
    <dgm:cxn modelId="{0DCD36C6-CA9B-4903-A602-40095B0176D8}" type="presOf" srcId="{F07A3491-D90A-456B-841C-66435AB76E67}" destId="{FDE1CB40-A840-4959-82B4-2B3A3D5D4D1C}" srcOrd="0" destOrd="0" presId="urn:microsoft.com/office/officeart/2005/8/layout/hList1"/>
    <dgm:cxn modelId="{1F9015CB-F4F0-494D-A424-594264EEB798}" srcId="{F07A3491-D90A-456B-841C-66435AB76E67}" destId="{1FCB0D1B-A7E3-4B26-96B5-5A3195B2C1DF}" srcOrd="1" destOrd="0" parTransId="{A2DC5B09-803E-489D-A2B3-7DA756D7C757}" sibTransId="{56359115-5974-4238-9F4F-E30239C13CFA}"/>
    <dgm:cxn modelId="{79881FCC-15BC-44DE-86A6-13F8719BBCB6}" type="presOf" srcId="{D61D00A6-598E-4764-A80C-F480CEC6AC49}" destId="{EF16AFA0-614A-4BC4-AF09-048CBF977301}" srcOrd="0" destOrd="0" presId="urn:microsoft.com/office/officeart/2005/8/layout/hList1"/>
    <dgm:cxn modelId="{78EA94DB-6EC9-4E24-A1C7-4EC19E6C140C}" srcId="{F07A3491-D90A-456B-841C-66435AB76E67}" destId="{ED40C797-5E82-4F06-9D70-D9DD3A1A04F0}" srcOrd="2" destOrd="0" parTransId="{52FCF9C9-F847-4F1B-B15D-FB2185FA7585}" sibTransId="{7F17D889-D77F-4874-BEFE-0F9B25FA7D13}"/>
    <dgm:cxn modelId="{A3812DE6-8D6B-49DD-B2B8-3DB4FD9B7B10}" srcId="{E6C85B5F-0E16-4FF6-89E9-9EE07AD92BE1}" destId="{CB267AA0-B217-4566-B232-D2599C1C362C}" srcOrd="3" destOrd="0" parTransId="{BE40080D-7B0F-4B3E-8CB9-5CA4C2591B8C}" sibTransId="{873DF416-8D22-4534-B3A8-9FF048562B0E}"/>
    <dgm:cxn modelId="{ED8FA1F6-1B7B-4F10-9054-6FC928948A7E}" srcId="{BBDE7ABD-0BB6-443D-9C58-1DE9F86A40F0}" destId="{E6C85B5F-0E16-4FF6-89E9-9EE07AD92BE1}" srcOrd="0" destOrd="0" parTransId="{99439AB8-58D6-41D7-B02D-A0F556199877}" sibTransId="{E8D576C9-1387-479F-9BA4-CD2FBD6F7CBD}"/>
    <dgm:cxn modelId="{1DFC05F7-87E1-4915-8BA6-766BCED85FDA}" srcId="{E6C85B5F-0E16-4FF6-89E9-9EE07AD92BE1}" destId="{19556A86-EDC1-4ADE-B56E-56131082CF8F}" srcOrd="2" destOrd="0" parTransId="{AB176952-8C37-4C1C-9552-549389F737E5}" sibTransId="{4F9A9C0A-94F5-4AB4-B35C-CF00F17FA27A}"/>
    <dgm:cxn modelId="{BD1AB36E-A177-42F6-B1D4-194341C141F4}" type="presParOf" srcId="{98D98039-632B-4433-AF28-1A6A121B6AB0}" destId="{20174198-3371-4590-AAC6-50EDB3625E6B}" srcOrd="0" destOrd="0" presId="urn:microsoft.com/office/officeart/2005/8/layout/hList1"/>
    <dgm:cxn modelId="{7AD21FA7-1619-475B-A182-DA2CD7244A0D}" type="presParOf" srcId="{20174198-3371-4590-AAC6-50EDB3625E6B}" destId="{B3A7F637-4A64-4FAE-8F9F-02718B8F0026}" srcOrd="0" destOrd="0" presId="urn:microsoft.com/office/officeart/2005/8/layout/hList1"/>
    <dgm:cxn modelId="{53DF8296-B6B2-4EA6-99A8-04EABCB79290}" type="presParOf" srcId="{20174198-3371-4590-AAC6-50EDB3625E6B}" destId="{61A85011-2C9B-430B-8E92-F7B563650365}" srcOrd="1" destOrd="0" presId="urn:microsoft.com/office/officeart/2005/8/layout/hList1"/>
    <dgm:cxn modelId="{914C39F3-D0B0-469D-87EB-854C88DDEDEE}" type="presParOf" srcId="{98D98039-632B-4433-AF28-1A6A121B6AB0}" destId="{64DCAD59-8A56-4715-B270-11F8B76997E9}" srcOrd="1" destOrd="0" presId="urn:microsoft.com/office/officeart/2005/8/layout/hList1"/>
    <dgm:cxn modelId="{651873C0-7BEC-4A70-A687-072F294089F0}" type="presParOf" srcId="{98D98039-632B-4433-AF28-1A6A121B6AB0}" destId="{DF9EA883-A56E-4483-B009-F3A846AC788E}" srcOrd="2" destOrd="0" presId="urn:microsoft.com/office/officeart/2005/8/layout/hList1"/>
    <dgm:cxn modelId="{81DB37E0-4EAD-44CE-9A85-C1239695A096}" type="presParOf" srcId="{DF9EA883-A56E-4483-B009-F3A846AC788E}" destId="{FDE1CB40-A840-4959-82B4-2B3A3D5D4D1C}" srcOrd="0" destOrd="0" presId="urn:microsoft.com/office/officeart/2005/8/layout/hList1"/>
    <dgm:cxn modelId="{467D5BD8-C76F-4387-AF70-2D47FBE0C06C}" type="presParOf" srcId="{DF9EA883-A56E-4483-B009-F3A846AC788E}" destId="{EF16AFA0-614A-4BC4-AF09-048CBF97730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C4F2A0-65F9-4433-80BE-55976CBD5DAC}">
      <dsp:nvSpPr>
        <dsp:cNvPr id="0" name=""/>
        <dsp:cNvSpPr/>
      </dsp:nvSpPr>
      <dsp:spPr>
        <a:xfrm>
          <a:off x="0" y="62336"/>
          <a:ext cx="11026742" cy="6624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a:t>Other Considerations</a:t>
          </a:r>
        </a:p>
      </dsp:txBody>
      <dsp:txXfrm>
        <a:off x="0" y="62336"/>
        <a:ext cx="11026742" cy="662400"/>
      </dsp:txXfrm>
    </dsp:sp>
    <dsp:sp modelId="{B604FA8A-A31A-4265-AF00-90247C4D0B64}">
      <dsp:nvSpPr>
        <dsp:cNvPr id="0" name=""/>
        <dsp:cNvSpPr/>
      </dsp:nvSpPr>
      <dsp:spPr>
        <a:xfrm>
          <a:off x="0" y="724736"/>
          <a:ext cx="11026742" cy="366183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a:t>Gather Data</a:t>
          </a:r>
        </a:p>
        <a:p>
          <a:pPr marL="457200" lvl="2" indent="-228600" algn="l" defTabSz="1022350">
            <a:lnSpc>
              <a:spcPct val="90000"/>
            </a:lnSpc>
            <a:spcBef>
              <a:spcPct val="0"/>
            </a:spcBef>
            <a:spcAft>
              <a:spcPct val="15000"/>
            </a:spcAft>
            <a:buChar char="•"/>
          </a:pPr>
          <a:r>
            <a:rPr lang="en-US" sz="2300" kern="1200"/>
            <a:t>Free from jargon and theoretical interpretation</a:t>
          </a:r>
        </a:p>
        <a:p>
          <a:pPr marL="457200" lvl="2" indent="-228600" algn="l" defTabSz="1022350">
            <a:lnSpc>
              <a:spcPct val="90000"/>
            </a:lnSpc>
            <a:spcBef>
              <a:spcPct val="0"/>
            </a:spcBef>
            <a:spcAft>
              <a:spcPct val="15000"/>
            </a:spcAft>
            <a:buChar char="•"/>
          </a:pPr>
          <a:r>
            <a:rPr lang="en-US" sz="2300" kern="1200"/>
            <a:t>Gather Relevant Information (General Intake)</a:t>
          </a:r>
        </a:p>
        <a:p>
          <a:pPr marL="685800" lvl="3" indent="-228600" algn="l" defTabSz="1022350">
            <a:lnSpc>
              <a:spcPct val="90000"/>
            </a:lnSpc>
            <a:spcBef>
              <a:spcPct val="0"/>
            </a:spcBef>
            <a:spcAft>
              <a:spcPct val="15000"/>
            </a:spcAft>
            <a:buChar char="•"/>
          </a:pPr>
          <a:r>
            <a:rPr lang="en-US" sz="2300" kern="1200"/>
            <a:t>Identifying date-age, gender, relationship status, cultural influence…</a:t>
          </a:r>
        </a:p>
        <a:p>
          <a:pPr marL="685800" lvl="3" indent="-228600" algn="l" defTabSz="1022350">
            <a:lnSpc>
              <a:spcPct val="90000"/>
            </a:lnSpc>
            <a:spcBef>
              <a:spcPct val="0"/>
            </a:spcBef>
            <a:spcAft>
              <a:spcPct val="15000"/>
            </a:spcAft>
            <a:buChar char="•"/>
          </a:pPr>
          <a:r>
            <a:rPr lang="en-US" sz="2300" kern="1200"/>
            <a:t>Reason for seeking therapy</a:t>
          </a:r>
        </a:p>
        <a:p>
          <a:pPr marL="685800" lvl="3" indent="-228600" algn="l" defTabSz="1022350">
            <a:lnSpc>
              <a:spcPct val="90000"/>
            </a:lnSpc>
            <a:spcBef>
              <a:spcPct val="0"/>
            </a:spcBef>
            <a:spcAft>
              <a:spcPct val="15000"/>
            </a:spcAft>
            <a:buChar char="•"/>
          </a:pPr>
          <a:r>
            <a:rPr lang="en-US" sz="2300" kern="1200"/>
            <a:t>Background information</a:t>
          </a:r>
        </a:p>
        <a:p>
          <a:pPr marL="228600" lvl="1" indent="-228600" algn="l" defTabSz="1022350">
            <a:lnSpc>
              <a:spcPct val="90000"/>
            </a:lnSpc>
            <a:spcBef>
              <a:spcPct val="0"/>
            </a:spcBef>
            <a:spcAft>
              <a:spcPct val="15000"/>
            </a:spcAft>
            <a:buChar char="•"/>
          </a:pPr>
          <a:r>
            <a:rPr lang="en-US" sz="2300" kern="1200"/>
            <a:t>Problem Title- State the difficulty, dysfunction, impairment</a:t>
          </a:r>
        </a:p>
        <a:p>
          <a:pPr marL="228600" lvl="1" indent="-228600" algn="l" defTabSz="1022350">
            <a:lnSpc>
              <a:spcPct val="90000"/>
            </a:lnSpc>
            <a:spcBef>
              <a:spcPct val="0"/>
            </a:spcBef>
            <a:spcAft>
              <a:spcPct val="15000"/>
            </a:spcAft>
            <a:buChar char="•"/>
          </a:pPr>
          <a:r>
            <a:rPr lang="en-US" sz="2300" kern="1200"/>
            <a:t>Organize the data</a:t>
          </a:r>
        </a:p>
        <a:p>
          <a:pPr marL="457200" lvl="2" indent="-228600" algn="l" defTabSz="1022350">
            <a:lnSpc>
              <a:spcPct val="90000"/>
            </a:lnSpc>
            <a:spcBef>
              <a:spcPct val="0"/>
            </a:spcBef>
            <a:spcAft>
              <a:spcPct val="15000"/>
            </a:spcAft>
            <a:buChar char="•"/>
          </a:pPr>
          <a:r>
            <a:rPr lang="en-US" sz="2300" kern="1200"/>
            <a:t>SOHP- Subjective, Objective, Hypotheses, Plan</a:t>
          </a:r>
        </a:p>
      </dsp:txBody>
      <dsp:txXfrm>
        <a:off x="0" y="724736"/>
        <a:ext cx="11026742" cy="36618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9A3C30-1312-4A6D-A180-16C3470158EC}">
      <dsp:nvSpPr>
        <dsp:cNvPr id="0" name=""/>
        <dsp:cNvSpPr/>
      </dsp:nvSpPr>
      <dsp:spPr>
        <a:xfrm>
          <a:off x="-850031" y="8868"/>
          <a:ext cx="9601200" cy="9908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A3F70-A846-45AB-B4E3-DB30A6E7F20E}">
      <dsp:nvSpPr>
        <dsp:cNvPr id="0" name=""/>
        <dsp:cNvSpPr/>
      </dsp:nvSpPr>
      <dsp:spPr>
        <a:xfrm>
          <a:off x="-550291" y="231815"/>
          <a:ext cx="544981" cy="5449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194413-B4FA-4A04-96B0-2CE06C403205}">
      <dsp:nvSpPr>
        <dsp:cNvPr id="0" name=""/>
        <dsp:cNvSpPr/>
      </dsp:nvSpPr>
      <dsp:spPr>
        <a:xfrm>
          <a:off x="294430" y="8868"/>
          <a:ext cx="4320540"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977900">
            <a:lnSpc>
              <a:spcPct val="100000"/>
            </a:lnSpc>
            <a:spcBef>
              <a:spcPct val="0"/>
            </a:spcBef>
            <a:spcAft>
              <a:spcPct val="35000"/>
            </a:spcAft>
            <a:buNone/>
          </a:pPr>
          <a:r>
            <a:rPr lang="en-US" sz="2200" kern="1200"/>
            <a:t>Description of the desired state</a:t>
          </a:r>
        </a:p>
      </dsp:txBody>
      <dsp:txXfrm>
        <a:off x="294430" y="8868"/>
        <a:ext cx="4320540" cy="990876"/>
      </dsp:txXfrm>
    </dsp:sp>
    <dsp:sp modelId="{3D991BFA-91CE-4ABA-A2B9-1E9DE794C711}">
      <dsp:nvSpPr>
        <dsp:cNvPr id="0" name=""/>
        <dsp:cNvSpPr/>
      </dsp:nvSpPr>
      <dsp:spPr>
        <a:xfrm>
          <a:off x="4614970" y="8868"/>
          <a:ext cx="4133959"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800100">
            <a:lnSpc>
              <a:spcPct val="100000"/>
            </a:lnSpc>
            <a:spcBef>
              <a:spcPct val="0"/>
            </a:spcBef>
            <a:spcAft>
              <a:spcPct val="35000"/>
            </a:spcAft>
            <a:buNone/>
          </a:pPr>
          <a:r>
            <a:rPr lang="en-US" sz="1800" kern="1200"/>
            <a:t>What will the client’s experience be at the end of treatment</a:t>
          </a:r>
        </a:p>
      </dsp:txBody>
      <dsp:txXfrm>
        <a:off x="4614970" y="8868"/>
        <a:ext cx="4133959" cy="990876"/>
      </dsp:txXfrm>
    </dsp:sp>
    <dsp:sp modelId="{8227D624-3E57-4818-93BA-B3DBF11FE821}">
      <dsp:nvSpPr>
        <dsp:cNvPr id="0" name=""/>
        <dsp:cNvSpPr/>
      </dsp:nvSpPr>
      <dsp:spPr>
        <a:xfrm>
          <a:off x="-850031" y="1247464"/>
          <a:ext cx="9601200" cy="9908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92845-A75A-4B6C-8A6A-B38D8412032D}">
      <dsp:nvSpPr>
        <dsp:cNvPr id="0" name=""/>
        <dsp:cNvSpPr/>
      </dsp:nvSpPr>
      <dsp:spPr>
        <a:xfrm>
          <a:off x="-550291" y="1470411"/>
          <a:ext cx="544981" cy="5449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A6D5C7-D807-459A-98CB-3E5798C9978A}">
      <dsp:nvSpPr>
        <dsp:cNvPr id="0" name=""/>
        <dsp:cNvSpPr/>
      </dsp:nvSpPr>
      <dsp:spPr>
        <a:xfrm>
          <a:off x="294430" y="1247464"/>
          <a:ext cx="8454499"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977900">
            <a:lnSpc>
              <a:spcPct val="100000"/>
            </a:lnSpc>
            <a:spcBef>
              <a:spcPct val="0"/>
            </a:spcBef>
            <a:spcAft>
              <a:spcPct val="35000"/>
            </a:spcAft>
            <a:buNone/>
          </a:pPr>
          <a:r>
            <a:rPr lang="en-US" sz="2200" kern="1200"/>
            <a:t>Outcomes help evaluate efficacy of treatment</a:t>
          </a:r>
        </a:p>
      </dsp:txBody>
      <dsp:txXfrm>
        <a:off x="294430" y="1247464"/>
        <a:ext cx="8454499" cy="990876"/>
      </dsp:txXfrm>
    </dsp:sp>
    <dsp:sp modelId="{1A7595DA-E540-45EA-9924-DB46D1271195}">
      <dsp:nvSpPr>
        <dsp:cNvPr id="0" name=""/>
        <dsp:cNvSpPr/>
      </dsp:nvSpPr>
      <dsp:spPr>
        <a:xfrm>
          <a:off x="-850031" y="2514150"/>
          <a:ext cx="9601200" cy="9908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4225B6-D9C0-4D00-A457-C0CD628D4D6D}">
      <dsp:nvSpPr>
        <dsp:cNvPr id="0" name=""/>
        <dsp:cNvSpPr/>
      </dsp:nvSpPr>
      <dsp:spPr>
        <a:xfrm>
          <a:off x="-550291" y="2709006"/>
          <a:ext cx="544981" cy="544981"/>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D91F1A-3C4E-4BA1-B8DC-A3CF22F6D381}">
      <dsp:nvSpPr>
        <dsp:cNvPr id="0" name=""/>
        <dsp:cNvSpPr/>
      </dsp:nvSpPr>
      <dsp:spPr>
        <a:xfrm>
          <a:off x="294430" y="2486059"/>
          <a:ext cx="4320540"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977900">
            <a:lnSpc>
              <a:spcPct val="100000"/>
            </a:lnSpc>
            <a:spcBef>
              <a:spcPct val="0"/>
            </a:spcBef>
            <a:spcAft>
              <a:spcPct val="35000"/>
            </a:spcAft>
            <a:buNone/>
          </a:pPr>
          <a:r>
            <a:rPr lang="en-US" sz="2200" kern="1200"/>
            <a:t>Good outcomes	</a:t>
          </a:r>
        </a:p>
      </dsp:txBody>
      <dsp:txXfrm>
        <a:off x="294430" y="2486059"/>
        <a:ext cx="4320540" cy="990876"/>
      </dsp:txXfrm>
    </dsp:sp>
    <dsp:sp modelId="{BA3EB397-1F05-4DC5-B1A8-B36592E8800F}">
      <dsp:nvSpPr>
        <dsp:cNvPr id="0" name=""/>
        <dsp:cNvSpPr/>
      </dsp:nvSpPr>
      <dsp:spPr>
        <a:xfrm>
          <a:off x="3644605" y="2486059"/>
          <a:ext cx="6074687"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800100">
            <a:lnSpc>
              <a:spcPct val="100000"/>
            </a:lnSpc>
            <a:spcBef>
              <a:spcPct val="0"/>
            </a:spcBef>
            <a:spcAft>
              <a:spcPct val="35000"/>
            </a:spcAft>
            <a:buNone/>
          </a:pPr>
          <a:r>
            <a:rPr lang="en-US" sz="1800" kern="1200"/>
            <a:t>Are concrete and measurable</a:t>
          </a:r>
        </a:p>
        <a:p>
          <a:pPr marL="171450" lvl="1" indent="-171450" algn="l" defTabSz="800100">
            <a:lnSpc>
              <a:spcPct val="90000"/>
            </a:lnSpc>
            <a:spcBef>
              <a:spcPct val="0"/>
            </a:spcBef>
            <a:spcAft>
              <a:spcPct val="15000"/>
            </a:spcAft>
            <a:buChar char="•"/>
          </a:pPr>
          <a:r>
            <a:rPr lang="en-US" sz="1800" kern="1200"/>
            <a:t>Behavioral makers, identified skills development,  </a:t>
          </a:r>
        </a:p>
        <a:p>
          <a:pPr marL="0" lvl="0" indent="0" algn="l" defTabSz="800100">
            <a:lnSpc>
              <a:spcPct val="100000"/>
            </a:lnSpc>
            <a:spcBef>
              <a:spcPct val="0"/>
            </a:spcBef>
            <a:spcAft>
              <a:spcPct val="35000"/>
            </a:spcAft>
            <a:buNone/>
          </a:pPr>
          <a:r>
            <a:rPr lang="en-US" sz="1800" kern="1200"/>
            <a:t>General enough to avoid limitations and failure</a:t>
          </a:r>
        </a:p>
      </dsp:txBody>
      <dsp:txXfrm>
        <a:off x="3644605" y="2486059"/>
        <a:ext cx="6074687" cy="990876"/>
      </dsp:txXfrm>
    </dsp:sp>
    <dsp:sp modelId="{3EFB6ED7-A677-4670-BF0F-64BDC3A316A8}">
      <dsp:nvSpPr>
        <dsp:cNvPr id="0" name=""/>
        <dsp:cNvSpPr/>
      </dsp:nvSpPr>
      <dsp:spPr>
        <a:xfrm>
          <a:off x="-850031" y="3724654"/>
          <a:ext cx="9601200" cy="9908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11EE7E-BAAC-4FCA-91C0-B3057E3824A6}">
      <dsp:nvSpPr>
        <dsp:cNvPr id="0" name=""/>
        <dsp:cNvSpPr/>
      </dsp:nvSpPr>
      <dsp:spPr>
        <a:xfrm>
          <a:off x="-550291" y="3947602"/>
          <a:ext cx="544981" cy="5449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329BC3-FF54-4922-8B23-855A5A3BF1FA}">
      <dsp:nvSpPr>
        <dsp:cNvPr id="0" name=""/>
        <dsp:cNvSpPr/>
      </dsp:nvSpPr>
      <dsp:spPr>
        <a:xfrm>
          <a:off x="294430" y="3724654"/>
          <a:ext cx="4320540"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977900">
            <a:lnSpc>
              <a:spcPct val="100000"/>
            </a:lnSpc>
            <a:spcBef>
              <a:spcPct val="0"/>
            </a:spcBef>
            <a:spcAft>
              <a:spcPct val="35000"/>
            </a:spcAft>
            <a:buNone/>
          </a:pPr>
          <a:r>
            <a:rPr lang="en-US" sz="2200" kern="1200"/>
            <a:t>SMART Goals</a:t>
          </a:r>
        </a:p>
      </dsp:txBody>
      <dsp:txXfrm>
        <a:off x="294430" y="3724654"/>
        <a:ext cx="4320540" cy="990876"/>
      </dsp:txXfrm>
    </dsp:sp>
    <dsp:sp modelId="{BE2A9048-4D85-49ED-9597-A3752B5DF8DA}">
      <dsp:nvSpPr>
        <dsp:cNvPr id="0" name=""/>
        <dsp:cNvSpPr/>
      </dsp:nvSpPr>
      <dsp:spPr>
        <a:xfrm>
          <a:off x="2912667" y="3724654"/>
          <a:ext cx="7538564" cy="990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68" tIns="104868" rIns="104868" bIns="104868" numCol="1" spcCol="1270" anchor="ctr" anchorCtr="0">
          <a:noAutofit/>
        </a:bodyPr>
        <a:lstStyle/>
        <a:p>
          <a:pPr marL="0" lvl="0" indent="0" algn="l" defTabSz="800100">
            <a:lnSpc>
              <a:spcPct val="100000"/>
            </a:lnSpc>
            <a:spcBef>
              <a:spcPct val="0"/>
            </a:spcBef>
            <a:spcAft>
              <a:spcPct val="35000"/>
            </a:spcAft>
            <a:buNone/>
          </a:pPr>
          <a:r>
            <a:rPr lang="en-US" sz="1800" kern="1200"/>
            <a:t>Specific, Measurable, Attainable, Realistic, and Time-specific</a:t>
          </a:r>
        </a:p>
      </dsp:txBody>
      <dsp:txXfrm>
        <a:off x="2912667" y="3724654"/>
        <a:ext cx="7538564" cy="9908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78441-9BC7-4E3E-902F-E3FCEF85D803}">
      <dsp:nvSpPr>
        <dsp:cNvPr id="0" name=""/>
        <dsp:cNvSpPr/>
      </dsp:nvSpPr>
      <dsp:spPr>
        <a:xfrm>
          <a:off x="49" y="210617"/>
          <a:ext cx="4698657" cy="960799"/>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Focus on addressing presenting concern(s)</a:t>
          </a:r>
        </a:p>
      </dsp:txBody>
      <dsp:txXfrm>
        <a:off x="49" y="210617"/>
        <a:ext cx="4698657" cy="960799"/>
      </dsp:txXfrm>
    </dsp:sp>
    <dsp:sp modelId="{7F4161AF-8D53-442A-BE23-26161EF5608D}">
      <dsp:nvSpPr>
        <dsp:cNvPr id="0" name=""/>
        <dsp:cNvSpPr/>
      </dsp:nvSpPr>
      <dsp:spPr>
        <a:xfrm>
          <a:off x="49" y="1171417"/>
          <a:ext cx="4698657" cy="264069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t>Start with what the client came to treatment for and set aside other identified issues</a:t>
          </a:r>
        </a:p>
        <a:p>
          <a:pPr marL="457200" lvl="2" indent="-228600" algn="l" defTabSz="1155700">
            <a:lnSpc>
              <a:spcPct val="90000"/>
            </a:lnSpc>
            <a:spcBef>
              <a:spcPct val="0"/>
            </a:spcBef>
            <a:spcAft>
              <a:spcPct val="15000"/>
            </a:spcAft>
            <a:buChar char="•"/>
          </a:pPr>
          <a:r>
            <a:rPr lang="en-US" sz="2600" kern="1200"/>
            <a:t>Focus on multiple problems will result in non-directed therapy</a:t>
          </a:r>
        </a:p>
      </dsp:txBody>
      <dsp:txXfrm>
        <a:off x="49" y="1171417"/>
        <a:ext cx="4698657" cy="2640690"/>
      </dsp:txXfrm>
    </dsp:sp>
    <dsp:sp modelId="{946EA975-D605-46BF-91EF-B3E344E9F4C4}">
      <dsp:nvSpPr>
        <dsp:cNvPr id="0" name=""/>
        <dsp:cNvSpPr/>
      </dsp:nvSpPr>
      <dsp:spPr>
        <a:xfrm>
          <a:off x="5356518" y="210617"/>
          <a:ext cx="4698657" cy="960799"/>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a:t>Definition of problems</a:t>
          </a:r>
        </a:p>
      </dsp:txBody>
      <dsp:txXfrm>
        <a:off x="5356518" y="210617"/>
        <a:ext cx="4698657" cy="960799"/>
      </dsp:txXfrm>
    </dsp:sp>
    <dsp:sp modelId="{A1E7E8CD-DDDC-4402-A670-3ACFA3D88941}">
      <dsp:nvSpPr>
        <dsp:cNvPr id="0" name=""/>
        <dsp:cNvSpPr/>
      </dsp:nvSpPr>
      <dsp:spPr>
        <a:xfrm>
          <a:off x="5356518" y="1171417"/>
          <a:ext cx="4698657" cy="264069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a:t>Define each problem identified</a:t>
          </a:r>
        </a:p>
        <a:p>
          <a:pPr marL="228600" lvl="1" indent="-228600" algn="l" defTabSz="1155700">
            <a:lnSpc>
              <a:spcPct val="90000"/>
            </a:lnSpc>
            <a:spcBef>
              <a:spcPct val="0"/>
            </a:spcBef>
            <a:spcAft>
              <a:spcPct val="15000"/>
            </a:spcAft>
            <a:buChar char="•"/>
          </a:pPr>
          <a:r>
            <a:rPr lang="en-US" sz="2600" kern="1200"/>
            <a:t>Identify symptoms associated with diagnostic criteria</a:t>
          </a:r>
        </a:p>
      </dsp:txBody>
      <dsp:txXfrm>
        <a:off x="5356518" y="1171417"/>
        <a:ext cx="4698657" cy="26406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2C6CB-FA05-475D-ADA6-A5E4F78121DA}">
      <dsp:nvSpPr>
        <dsp:cNvPr id="0" name=""/>
        <dsp:cNvSpPr/>
      </dsp:nvSpPr>
      <dsp:spPr>
        <a:xfrm>
          <a:off x="0" y="765233"/>
          <a:ext cx="7010544" cy="141273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897FE6-3E6E-4C99-B402-65DE13855B22}">
      <dsp:nvSpPr>
        <dsp:cNvPr id="0" name=""/>
        <dsp:cNvSpPr/>
      </dsp:nvSpPr>
      <dsp:spPr>
        <a:xfrm>
          <a:off x="427353" y="1083100"/>
          <a:ext cx="777006" cy="7770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0F21D4E-C465-4633-89D7-53906AC40629}">
      <dsp:nvSpPr>
        <dsp:cNvPr id="0" name=""/>
        <dsp:cNvSpPr/>
      </dsp:nvSpPr>
      <dsp:spPr>
        <a:xfrm>
          <a:off x="1631713" y="765233"/>
          <a:ext cx="5378830" cy="1412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515" tIns="149515" rIns="149515" bIns="149515" numCol="1" spcCol="1270" anchor="ctr" anchorCtr="0">
          <a:noAutofit/>
        </a:bodyPr>
        <a:lstStyle/>
        <a:p>
          <a:pPr marL="0" lvl="0" indent="0" algn="l" defTabSz="1111250">
            <a:lnSpc>
              <a:spcPct val="90000"/>
            </a:lnSpc>
            <a:spcBef>
              <a:spcPct val="0"/>
            </a:spcBef>
            <a:spcAft>
              <a:spcPct val="35000"/>
            </a:spcAft>
            <a:buNone/>
          </a:pPr>
          <a:r>
            <a:rPr lang="en-US" sz="2500" kern="1200"/>
            <a:t>Questions or concerns about treatment planning?</a:t>
          </a:r>
        </a:p>
      </dsp:txBody>
      <dsp:txXfrm>
        <a:off x="1631713" y="765233"/>
        <a:ext cx="5378830" cy="1412739"/>
      </dsp:txXfrm>
    </dsp:sp>
    <dsp:sp modelId="{7F97E597-32F9-48F1-9130-F0A21F2EE3BF}">
      <dsp:nvSpPr>
        <dsp:cNvPr id="0" name=""/>
        <dsp:cNvSpPr/>
      </dsp:nvSpPr>
      <dsp:spPr>
        <a:xfrm>
          <a:off x="0" y="2531157"/>
          <a:ext cx="7010544" cy="141273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2B0F81-36FC-4CA2-BC0D-A62EC059DA53}">
      <dsp:nvSpPr>
        <dsp:cNvPr id="0" name=""/>
        <dsp:cNvSpPr/>
      </dsp:nvSpPr>
      <dsp:spPr>
        <a:xfrm>
          <a:off x="427353" y="2849024"/>
          <a:ext cx="777006" cy="7770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D7C5D7-B5C2-426E-B1DA-DD069D730685}">
      <dsp:nvSpPr>
        <dsp:cNvPr id="0" name=""/>
        <dsp:cNvSpPr/>
      </dsp:nvSpPr>
      <dsp:spPr>
        <a:xfrm>
          <a:off x="1631713" y="2531157"/>
          <a:ext cx="5378830" cy="1412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9515" tIns="149515" rIns="149515" bIns="149515" numCol="1" spcCol="1270" anchor="ctr" anchorCtr="0">
          <a:noAutofit/>
        </a:bodyPr>
        <a:lstStyle/>
        <a:p>
          <a:pPr marL="0" lvl="0" indent="0" algn="l" defTabSz="1111250">
            <a:lnSpc>
              <a:spcPct val="90000"/>
            </a:lnSpc>
            <a:spcBef>
              <a:spcPct val="0"/>
            </a:spcBef>
            <a:spcAft>
              <a:spcPct val="35000"/>
            </a:spcAft>
            <a:buNone/>
          </a:pPr>
          <a:r>
            <a:rPr lang="en-US" sz="2500" kern="1200"/>
            <a:t>How does your experience and theoretical orientation shape your treatment planning?</a:t>
          </a:r>
        </a:p>
      </dsp:txBody>
      <dsp:txXfrm>
        <a:off x="1631713" y="2531157"/>
        <a:ext cx="5378830" cy="14127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A4FA87-E397-4948-976D-6B8E5913B8B8}">
      <dsp:nvSpPr>
        <dsp:cNvPr id="0" name=""/>
        <dsp:cNvSpPr/>
      </dsp:nvSpPr>
      <dsp:spPr>
        <a:xfrm>
          <a:off x="0" y="101790"/>
          <a:ext cx="10512862" cy="64759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Manic episode required</a:t>
          </a:r>
        </a:p>
      </dsp:txBody>
      <dsp:txXfrm>
        <a:off x="31613" y="133403"/>
        <a:ext cx="10449636" cy="584369"/>
      </dsp:txXfrm>
    </dsp:sp>
    <dsp:sp modelId="{D39A1AF2-D2CA-40F6-867C-92B881EDE1DC}">
      <dsp:nvSpPr>
        <dsp:cNvPr id="0" name=""/>
        <dsp:cNvSpPr/>
      </dsp:nvSpPr>
      <dsp:spPr>
        <a:xfrm>
          <a:off x="0" y="749385"/>
          <a:ext cx="10512862" cy="24591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78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Persistent elevated mood, can include irritability</a:t>
          </a:r>
        </a:p>
        <a:p>
          <a:pPr marL="228600" lvl="1" indent="-228600" algn="l" defTabSz="933450">
            <a:lnSpc>
              <a:spcPct val="90000"/>
            </a:lnSpc>
            <a:spcBef>
              <a:spcPct val="0"/>
            </a:spcBef>
            <a:spcAft>
              <a:spcPct val="20000"/>
            </a:spcAft>
            <a:buChar char="•"/>
          </a:pPr>
          <a:r>
            <a:rPr lang="en-US" sz="2100" kern="1200"/>
            <a:t>High energy most of the day  for at least 1 week </a:t>
          </a:r>
        </a:p>
        <a:p>
          <a:pPr marL="457200" lvl="2" indent="-228600" algn="l" defTabSz="933450">
            <a:lnSpc>
              <a:spcPct val="90000"/>
            </a:lnSpc>
            <a:spcBef>
              <a:spcPct val="0"/>
            </a:spcBef>
            <a:spcAft>
              <a:spcPct val="20000"/>
            </a:spcAft>
            <a:buChar char="•"/>
          </a:pPr>
          <a:r>
            <a:rPr lang="en-US" sz="2100" kern="1200"/>
            <a:t>Grandiosity, pressured speech, racing thoughts,  inattention, goal directed</a:t>
          </a:r>
        </a:p>
        <a:p>
          <a:pPr marL="457200" lvl="2" indent="-228600" algn="l" defTabSz="933450">
            <a:lnSpc>
              <a:spcPct val="90000"/>
            </a:lnSpc>
            <a:spcBef>
              <a:spcPct val="0"/>
            </a:spcBef>
            <a:spcAft>
              <a:spcPct val="20000"/>
            </a:spcAft>
            <a:buChar char="•"/>
          </a:pPr>
          <a:r>
            <a:rPr lang="en-US" sz="2100" kern="1200"/>
            <a:t>Risk taking, hyper sexuality</a:t>
          </a:r>
        </a:p>
        <a:p>
          <a:pPr marL="228600" lvl="1" indent="-228600" algn="l" defTabSz="933450">
            <a:lnSpc>
              <a:spcPct val="90000"/>
            </a:lnSpc>
            <a:spcBef>
              <a:spcPct val="0"/>
            </a:spcBef>
            <a:spcAft>
              <a:spcPct val="20000"/>
            </a:spcAft>
            <a:buChar char="•"/>
          </a:pPr>
          <a:r>
            <a:rPr lang="en-US" sz="2100" kern="1200"/>
            <a:t>Followed by hypomanic or depression </a:t>
          </a:r>
        </a:p>
        <a:p>
          <a:pPr marL="457200" lvl="2" indent="-228600" algn="l" defTabSz="933450">
            <a:lnSpc>
              <a:spcPct val="90000"/>
            </a:lnSpc>
            <a:spcBef>
              <a:spcPct val="0"/>
            </a:spcBef>
            <a:spcAft>
              <a:spcPct val="20000"/>
            </a:spcAft>
            <a:buChar char="•"/>
          </a:pPr>
          <a:r>
            <a:rPr lang="en-US" sz="2100" kern="1200"/>
            <a:t>Hypomanic 4 days of symptoms, change from typical behavior, severity does not cause significant impairment. </a:t>
          </a:r>
        </a:p>
      </dsp:txBody>
      <dsp:txXfrm>
        <a:off x="0" y="749385"/>
        <a:ext cx="10512862" cy="2459159"/>
      </dsp:txXfrm>
    </dsp:sp>
    <dsp:sp modelId="{C7AC6601-691D-4855-809B-03A62572C6DD}">
      <dsp:nvSpPr>
        <dsp:cNvPr id="0" name=""/>
        <dsp:cNvSpPr/>
      </dsp:nvSpPr>
      <dsp:spPr>
        <a:xfrm>
          <a:off x="0" y="3208545"/>
          <a:ext cx="10512862" cy="64759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Specifiers- Severity, Psychotic Features, Remission</a:t>
          </a:r>
        </a:p>
      </dsp:txBody>
      <dsp:txXfrm>
        <a:off x="31613" y="3240158"/>
        <a:ext cx="10449636" cy="584369"/>
      </dsp:txXfrm>
    </dsp:sp>
    <dsp:sp modelId="{25C6B20C-6E70-4107-B3B4-21C54672C2A8}">
      <dsp:nvSpPr>
        <dsp:cNvPr id="0" name=""/>
        <dsp:cNvSpPr/>
      </dsp:nvSpPr>
      <dsp:spPr>
        <a:xfrm>
          <a:off x="0" y="3933900"/>
          <a:ext cx="10512862" cy="64759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Code by current or recent episode</a:t>
          </a:r>
        </a:p>
      </dsp:txBody>
      <dsp:txXfrm>
        <a:off x="31613" y="3965513"/>
        <a:ext cx="10449636" cy="5843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B05F72-9107-423D-A783-8DB23C779719}">
      <dsp:nvSpPr>
        <dsp:cNvPr id="0" name=""/>
        <dsp:cNvSpPr/>
      </dsp:nvSpPr>
      <dsp:spPr>
        <a:xfrm>
          <a:off x="0" y="28646"/>
          <a:ext cx="11026742" cy="79150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Social Motivation</a:t>
          </a:r>
        </a:p>
      </dsp:txBody>
      <dsp:txXfrm>
        <a:off x="38638" y="67284"/>
        <a:ext cx="10949466" cy="714229"/>
      </dsp:txXfrm>
    </dsp:sp>
    <dsp:sp modelId="{6A365658-10A5-4452-863E-52175E9FF6C6}">
      <dsp:nvSpPr>
        <dsp:cNvPr id="0" name=""/>
        <dsp:cNvSpPr/>
      </dsp:nvSpPr>
      <dsp:spPr>
        <a:xfrm>
          <a:off x="0" y="820151"/>
          <a:ext cx="11026742" cy="136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099"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kern="1200"/>
            <a:t>Two main motives- Affiliation and Power</a:t>
          </a:r>
        </a:p>
        <a:p>
          <a:pPr marL="228600" lvl="1" indent="-228600" algn="l" defTabSz="1155700">
            <a:lnSpc>
              <a:spcPct val="90000"/>
            </a:lnSpc>
            <a:spcBef>
              <a:spcPct val="0"/>
            </a:spcBef>
            <a:spcAft>
              <a:spcPct val="20000"/>
            </a:spcAft>
            <a:buChar char="•"/>
          </a:pPr>
          <a:r>
            <a:rPr lang="en-US" sz="2600" kern="1200"/>
            <a:t>Affiliation- Connection or avoidance of intimate relationships</a:t>
          </a:r>
        </a:p>
        <a:p>
          <a:pPr marL="228600" lvl="1" indent="-228600" algn="l" defTabSz="1155700">
            <a:lnSpc>
              <a:spcPct val="90000"/>
            </a:lnSpc>
            <a:spcBef>
              <a:spcPct val="0"/>
            </a:spcBef>
            <a:spcAft>
              <a:spcPct val="20000"/>
            </a:spcAft>
            <a:buChar char="•"/>
          </a:pPr>
          <a:r>
            <a:rPr lang="en-US" sz="2600" kern="1200"/>
            <a:t>Power- Need for admiration, high achievement, status </a:t>
          </a:r>
        </a:p>
      </dsp:txBody>
      <dsp:txXfrm>
        <a:off x="0" y="820151"/>
        <a:ext cx="11026742" cy="1366200"/>
      </dsp:txXfrm>
    </dsp:sp>
    <dsp:sp modelId="{2F081807-C0EA-4F38-B946-FA81D294A6D9}">
      <dsp:nvSpPr>
        <dsp:cNvPr id="0" name=""/>
        <dsp:cNvSpPr/>
      </dsp:nvSpPr>
      <dsp:spPr>
        <a:xfrm>
          <a:off x="0" y="2186351"/>
          <a:ext cx="11026742" cy="79150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Cognitive Perspectives</a:t>
          </a:r>
        </a:p>
      </dsp:txBody>
      <dsp:txXfrm>
        <a:off x="38638" y="2224989"/>
        <a:ext cx="10949466" cy="714229"/>
      </dsp:txXfrm>
    </dsp:sp>
    <dsp:sp modelId="{60675495-6783-43DD-99D1-9602EB0E629A}">
      <dsp:nvSpPr>
        <dsp:cNvPr id="0" name=""/>
        <dsp:cNvSpPr/>
      </dsp:nvSpPr>
      <dsp:spPr>
        <a:xfrm>
          <a:off x="0" y="2977856"/>
          <a:ext cx="11026742" cy="136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0099"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kern="1200"/>
            <a:t>PD typically involves distorted self-image- Too high or too low</a:t>
          </a:r>
        </a:p>
        <a:p>
          <a:pPr marL="457200" lvl="2" indent="-228600" algn="l" defTabSz="1155700">
            <a:lnSpc>
              <a:spcPct val="90000"/>
            </a:lnSpc>
            <a:spcBef>
              <a:spcPct val="0"/>
            </a:spcBef>
            <a:spcAft>
              <a:spcPct val="20000"/>
            </a:spcAft>
            <a:buChar char="•"/>
          </a:pPr>
          <a:r>
            <a:rPr lang="en-US" sz="2600" kern="1200"/>
            <a:t>Leads to instability of mood states</a:t>
          </a:r>
        </a:p>
        <a:p>
          <a:pPr marL="228600" lvl="1" indent="-228600" algn="l" defTabSz="1155700">
            <a:lnSpc>
              <a:spcPct val="90000"/>
            </a:lnSpc>
            <a:spcBef>
              <a:spcPct val="0"/>
            </a:spcBef>
            <a:spcAft>
              <a:spcPct val="20000"/>
            </a:spcAft>
            <a:buChar char="•"/>
          </a:pPr>
          <a:r>
            <a:rPr lang="en-US" sz="2600" kern="1200"/>
            <a:t>Lack of real view of others- i.e. Paranoid beliefs</a:t>
          </a:r>
        </a:p>
      </dsp:txBody>
      <dsp:txXfrm>
        <a:off x="0" y="2977856"/>
        <a:ext cx="11026742" cy="13662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57CBE5-F99A-41F2-A377-65CCD6472C9A}">
      <dsp:nvSpPr>
        <dsp:cNvPr id="0" name=""/>
        <dsp:cNvSpPr/>
      </dsp:nvSpPr>
      <dsp:spPr>
        <a:xfrm>
          <a:off x="0" y="294702"/>
          <a:ext cx="10055225" cy="1285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397" tIns="354076" rIns="78039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Inappropriate And Unwarranted Suspicion of Others</a:t>
          </a:r>
        </a:p>
        <a:p>
          <a:pPr marL="342900" lvl="2" indent="-171450" algn="l" defTabSz="755650">
            <a:lnSpc>
              <a:spcPct val="90000"/>
            </a:lnSpc>
            <a:spcBef>
              <a:spcPct val="0"/>
            </a:spcBef>
            <a:spcAft>
              <a:spcPct val="15000"/>
            </a:spcAft>
            <a:buChar char="•"/>
          </a:pPr>
          <a:r>
            <a:rPr lang="en-US" sz="1700" kern="1200"/>
            <a:t>Fear being harmed or taken advantage of by others</a:t>
          </a:r>
        </a:p>
        <a:p>
          <a:pPr marL="342900" lvl="2" indent="-171450" algn="l" defTabSz="755650">
            <a:lnSpc>
              <a:spcPct val="90000"/>
            </a:lnSpc>
            <a:spcBef>
              <a:spcPct val="0"/>
            </a:spcBef>
            <a:spcAft>
              <a:spcPct val="15000"/>
            </a:spcAft>
            <a:buChar char="•"/>
          </a:pPr>
          <a:r>
            <a:rPr lang="en-US" sz="1700" kern="1200"/>
            <a:t>Based in reality and lack of delusion primary differential from Schizophrenia</a:t>
          </a:r>
        </a:p>
      </dsp:txBody>
      <dsp:txXfrm>
        <a:off x="0" y="294702"/>
        <a:ext cx="10055225" cy="1285200"/>
      </dsp:txXfrm>
    </dsp:sp>
    <dsp:sp modelId="{62EC3692-6BB9-4B5A-AA98-4CA38D2AEFA8}">
      <dsp:nvSpPr>
        <dsp:cNvPr id="0" name=""/>
        <dsp:cNvSpPr/>
      </dsp:nvSpPr>
      <dsp:spPr>
        <a:xfrm>
          <a:off x="502761" y="43782"/>
          <a:ext cx="7038657" cy="5018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044" tIns="0" rIns="266044" bIns="0" numCol="1" spcCol="1270" anchor="ctr" anchorCtr="0">
          <a:noAutofit/>
        </a:bodyPr>
        <a:lstStyle/>
        <a:p>
          <a:pPr marL="0" lvl="0" indent="0" algn="l" defTabSz="755650">
            <a:lnSpc>
              <a:spcPct val="90000"/>
            </a:lnSpc>
            <a:spcBef>
              <a:spcPct val="0"/>
            </a:spcBef>
            <a:spcAft>
              <a:spcPct val="35000"/>
            </a:spcAft>
            <a:buNone/>
          </a:pPr>
          <a:r>
            <a:rPr lang="en-US" sz="1700" kern="1200"/>
            <a:t>Paranoid Personality Disorder</a:t>
          </a:r>
        </a:p>
      </dsp:txBody>
      <dsp:txXfrm>
        <a:off x="527259" y="68280"/>
        <a:ext cx="6989661" cy="452844"/>
      </dsp:txXfrm>
    </dsp:sp>
    <dsp:sp modelId="{5927867B-5AEC-41C4-A467-2C66E07E7FC1}">
      <dsp:nvSpPr>
        <dsp:cNvPr id="0" name=""/>
        <dsp:cNvSpPr/>
      </dsp:nvSpPr>
      <dsp:spPr>
        <a:xfrm>
          <a:off x="0" y="1922622"/>
          <a:ext cx="10055225" cy="9906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397" tIns="354076" rIns="78039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Indifference toward others with limited range of emotional expression</a:t>
          </a:r>
        </a:p>
        <a:p>
          <a:pPr marL="171450" lvl="1" indent="-171450" algn="l" defTabSz="755650">
            <a:lnSpc>
              <a:spcPct val="90000"/>
            </a:lnSpc>
            <a:spcBef>
              <a:spcPct val="0"/>
            </a:spcBef>
            <a:spcAft>
              <a:spcPct val="15000"/>
            </a:spcAft>
            <a:buChar char="•"/>
          </a:pPr>
          <a:r>
            <a:rPr lang="en-US" sz="1700" kern="1200"/>
            <a:t>Typically isolated and “loners”</a:t>
          </a:r>
        </a:p>
      </dsp:txBody>
      <dsp:txXfrm>
        <a:off x="0" y="1922622"/>
        <a:ext cx="10055225" cy="990675"/>
      </dsp:txXfrm>
    </dsp:sp>
    <dsp:sp modelId="{C1848AA5-91C8-4FC5-B188-85EEA24FF932}">
      <dsp:nvSpPr>
        <dsp:cNvPr id="0" name=""/>
        <dsp:cNvSpPr/>
      </dsp:nvSpPr>
      <dsp:spPr>
        <a:xfrm>
          <a:off x="502761" y="1671702"/>
          <a:ext cx="7038657" cy="5018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044" tIns="0" rIns="266044" bIns="0" numCol="1" spcCol="1270" anchor="ctr" anchorCtr="0">
          <a:noAutofit/>
        </a:bodyPr>
        <a:lstStyle/>
        <a:p>
          <a:pPr marL="0" lvl="0" indent="0" algn="l" defTabSz="755650">
            <a:lnSpc>
              <a:spcPct val="90000"/>
            </a:lnSpc>
            <a:spcBef>
              <a:spcPct val="0"/>
            </a:spcBef>
            <a:spcAft>
              <a:spcPct val="35000"/>
            </a:spcAft>
            <a:buNone/>
          </a:pPr>
          <a:r>
            <a:rPr lang="en-US" sz="1700" kern="1200"/>
            <a:t>Schizoid Personality Disorder</a:t>
          </a:r>
        </a:p>
      </dsp:txBody>
      <dsp:txXfrm>
        <a:off x="527259" y="1696200"/>
        <a:ext cx="6989661" cy="452844"/>
      </dsp:txXfrm>
    </dsp:sp>
    <dsp:sp modelId="{31145237-15DF-466C-B590-A04C21D6E015}">
      <dsp:nvSpPr>
        <dsp:cNvPr id="0" name=""/>
        <dsp:cNvSpPr/>
      </dsp:nvSpPr>
      <dsp:spPr>
        <a:xfrm>
          <a:off x="0" y="3256017"/>
          <a:ext cx="10055225" cy="72292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397" tIns="354076" rIns="78039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Idiosyncratic behavior and cognition</a:t>
          </a:r>
        </a:p>
      </dsp:txBody>
      <dsp:txXfrm>
        <a:off x="0" y="3256017"/>
        <a:ext cx="10055225" cy="722925"/>
      </dsp:txXfrm>
    </dsp:sp>
    <dsp:sp modelId="{09F1C39E-8296-4F79-A179-D8F809414563}">
      <dsp:nvSpPr>
        <dsp:cNvPr id="0" name=""/>
        <dsp:cNvSpPr/>
      </dsp:nvSpPr>
      <dsp:spPr>
        <a:xfrm>
          <a:off x="502761" y="3005097"/>
          <a:ext cx="7038657" cy="5018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044" tIns="0" rIns="266044" bIns="0" numCol="1" spcCol="1270" anchor="ctr" anchorCtr="0">
          <a:noAutofit/>
        </a:bodyPr>
        <a:lstStyle/>
        <a:p>
          <a:pPr marL="0" lvl="0" indent="0" algn="l" defTabSz="755650">
            <a:lnSpc>
              <a:spcPct val="90000"/>
            </a:lnSpc>
            <a:spcBef>
              <a:spcPct val="0"/>
            </a:spcBef>
            <a:spcAft>
              <a:spcPct val="35000"/>
            </a:spcAft>
            <a:buNone/>
          </a:pPr>
          <a:r>
            <a:rPr lang="en-US" sz="1700" kern="1200"/>
            <a:t>Schizotypal</a:t>
          </a:r>
        </a:p>
      </dsp:txBody>
      <dsp:txXfrm>
        <a:off x="527259" y="3029595"/>
        <a:ext cx="6989661" cy="45284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A7F637-4A64-4FAE-8F9F-02718B8F0026}">
      <dsp:nvSpPr>
        <dsp:cNvPr id="0" name=""/>
        <dsp:cNvSpPr/>
      </dsp:nvSpPr>
      <dsp:spPr>
        <a:xfrm>
          <a:off x="46" y="28507"/>
          <a:ext cx="4491244" cy="604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a:t>Antisocial Personality Disorder</a:t>
          </a:r>
        </a:p>
      </dsp:txBody>
      <dsp:txXfrm>
        <a:off x="46" y="28507"/>
        <a:ext cx="4491244" cy="604800"/>
      </dsp:txXfrm>
    </dsp:sp>
    <dsp:sp modelId="{61A85011-2C9B-430B-8E92-F7B563650365}">
      <dsp:nvSpPr>
        <dsp:cNvPr id="0" name=""/>
        <dsp:cNvSpPr/>
      </dsp:nvSpPr>
      <dsp:spPr>
        <a:xfrm>
          <a:off x="46" y="633307"/>
          <a:ext cx="4491244" cy="3401055"/>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a:t>Irresponsible and antisocial behavior in adulthood</a:t>
          </a:r>
        </a:p>
        <a:p>
          <a:pPr marL="228600" lvl="1" indent="-228600" algn="l" defTabSz="933450">
            <a:lnSpc>
              <a:spcPct val="90000"/>
            </a:lnSpc>
            <a:spcBef>
              <a:spcPct val="0"/>
            </a:spcBef>
            <a:spcAft>
              <a:spcPct val="15000"/>
            </a:spcAft>
            <a:buChar char="•"/>
          </a:pPr>
          <a:r>
            <a:rPr lang="en-US" sz="2100" kern="1200"/>
            <a:t>Irritability and aggression are common, lack of empathy toward others, no remorse, reckless disregard others</a:t>
          </a:r>
        </a:p>
        <a:p>
          <a:pPr marL="228600" lvl="1" indent="-228600" algn="l" defTabSz="933450">
            <a:lnSpc>
              <a:spcPct val="90000"/>
            </a:lnSpc>
            <a:spcBef>
              <a:spcPct val="0"/>
            </a:spcBef>
            <a:spcAft>
              <a:spcPct val="15000"/>
            </a:spcAft>
            <a:buChar char="•"/>
          </a:pPr>
          <a:r>
            <a:rPr lang="en-US" sz="2100" kern="1200"/>
            <a:t>Non-conformity to social roles, deceitful and manipulative </a:t>
          </a:r>
        </a:p>
        <a:p>
          <a:pPr marL="228600" lvl="1" indent="-228600" algn="l" defTabSz="933450">
            <a:lnSpc>
              <a:spcPct val="90000"/>
            </a:lnSpc>
            <a:spcBef>
              <a:spcPct val="0"/>
            </a:spcBef>
            <a:spcAft>
              <a:spcPct val="15000"/>
            </a:spcAft>
            <a:buChar char="•"/>
          </a:pPr>
          <a:r>
            <a:rPr lang="en-US" sz="2100" kern="1200"/>
            <a:t>Must have a history of conduct disorder</a:t>
          </a:r>
        </a:p>
      </dsp:txBody>
      <dsp:txXfrm>
        <a:off x="46" y="633307"/>
        <a:ext cx="4491244" cy="3401055"/>
      </dsp:txXfrm>
    </dsp:sp>
    <dsp:sp modelId="{FDE1CB40-A840-4959-82B4-2B3A3D5D4D1C}">
      <dsp:nvSpPr>
        <dsp:cNvPr id="0" name=""/>
        <dsp:cNvSpPr/>
      </dsp:nvSpPr>
      <dsp:spPr>
        <a:xfrm>
          <a:off x="5120065" y="28507"/>
          <a:ext cx="4491244" cy="604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a:t>Borderline Personality Disorder</a:t>
          </a:r>
        </a:p>
      </dsp:txBody>
      <dsp:txXfrm>
        <a:off x="5120065" y="28507"/>
        <a:ext cx="4491244" cy="604800"/>
      </dsp:txXfrm>
    </dsp:sp>
    <dsp:sp modelId="{EF16AFA0-614A-4BC4-AF09-048CBF977301}">
      <dsp:nvSpPr>
        <dsp:cNvPr id="0" name=""/>
        <dsp:cNvSpPr/>
      </dsp:nvSpPr>
      <dsp:spPr>
        <a:xfrm>
          <a:off x="5120065" y="633307"/>
          <a:ext cx="4491244" cy="3401055"/>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a:t>Instability in mood and relationships- rapid shifts between idolizing and devaluing </a:t>
          </a:r>
        </a:p>
        <a:p>
          <a:pPr marL="228600" lvl="1" indent="-228600" algn="l" defTabSz="933450">
            <a:lnSpc>
              <a:spcPct val="90000"/>
            </a:lnSpc>
            <a:spcBef>
              <a:spcPct val="0"/>
            </a:spcBef>
            <a:spcAft>
              <a:spcPct val="15000"/>
            </a:spcAft>
            <a:buChar char="•"/>
          </a:pPr>
          <a:r>
            <a:rPr lang="en-US" sz="2100" kern="1200"/>
            <a:t>Intense fear of abandonment- drastic actions to avoide being abandon</a:t>
          </a:r>
        </a:p>
        <a:p>
          <a:pPr marL="228600" lvl="1" indent="-228600" algn="l" defTabSz="933450">
            <a:lnSpc>
              <a:spcPct val="90000"/>
            </a:lnSpc>
            <a:spcBef>
              <a:spcPct val="0"/>
            </a:spcBef>
            <a:spcAft>
              <a:spcPct val="15000"/>
            </a:spcAft>
            <a:buChar char="•"/>
          </a:pPr>
          <a:r>
            <a:rPr lang="en-US" sz="2100" kern="1200"/>
            <a:t>Manipulation to gain attention</a:t>
          </a:r>
        </a:p>
        <a:p>
          <a:pPr marL="457200" lvl="2" indent="-228600" algn="l" defTabSz="933450">
            <a:lnSpc>
              <a:spcPct val="90000"/>
            </a:lnSpc>
            <a:spcBef>
              <a:spcPct val="0"/>
            </a:spcBef>
            <a:spcAft>
              <a:spcPct val="15000"/>
            </a:spcAft>
            <a:buChar char="•"/>
          </a:pPr>
          <a:r>
            <a:rPr lang="en-US" sz="2100" kern="1200"/>
            <a:t>Impulsive Behaviors, risk taking, suicidal behavior. </a:t>
          </a:r>
        </a:p>
      </dsp:txBody>
      <dsp:txXfrm>
        <a:off x="5120065" y="633307"/>
        <a:ext cx="4491244" cy="340105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004A8D02-4E65-4CCD-8312-4AB164C6C77D}" type="datetimeFigureOut">
              <a:rPr lang="en-US"/>
              <a:t>2/23/2026</a:t>
            </a:fld>
            <a:endParaRPr/>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7C119DBA-4540-49B3-8FA9-6259387ECF9E}" type="slidenum">
              <a:rPr/>
              <a:t>‹#›</a:t>
            </a:fld>
            <a:endParaRPr/>
          </a:p>
        </p:txBody>
      </p:sp>
    </p:spTree>
    <p:extLst>
      <p:ext uri="{BB962C8B-B14F-4D97-AF65-F5344CB8AC3E}">
        <p14:creationId xmlns:p14="http://schemas.microsoft.com/office/powerpoint/2010/main" val="3587619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A755D9-D361-47B8-9652-3B4EA9776CE5}" type="datetimeFigureOut">
              <a:rPr lang="en-US"/>
              <a:t>2/23/2026</a:t>
            </a:fld>
            <a:endParaRPr/>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3177" tIns="46589" rIns="93177" bIns="46589" rtlCol="0" anchor="ctr"/>
          <a:lstStyle/>
          <a:p>
            <a:endParaRPr/>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E3B36274-F2B9-4C45-BBB4-0EDF4CD651A7}" type="slidenum">
              <a:rPr/>
              <a:t>‹#›</a:t>
            </a:fld>
            <a:endParaRPr/>
          </a:p>
        </p:txBody>
      </p:sp>
    </p:spTree>
    <p:extLst>
      <p:ext uri="{BB962C8B-B14F-4D97-AF65-F5344CB8AC3E}">
        <p14:creationId xmlns:p14="http://schemas.microsoft.com/office/powerpoint/2010/main" val="214768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1</a:t>
            </a:fld>
            <a:endParaRPr lang="en-US"/>
          </a:p>
        </p:txBody>
      </p:sp>
    </p:spTree>
    <p:extLst>
      <p:ext uri="{BB962C8B-B14F-4D97-AF65-F5344CB8AC3E}">
        <p14:creationId xmlns:p14="http://schemas.microsoft.com/office/powerpoint/2010/main" val="509441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2</a:t>
            </a:fld>
            <a:endParaRPr lang="en-US"/>
          </a:p>
        </p:txBody>
      </p:sp>
    </p:spTree>
    <p:extLst>
      <p:ext uri="{BB962C8B-B14F-4D97-AF65-F5344CB8AC3E}">
        <p14:creationId xmlns:p14="http://schemas.microsoft.com/office/powerpoint/2010/main" val="705942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B36274-F2B9-4C45-BBB4-0EDF4CD651A7}" type="slidenum">
              <a:rPr lang="en-US" smtClean="0"/>
              <a:t>3</a:t>
            </a:fld>
            <a:endParaRPr lang="en-US"/>
          </a:p>
        </p:txBody>
      </p:sp>
    </p:spTree>
    <p:extLst>
      <p:ext uri="{BB962C8B-B14F-4D97-AF65-F5344CB8AC3E}">
        <p14:creationId xmlns:p14="http://schemas.microsoft.com/office/powerpoint/2010/main" val="2448422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286BF3-AA66-43B8-8B3D-2DC54CE4021B}" type="slidenum">
              <a:rPr lang="en-US" smtClean="0"/>
              <a:t>4</a:t>
            </a:fld>
            <a:endParaRPr lang="en-US"/>
          </a:p>
        </p:txBody>
      </p:sp>
    </p:spTree>
    <p:extLst>
      <p:ext uri="{BB962C8B-B14F-4D97-AF65-F5344CB8AC3E}">
        <p14:creationId xmlns:p14="http://schemas.microsoft.com/office/powerpoint/2010/main" val="222824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286BF3-AA66-43B8-8B3D-2DC54CE4021B}" type="slidenum">
              <a:rPr lang="en-US" smtClean="0"/>
              <a:t>5</a:t>
            </a:fld>
            <a:endParaRPr lang="en-US"/>
          </a:p>
        </p:txBody>
      </p:sp>
    </p:spTree>
    <p:extLst>
      <p:ext uri="{BB962C8B-B14F-4D97-AF65-F5344CB8AC3E}">
        <p14:creationId xmlns:p14="http://schemas.microsoft.com/office/powerpoint/2010/main" val="3921734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0FDE7-FE71-46E3-9512-437B13AD5F46}" type="slidenum">
              <a:rPr lang="en-US" smtClean="0"/>
              <a:t>6</a:t>
            </a:fld>
            <a:endParaRPr lang="en-US"/>
          </a:p>
        </p:txBody>
      </p:sp>
    </p:spTree>
    <p:extLst>
      <p:ext uri="{BB962C8B-B14F-4D97-AF65-F5344CB8AC3E}">
        <p14:creationId xmlns:p14="http://schemas.microsoft.com/office/powerpoint/2010/main" val="1808842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0FDE7-FE71-46E3-9512-437B13AD5F46}" type="slidenum">
              <a:rPr lang="en-US" smtClean="0"/>
              <a:t>7</a:t>
            </a:fld>
            <a:endParaRPr lang="en-US"/>
          </a:p>
        </p:txBody>
      </p:sp>
    </p:spTree>
    <p:extLst>
      <p:ext uri="{BB962C8B-B14F-4D97-AF65-F5344CB8AC3E}">
        <p14:creationId xmlns:p14="http://schemas.microsoft.com/office/powerpoint/2010/main" val="1949473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0FDE7-FE71-46E3-9512-437B13AD5F46}" type="slidenum">
              <a:rPr lang="en-US" smtClean="0"/>
              <a:t>8</a:t>
            </a:fld>
            <a:endParaRPr lang="en-US"/>
          </a:p>
        </p:txBody>
      </p:sp>
    </p:spTree>
    <p:extLst>
      <p:ext uri="{BB962C8B-B14F-4D97-AF65-F5344CB8AC3E}">
        <p14:creationId xmlns:p14="http://schemas.microsoft.com/office/powerpoint/2010/main" val="2458371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B36274-F2B9-4C45-BBB4-0EDF4CD651A7}" type="slidenum">
              <a:rPr lang="en-US" smtClean="0"/>
              <a:t>9</a:t>
            </a:fld>
            <a:endParaRPr lang="en-US"/>
          </a:p>
        </p:txBody>
      </p:sp>
    </p:spTree>
    <p:extLst>
      <p:ext uri="{BB962C8B-B14F-4D97-AF65-F5344CB8AC3E}">
        <p14:creationId xmlns:p14="http://schemas.microsoft.com/office/powerpoint/2010/main" val="3602448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10</a:t>
            </a:fld>
            <a:endParaRPr lang="en-US"/>
          </a:p>
        </p:txBody>
      </p:sp>
    </p:spTree>
    <p:extLst>
      <p:ext uri="{BB962C8B-B14F-4D97-AF65-F5344CB8AC3E}">
        <p14:creationId xmlns:p14="http://schemas.microsoft.com/office/powerpoint/2010/main" val="3235944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11</a:t>
            </a:fld>
            <a:endParaRPr lang="en-US"/>
          </a:p>
        </p:txBody>
      </p:sp>
    </p:spTree>
    <p:extLst>
      <p:ext uri="{BB962C8B-B14F-4D97-AF65-F5344CB8AC3E}">
        <p14:creationId xmlns:p14="http://schemas.microsoft.com/office/powerpoint/2010/main" val="3674523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12</a:t>
            </a:fld>
            <a:endParaRPr lang="en-US"/>
          </a:p>
        </p:txBody>
      </p:sp>
    </p:spTree>
    <p:extLst>
      <p:ext uri="{BB962C8B-B14F-4D97-AF65-F5344CB8AC3E}">
        <p14:creationId xmlns:p14="http://schemas.microsoft.com/office/powerpoint/2010/main" val="4143829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B36274-F2B9-4C45-BBB4-0EDF4CD651A7}" type="slidenum">
              <a:rPr lang="en-US" smtClean="0"/>
              <a:t>13</a:t>
            </a:fld>
            <a:endParaRPr lang="en-US"/>
          </a:p>
        </p:txBody>
      </p:sp>
    </p:spTree>
    <p:extLst>
      <p:ext uri="{BB962C8B-B14F-4D97-AF65-F5344CB8AC3E}">
        <p14:creationId xmlns:p14="http://schemas.microsoft.com/office/powerpoint/2010/main" val="1191786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14</a:t>
            </a:fld>
            <a:endParaRPr lang="en-US"/>
          </a:p>
        </p:txBody>
      </p:sp>
    </p:spTree>
    <p:extLst>
      <p:ext uri="{BB962C8B-B14F-4D97-AF65-F5344CB8AC3E}">
        <p14:creationId xmlns:p14="http://schemas.microsoft.com/office/powerpoint/2010/main" val="7036731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15</a:t>
            </a:fld>
            <a:endParaRPr lang="en-US"/>
          </a:p>
        </p:txBody>
      </p:sp>
    </p:spTree>
    <p:extLst>
      <p:ext uri="{BB962C8B-B14F-4D97-AF65-F5344CB8AC3E}">
        <p14:creationId xmlns:p14="http://schemas.microsoft.com/office/powerpoint/2010/main" val="2009404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16</a:t>
            </a:fld>
            <a:endParaRPr lang="en-US"/>
          </a:p>
        </p:txBody>
      </p:sp>
    </p:spTree>
    <p:extLst>
      <p:ext uri="{BB962C8B-B14F-4D97-AF65-F5344CB8AC3E}">
        <p14:creationId xmlns:p14="http://schemas.microsoft.com/office/powerpoint/2010/main" val="4153484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3B36274-F2B9-4C45-BBB4-0EDF4CD651A7}" type="slidenum">
              <a:rPr lang="en-US" smtClean="0"/>
              <a:t>17</a:t>
            </a:fld>
            <a:endParaRPr lang="en-US"/>
          </a:p>
        </p:txBody>
      </p:sp>
    </p:spTree>
    <p:extLst>
      <p:ext uri="{BB962C8B-B14F-4D97-AF65-F5344CB8AC3E}">
        <p14:creationId xmlns:p14="http://schemas.microsoft.com/office/powerpoint/2010/main" val="2045145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18</a:t>
            </a:fld>
            <a:endParaRPr lang="en-US"/>
          </a:p>
        </p:txBody>
      </p:sp>
    </p:spTree>
    <p:extLst>
      <p:ext uri="{BB962C8B-B14F-4D97-AF65-F5344CB8AC3E}">
        <p14:creationId xmlns:p14="http://schemas.microsoft.com/office/powerpoint/2010/main" val="888704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19</a:t>
            </a:fld>
            <a:endParaRPr lang="en-US"/>
          </a:p>
        </p:txBody>
      </p:sp>
    </p:spTree>
    <p:extLst>
      <p:ext uri="{BB962C8B-B14F-4D97-AF65-F5344CB8AC3E}">
        <p14:creationId xmlns:p14="http://schemas.microsoft.com/office/powerpoint/2010/main" val="3879282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20</a:t>
            </a:fld>
            <a:endParaRPr lang="en-US"/>
          </a:p>
        </p:txBody>
      </p:sp>
    </p:spTree>
    <p:extLst>
      <p:ext uri="{BB962C8B-B14F-4D97-AF65-F5344CB8AC3E}">
        <p14:creationId xmlns:p14="http://schemas.microsoft.com/office/powerpoint/2010/main" val="2916458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21</a:t>
            </a:fld>
            <a:endParaRPr lang="en-US"/>
          </a:p>
        </p:txBody>
      </p:sp>
    </p:spTree>
    <p:extLst>
      <p:ext uri="{BB962C8B-B14F-4D97-AF65-F5344CB8AC3E}">
        <p14:creationId xmlns:p14="http://schemas.microsoft.com/office/powerpoint/2010/main" val="20215852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22</a:t>
            </a:fld>
            <a:endParaRPr lang="en-US"/>
          </a:p>
        </p:txBody>
      </p:sp>
    </p:spTree>
    <p:extLst>
      <p:ext uri="{BB962C8B-B14F-4D97-AF65-F5344CB8AC3E}">
        <p14:creationId xmlns:p14="http://schemas.microsoft.com/office/powerpoint/2010/main" val="321195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23</a:t>
            </a:fld>
            <a:endParaRPr lang="en-US"/>
          </a:p>
        </p:txBody>
      </p:sp>
    </p:spTree>
    <p:extLst>
      <p:ext uri="{BB962C8B-B14F-4D97-AF65-F5344CB8AC3E}">
        <p14:creationId xmlns:p14="http://schemas.microsoft.com/office/powerpoint/2010/main" val="3114803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24</a:t>
            </a:fld>
            <a:endParaRPr lang="en-US"/>
          </a:p>
        </p:txBody>
      </p:sp>
    </p:spTree>
    <p:extLst>
      <p:ext uri="{BB962C8B-B14F-4D97-AF65-F5344CB8AC3E}">
        <p14:creationId xmlns:p14="http://schemas.microsoft.com/office/powerpoint/2010/main" val="2827367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25</a:t>
            </a:fld>
            <a:endParaRPr lang="en-US"/>
          </a:p>
        </p:txBody>
      </p:sp>
    </p:spTree>
    <p:extLst>
      <p:ext uri="{BB962C8B-B14F-4D97-AF65-F5344CB8AC3E}">
        <p14:creationId xmlns:p14="http://schemas.microsoft.com/office/powerpoint/2010/main" val="38030802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26</a:t>
            </a:fld>
            <a:endParaRPr lang="en-US"/>
          </a:p>
        </p:txBody>
      </p:sp>
    </p:spTree>
    <p:extLst>
      <p:ext uri="{BB962C8B-B14F-4D97-AF65-F5344CB8AC3E}">
        <p14:creationId xmlns:p14="http://schemas.microsoft.com/office/powerpoint/2010/main" val="31412804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27</a:t>
            </a:fld>
            <a:endParaRPr lang="en-US"/>
          </a:p>
        </p:txBody>
      </p:sp>
    </p:spTree>
    <p:extLst>
      <p:ext uri="{BB962C8B-B14F-4D97-AF65-F5344CB8AC3E}">
        <p14:creationId xmlns:p14="http://schemas.microsoft.com/office/powerpoint/2010/main" val="40246494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3B36274-F2B9-4C45-BBB4-0EDF4CD651A7}" type="slidenum">
              <a:rPr lang="en-US" smtClean="0"/>
              <a:t>28</a:t>
            </a:fld>
            <a:endParaRPr lang="en-US"/>
          </a:p>
        </p:txBody>
      </p:sp>
    </p:spTree>
    <p:extLst>
      <p:ext uri="{BB962C8B-B14F-4D97-AF65-F5344CB8AC3E}">
        <p14:creationId xmlns:p14="http://schemas.microsoft.com/office/powerpoint/2010/main" val="39622863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29</a:t>
            </a:fld>
            <a:endParaRPr lang="en-US"/>
          </a:p>
        </p:txBody>
      </p:sp>
    </p:spTree>
    <p:extLst>
      <p:ext uri="{BB962C8B-B14F-4D97-AF65-F5344CB8AC3E}">
        <p14:creationId xmlns:p14="http://schemas.microsoft.com/office/powerpoint/2010/main" val="7499170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E3824F-B29A-44FF-B8DD-D5EE6327825C}" type="slidenum">
              <a:rPr lang="en-US" smtClean="0"/>
              <a:t>30</a:t>
            </a:fld>
            <a:endParaRPr lang="en-US"/>
          </a:p>
        </p:txBody>
      </p:sp>
    </p:spTree>
    <p:extLst>
      <p:ext uri="{BB962C8B-B14F-4D97-AF65-F5344CB8AC3E}">
        <p14:creationId xmlns:p14="http://schemas.microsoft.com/office/powerpoint/2010/main" val="7150414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E3824F-B29A-44FF-B8DD-D5EE6327825C}" type="slidenum">
              <a:rPr lang="en-US" smtClean="0"/>
              <a:t>31</a:t>
            </a:fld>
            <a:endParaRPr lang="en-US"/>
          </a:p>
        </p:txBody>
      </p:sp>
    </p:spTree>
    <p:extLst>
      <p:ext uri="{BB962C8B-B14F-4D97-AF65-F5344CB8AC3E}">
        <p14:creationId xmlns:p14="http://schemas.microsoft.com/office/powerpoint/2010/main" val="8552723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B36274-F2B9-4C45-BBB4-0EDF4CD651A7}" type="slidenum">
              <a:rPr lang="en-US" smtClean="0"/>
              <a:t>32</a:t>
            </a:fld>
            <a:endParaRPr lang="en-US"/>
          </a:p>
        </p:txBody>
      </p:sp>
    </p:spTree>
    <p:extLst>
      <p:ext uri="{BB962C8B-B14F-4D97-AF65-F5344CB8AC3E}">
        <p14:creationId xmlns:p14="http://schemas.microsoft.com/office/powerpoint/2010/main" val="41144056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33</a:t>
            </a:fld>
            <a:endParaRPr lang="en-US"/>
          </a:p>
        </p:txBody>
      </p:sp>
    </p:spTree>
    <p:extLst>
      <p:ext uri="{BB962C8B-B14F-4D97-AF65-F5344CB8AC3E}">
        <p14:creationId xmlns:p14="http://schemas.microsoft.com/office/powerpoint/2010/main" val="16707581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30C8B-E108-4E46-87A4-2A8149B65A67}" type="slidenum">
              <a:rPr lang="en-US" smtClean="0"/>
              <a:t>34</a:t>
            </a:fld>
            <a:endParaRPr lang="en-US"/>
          </a:p>
        </p:txBody>
      </p:sp>
    </p:spTree>
    <p:extLst>
      <p:ext uri="{BB962C8B-B14F-4D97-AF65-F5344CB8AC3E}">
        <p14:creationId xmlns:p14="http://schemas.microsoft.com/office/powerpoint/2010/main" val="30804118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30C8B-E108-4E46-87A4-2A8149B65A67}" type="slidenum">
              <a:rPr lang="en-US" smtClean="0"/>
              <a:t>35</a:t>
            </a:fld>
            <a:endParaRPr lang="en-US"/>
          </a:p>
        </p:txBody>
      </p:sp>
    </p:spTree>
    <p:extLst>
      <p:ext uri="{BB962C8B-B14F-4D97-AF65-F5344CB8AC3E}">
        <p14:creationId xmlns:p14="http://schemas.microsoft.com/office/powerpoint/2010/main" val="3936654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36</a:t>
            </a:fld>
            <a:endParaRPr lang="en-US"/>
          </a:p>
        </p:txBody>
      </p:sp>
    </p:spTree>
    <p:extLst>
      <p:ext uri="{BB962C8B-B14F-4D97-AF65-F5344CB8AC3E}">
        <p14:creationId xmlns:p14="http://schemas.microsoft.com/office/powerpoint/2010/main" val="42540915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37</a:t>
            </a:fld>
            <a:endParaRPr lang="en-US"/>
          </a:p>
        </p:txBody>
      </p:sp>
    </p:spTree>
    <p:extLst>
      <p:ext uri="{BB962C8B-B14F-4D97-AF65-F5344CB8AC3E}">
        <p14:creationId xmlns:p14="http://schemas.microsoft.com/office/powerpoint/2010/main" val="20368730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30C8B-E108-4E46-87A4-2A8149B65A67}" type="slidenum">
              <a:rPr lang="en-US" smtClean="0"/>
              <a:t>38</a:t>
            </a:fld>
            <a:endParaRPr lang="en-US"/>
          </a:p>
        </p:txBody>
      </p:sp>
    </p:spTree>
    <p:extLst>
      <p:ext uri="{BB962C8B-B14F-4D97-AF65-F5344CB8AC3E}">
        <p14:creationId xmlns:p14="http://schemas.microsoft.com/office/powerpoint/2010/main" val="6054430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39</a:t>
            </a:fld>
            <a:endParaRPr lang="en-US"/>
          </a:p>
        </p:txBody>
      </p:sp>
    </p:spTree>
    <p:extLst>
      <p:ext uri="{BB962C8B-B14F-4D97-AF65-F5344CB8AC3E}">
        <p14:creationId xmlns:p14="http://schemas.microsoft.com/office/powerpoint/2010/main" val="6687337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30C8B-E108-4E46-87A4-2A8149B65A67}" type="slidenum">
              <a:rPr lang="en-US" smtClean="0"/>
              <a:t>40</a:t>
            </a:fld>
            <a:endParaRPr lang="en-US"/>
          </a:p>
        </p:txBody>
      </p:sp>
    </p:spTree>
    <p:extLst>
      <p:ext uri="{BB962C8B-B14F-4D97-AF65-F5344CB8AC3E}">
        <p14:creationId xmlns:p14="http://schemas.microsoft.com/office/powerpoint/2010/main" val="7797778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3B36274-F2B9-4C45-BBB4-0EDF4CD651A7}" type="slidenum">
              <a:rPr lang="en-US" smtClean="0"/>
              <a:t>41</a:t>
            </a:fld>
            <a:endParaRPr lang="en-US"/>
          </a:p>
        </p:txBody>
      </p:sp>
    </p:spTree>
    <p:extLst>
      <p:ext uri="{BB962C8B-B14F-4D97-AF65-F5344CB8AC3E}">
        <p14:creationId xmlns:p14="http://schemas.microsoft.com/office/powerpoint/2010/main" val="36733010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p:txBody>
      </p:sp>
      <p:sp>
        <p:nvSpPr>
          <p:cNvPr id="4" name="Slide Number Placeholder 3"/>
          <p:cNvSpPr>
            <a:spLocks noGrp="1"/>
          </p:cNvSpPr>
          <p:nvPr>
            <p:ph type="sldNum" sz="quarter" idx="5"/>
          </p:nvPr>
        </p:nvSpPr>
        <p:spPr/>
        <p:txBody>
          <a:bodyPr/>
          <a:lstStyle/>
          <a:p>
            <a:fld id="{E3B36274-F2B9-4C45-BBB4-0EDF4CD651A7}" type="slidenum">
              <a:rPr lang="en-US" smtClean="0"/>
              <a:t>42</a:t>
            </a:fld>
            <a:endParaRPr lang="en-US"/>
          </a:p>
        </p:txBody>
      </p:sp>
    </p:spTree>
    <p:extLst>
      <p:ext uri="{BB962C8B-B14F-4D97-AF65-F5344CB8AC3E}">
        <p14:creationId xmlns:p14="http://schemas.microsoft.com/office/powerpoint/2010/main" val="20848510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7166B-FABC-3171-6F2C-89A8166075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DC4A4-F83A-E6C0-7DC9-3F35284DE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95264-74D2-DB12-0C52-87667195B4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CF35A3-0082-535B-5674-75D8850FDDA6}"/>
              </a:ext>
            </a:extLst>
          </p:cNvPr>
          <p:cNvSpPr>
            <a:spLocks noGrp="1"/>
          </p:cNvSpPr>
          <p:nvPr>
            <p:ph type="sldNum" sz="quarter" idx="5"/>
          </p:nvPr>
        </p:nvSpPr>
        <p:spPr/>
        <p:txBody>
          <a:bodyPr/>
          <a:lstStyle/>
          <a:p>
            <a:fld id="{E3B36274-F2B9-4C45-BBB4-0EDF4CD651A7}" type="slidenum">
              <a:rPr lang="en-US" smtClean="0"/>
              <a:t>43</a:t>
            </a:fld>
            <a:endParaRPr lang="en-US"/>
          </a:p>
        </p:txBody>
      </p:sp>
    </p:spTree>
    <p:extLst>
      <p:ext uri="{BB962C8B-B14F-4D97-AF65-F5344CB8AC3E}">
        <p14:creationId xmlns:p14="http://schemas.microsoft.com/office/powerpoint/2010/main" val="30645660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smtClean="0"/>
              <a:t>44</a:t>
            </a:fld>
            <a:endParaRPr lang="en-US"/>
          </a:p>
        </p:txBody>
      </p:sp>
    </p:spTree>
    <p:extLst>
      <p:ext uri="{BB962C8B-B14F-4D97-AF65-F5344CB8AC3E}">
        <p14:creationId xmlns:p14="http://schemas.microsoft.com/office/powerpoint/2010/main" val="3940947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6994" y="758952"/>
            <a:ext cx="10055781" cy="3566160"/>
          </a:xfrm>
        </p:spPr>
        <p:txBody>
          <a:bodyPr anchor="b">
            <a:normAutofit/>
          </a:bodyPr>
          <a:lstStyle>
            <a:lvl1pPr algn="l">
              <a:lnSpc>
                <a:spcPct val="85000"/>
              </a:lnSpc>
              <a:defRPr sz="7998"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099764" y="4455620"/>
            <a:ext cx="10055781" cy="1143000"/>
          </a:xfrm>
        </p:spPr>
        <p:txBody>
          <a:bodyPr lIns="91440" rIns="91440">
            <a:normAutofit/>
          </a:bodyPr>
          <a:lstStyle>
            <a:lvl1pPr marL="0" indent="0" algn="l">
              <a:buNone/>
              <a:defRPr sz="2399" cap="all" spc="200" baseline="0">
                <a:solidFill>
                  <a:schemeClr val="tx2"/>
                </a:solidFill>
                <a:latin typeface="+mj-lt"/>
              </a:defRPr>
            </a:lvl1pPr>
            <a:lvl2pPr marL="457063" indent="0" algn="ctr">
              <a:buNone/>
              <a:defRPr sz="2399"/>
            </a:lvl2pPr>
            <a:lvl3pPr marL="914126" indent="0" algn="ctr">
              <a:buNone/>
              <a:defRPr sz="2399"/>
            </a:lvl3pPr>
            <a:lvl4pPr marL="1371189" indent="0" algn="ctr">
              <a:buNone/>
              <a:defRPr sz="1999"/>
            </a:lvl4pPr>
            <a:lvl5pPr marL="1828251" indent="0" algn="ctr">
              <a:buNone/>
              <a:defRPr sz="1999"/>
            </a:lvl5pPr>
            <a:lvl6pPr marL="2285314" indent="0" algn="ctr">
              <a:buNone/>
              <a:defRPr sz="1999"/>
            </a:lvl6pPr>
            <a:lvl7pPr marL="2742377" indent="0" algn="ctr">
              <a:buNone/>
              <a:defRPr sz="1999"/>
            </a:lvl7pPr>
            <a:lvl8pPr marL="3199440" indent="0" algn="ctr">
              <a:buNone/>
              <a:defRPr sz="1999"/>
            </a:lvl8pPr>
            <a:lvl9pPr marL="3656503" indent="0" algn="ctr">
              <a:buNone/>
              <a:defRPr sz="199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829175-527E-46A3-863C-1BB1F163B849}" type="datetimeFigureOut">
              <a:rPr lang="en-US" smtClean="0"/>
              <a:t>2/23/2026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cxnSp>
        <p:nvCxnSpPr>
          <p:cNvPr id="9" name="Straight Connector 8"/>
          <p:cNvCxnSpPr/>
          <p:nvPr/>
        </p:nvCxnSpPr>
        <p:spPr>
          <a:xfrm>
            <a:off x="1207344" y="4343400"/>
            <a:ext cx="987294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54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829175-527E-46A3-863C-1BB1F163B849}" type="datetimeFigureOut">
              <a:rPr lang="en-US" smtClean="0"/>
              <a:pPr/>
              <a:t>2/23/2026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2296033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994" y="758952"/>
            <a:ext cx="10055781" cy="3566160"/>
          </a:xfrm>
        </p:spPr>
        <p:txBody>
          <a:bodyPr anchor="b" anchorCtr="0">
            <a:normAutofit/>
          </a:bodyPr>
          <a:lstStyle>
            <a:lvl1pPr>
              <a:lnSpc>
                <a:spcPct val="85000"/>
              </a:lnSpc>
              <a:defRPr sz="7998"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6994" y="4453128"/>
            <a:ext cx="10055781" cy="1143000"/>
          </a:xfrm>
        </p:spPr>
        <p:txBody>
          <a:bodyPr lIns="91440" rIns="91440" anchor="t" anchorCtr="0">
            <a:normAutofit/>
          </a:bodyPr>
          <a:lstStyle>
            <a:lvl1pPr marL="0" indent="0">
              <a:buNone/>
              <a:defRPr sz="2399" cap="all" spc="200" baseline="0">
                <a:solidFill>
                  <a:schemeClr val="tx2"/>
                </a:solidFill>
                <a:latin typeface="+mj-lt"/>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829175-527E-46A3-863C-1BB1F163B849}" type="datetimeFigureOut">
              <a:rPr lang="en-US" smtClean="0"/>
              <a:t>2/23/2026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cxnSp>
        <p:nvCxnSpPr>
          <p:cNvPr id="9" name="Straight Connector 8"/>
          <p:cNvCxnSpPr/>
          <p:nvPr/>
        </p:nvCxnSpPr>
        <p:spPr>
          <a:xfrm>
            <a:off x="1207344" y="4343400"/>
            <a:ext cx="987294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228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6994" y="286604"/>
            <a:ext cx="10055781"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6993" y="1845734"/>
            <a:ext cx="4936474"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6301" y="1845735"/>
            <a:ext cx="4936474"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829175-527E-46A3-863C-1BB1F163B849}" type="datetimeFigureOut">
              <a:rPr lang="en-US" smtClean="0"/>
              <a:pPr/>
              <a:t>2/23/2026</a:t>
            </a:fld>
            <a:endParaRPr lang="en-US"/>
          </a:p>
        </p:txBody>
      </p:sp>
      <p:sp>
        <p:nvSpPr>
          <p:cNvPr id="6" name="Footer Placeholder 5"/>
          <p:cNvSpPr>
            <a:spLocks noGrp="1"/>
          </p:cNvSpPr>
          <p:nvPr>
            <p:ph type="ftr" sz="quarter" idx="11"/>
          </p:nvPr>
        </p:nvSpPr>
        <p:spPr/>
        <p:txBody>
          <a:bodyPr/>
          <a:lstStyle/>
          <a:p>
            <a:r>
              <a:rPr lang="en-US"/>
              <a:t>Add a footer</a:t>
            </a:r>
          </a:p>
        </p:txBody>
      </p:sp>
      <p:sp>
        <p:nvSpPr>
          <p:cNvPr id="7" name="Slide Number Placeholder 6"/>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574001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6994" y="286604"/>
            <a:ext cx="10055781"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6994" y="1846052"/>
            <a:ext cx="4936474" cy="736282"/>
          </a:xfrm>
        </p:spPr>
        <p:txBody>
          <a:bodyPr lIns="91440" rIns="91440" anchor="ctr">
            <a:normAutofit/>
          </a:bodyPr>
          <a:lstStyle>
            <a:lvl1pPr marL="0" indent="0">
              <a:buNone/>
              <a:defRPr sz="1999" b="0" cap="all" baseline="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096994" y="2582334"/>
            <a:ext cx="4936474"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6301" y="1846052"/>
            <a:ext cx="4936474" cy="736282"/>
          </a:xfrm>
        </p:spPr>
        <p:txBody>
          <a:bodyPr lIns="91440" rIns="91440" anchor="ctr">
            <a:normAutofit/>
          </a:bodyPr>
          <a:lstStyle>
            <a:lvl1pPr marL="0" indent="0">
              <a:buNone/>
              <a:defRPr sz="1999" b="0" cap="all" baseline="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6301" y="2582334"/>
            <a:ext cx="4936474"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829175-527E-46A3-863C-1BB1F163B849}" type="datetimeFigureOut">
              <a:rPr lang="en-US" smtClean="0"/>
              <a:pPr/>
              <a:t>2/23/2026</a:t>
            </a:fld>
            <a:endParaRPr lang="en-US"/>
          </a:p>
        </p:txBody>
      </p:sp>
      <p:sp>
        <p:nvSpPr>
          <p:cNvPr id="8" name="Footer Placeholder 7"/>
          <p:cNvSpPr>
            <a:spLocks noGrp="1"/>
          </p:cNvSpPr>
          <p:nvPr>
            <p:ph type="ftr" sz="quarter" idx="11"/>
          </p:nvPr>
        </p:nvSpPr>
        <p:spPr/>
        <p:txBody>
          <a:bodyPr/>
          <a:lstStyle/>
          <a:p>
            <a:r>
              <a:rPr lang="en-US"/>
              <a:t>Add a footer</a:t>
            </a:r>
          </a:p>
        </p:txBody>
      </p:sp>
      <p:sp>
        <p:nvSpPr>
          <p:cNvPr id="9" name="Slide Number Placeholder 8"/>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301392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829175-527E-46A3-863C-1BB1F163B849}" type="datetimeFigureOut">
              <a:rPr lang="en-US" smtClean="0"/>
              <a:t>2/23/2026</a:t>
            </a:fld>
            <a:endParaRPr lang="en-US"/>
          </a:p>
        </p:txBody>
      </p:sp>
      <p:sp>
        <p:nvSpPr>
          <p:cNvPr id="4" name="Footer Placeholder 3"/>
          <p:cNvSpPr>
            <a:spLocks noGrp="1"/>
          </p:cNvSpPr>
          <p:nvPr>
            <p:ph type="ftr" sz="quarter" idx="11"/>
          </p:nvPr>
        </p:nvSpPr>
        <p:spPr/>
        <p:txBody>
          <a:bodyPr/>
          <a:lstStyle/>
          <a:p>
            <a:r>
              <a:rPr lang="en-US"/>
              <a:t>Add a footer</a:t>
            </a:r>
          </a:p>
        </p:txBody>
      </p:sp>
      <p:sp>
        <p:nvSpPr>
          <p:cNvPr id="5" name="Slide Number Placeholder 4"/>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1516167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3829175-527E-46A3-863C-1BB1F163B849}" type="datetimeFigureOut">
              <a:rPr lang="en-US" smtClean="0"/>
              <a:t>2/23/2026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Add a footer</a:t>
            </a:r>
          </a:p>
        </p:txBody>
      </p:sp>
      <p:sp>
        <p:nvSpPr>
          <p:cNvPr id="9" name="Slide Number Placeholder 8"/>
          <p:cNvSpPr>
            <a:spLocks noGrp="1"/>
          </p:cNvSpPr>
          <p:nvPr>
            <p:ph type="sldNum" sz="quarter" idx="12"/>
          </p:nvPr>
        </p:nvSpPr>
        <p:spPr/>
        <p:txBody>
          <a:bodyPr/>
          <a:lstStyle/>
          <a:p>
            <a:fld id="{E5137D0E-4A4F-4307-8994-C1891D747D59}" type="slidenum">
              <a:rPr lang="en-US" smtClean="0"/>
              <a:t>‹#›</a:t>
            </a:fld>
            <a:endParaRPr lang="en-US"/>
          </a:p>
        </p:txBody>
      </p:sp>
    </p:spTree>
    <p:extLst>
      <p:ext uri="{BB962C8B-B14F-4D97-AF65-F5344CB8AC3E}">
        <p14:creationId xmlns:p14="http://schemas.microsoft.com/office/powerpoint/2010/main" val="4184963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404973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39019" y="0"/>
            <a:ext cx="6399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081" y="594359"/>
            <a:ext cx="3199567" cy="2286000"/>
          </a:xfrm>
        </p:spPr>
        <p:txBody>
          <a:bodyPr anchor="b">
            <a:normAutofit/>
          </a:bodyPr>
          <a:lstStyle>
            <a:lvl1pPr>
              <a:defRPr sz="3599"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799350" y="731520"/>
            <a:ext cx="6490549"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081" y="2926080"/>
            <a:ext cx="3199567" cy="3379124"/>
          </a:xfrm>
        </p:spPr>
        <p:txBody>
          <a:bodyPr lIns="91440" rIns="91440">
            <a:normAutofit/>
          </a:bodyPr>
          <a:lstStyle>
            <a:lvl1pPr marL="0" indent="0">
              <a:buNone/>
              <a:defRPr sz="1500">
                <a:solidFill>
                  <a:srgbClr val="FFFFFF"/>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391" y="6459786"/>
            <a:ext cx="2617828" cy="365125"/>
          </a:xfrm>
        </p:spPr>
        <p:txBody>
          <a:bodyPr/>
          <a:lstStyle>
            <a:lvl1pPr algn="l">
              <a:defRPr/>
            </a:lvl1pPr>
          </a:lstStyle>
          <a:p>
            <a:fld id="{83829175-527E-46A3-863C-1BB1F163B849}" type="datetimeFigureOut">
              <a:rPr lang="en-US" smtClean="0"/>
              <a:pPr/>
              <a:t>2/23/2026</a:t>
            </a:fld>
            <a:endParaRPr lang="en-US"/>
          </a:p>
        </p:txBody>
      </p:sp>
      <p:sp>
        <p:nvSpPr>
          <p:cNvPr id="6" name="Footer Placeholder 5"/>
          <p:cNvSpPr>
            <a:spLocks noGrp="1"/>
          </p:cNvSpPr>
          <p:nvPr>
            <p:ph type="ftr" sz="quarter" idx="11"/>
          </p:nvPr>
        </p:nvSpPr>
        <p:spPr>
          <a:xfrm>
            <a:off x="4799350" y="6459786"/>
            <a:ext cx="4646990" cy="365125"/>
          </a:xfrm>
        </p:spPr>
        <p:txBody>
          <a:bodyPr/>
          <a:lstStyle>
            <a:lvl1pPr algn="l">
              <a:defRPr>
                <a:solidFill>
                  <a:schemeClr val="tx2"/>
                </a:solidFill>
              </a:defRPr>
            </a:lvl1pPr>
          </a:lstStyle>
          <a:p>
            <a:r>
              <a:rPr lang="en-US"/>
              <a:t>Add a footer</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137D0E-4A4F-4307-8994-C1891D747D59}" type="slidenum">
              <a:rPr lang="en-US" smtClean="0"/>
              <a:pPr/>
              <a:t>‹#›</a:t>
            </a:fld>
            <a:endParaRPr lang="en-US"/>
          </a:p>
        </p:txBody>
      </p:sp>
    </p:spTree>
    <p:extLst>
      <p:ext uri="{BB962C8B-B14F-4D97-AF65-F5344CB8AC3E}">
        <p14:creationId xmlns:p14="http://schemas.microsoft.com/office/powerpoint/2010/main" val="3021757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5651"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994" y="5074920"/>
            <a:ext cx="10110630" cy="822960"/>
          </a:xfrm>
        </p:spPr>
        <p:txBody>
          <a:bodyPr lIns="91440" tIns="0" rIns="91440" bIns="0" anchor="b">
            <a:noAutofit/>
          </a:bodyPr>
          <a:lstStyle>
            <a:lvl1pPr>
              <a:defRPr sz="3599"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88810" cy="4915076"/>
          </a:xfrm>
          <a:blipFill>
            <a:blip r:embed="rId2"/>
            <a:stretch>
              <a:fillRect/>
            </a:stretch>
          </a:blipFill>
        </p:spPr>
        <p:txBody>
          <a:bodyPr lIns="457200" tIns="457200" anchor="t"/>
          <a:lstStyle>
            <a:lvl1pPr marL="0" indent="0">
              <a:buNone/>
              <a:defRPr sz="3199">
                <a:solidFill>
                  <a:schemeClr val="bg1"/>
                </a:solidFill>
              </a:defRPr>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1096994" y="5907023"/>
            <a:ext cx="1011063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EF78E3-FDA3-4D28-AAA2-0B81F349A39D}"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830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829175-527E-46A3-863C-1BB1F163B849}" type="datetimeFigureOut">
              <a:rPr lang="en-US" smtClean="0"/>
              <a:pPr/>
              <a:t>2/23/2026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355083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565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565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2628" y="414779"/>
            <a:ext cx="262821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982" y="414778"/>
            <a:ext cx="7732286"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829175-527E-46A3-863C-1BB1F163B849}" type="datetimeFigureOut">
              <a:rPr lang="en-US" smtClean="0"/>
              <a:pPr/>
              <a:t>2/23/2026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E5137D0E-4A4F-4307-8994-C1891D747D59}" type="slidenum">
              <a:rPr lang="en-US" smtClean="0"/>
              <a:pPr/>
              <a:t>‹#›</a:t>
            </a:fld>
            <a:endParaRPr lang="en-US"/>
          </a:p>
        </p:txBody>
      </p:sp>
    </p:spTree>
    <p:extLst>
      <p:ext uri="{BB962C8B-B14F-4D97-AF65-F5344CB8AC3E}">
        <p14:creationId xmlns:p14="http://schemas.microsoft.com/office/powerpoint/2010/main" val="2838818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88826"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6994" y="286604"/>
            <a:ext cx="10055781"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6994" y="1845734"/>
            <a:ext cx="1005578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6995" y="6459786"/>
            <a:ext cx="2471627" cy="365125"/>
          </a:xfrm>
          <a:prstGeom prst="rect">
            <a:avLst/>
          </a:prstGeom>
        </p:spPr>
        <p:txBody>
          <a:bodyPr vert="horz" lIns="91440" tIns="45720" rIns="91440" bIns="45720" rtlCol="0" anchor="ctr"/>
          <a:lstStyle>
            <a:lvl1pPr algn="l">
              <a:defRPr sz="900">
                <a:solidFill>
                  <a:srgbClr val="FFFFFF"/>
                </a:solidFill>
              </a:defRPr>
            </a:lvl1pPr>
          </a:lstStyle>
          <a:p>
            <a:fld id="{83829175-527E-46A3-863C-1BB1F163B849}" type="datetimeFigureOut">
              <a:rPr lang="en-US" smtClean="0"/>
              <a:pPr/>
              <a:t>2/23/2026</a:t>
            </a:fld>
            <a:endParaRPr lang="en-US"/>
          </a:p>
        </p:txBody>
      </p:sp>
      <p:sp>
        <p:nvSpPr>
          <p:cNvPr id="5" name="Footer Placeholder 4"/>
          <p:cNvSpPr>
            <a:spLocks noGrp="1"/>
          </p:cNvSpPr>
          <p:nvPr>
            <p:ph type="ftr" sz="quarter" idx="3"/>
          </p:nvPr>
        </p:nvSpPr>
        <p:spPr>
          <a:xfrm>
            <a:off x="3685225" y="6459786"/>
            <a:ext cx="482154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Add a footer</a:t>
            </a:r>
          </a:p>
        </p:txBody>
      </p:sp>
      <p:sp>
        <p:nvSpPr>
          <p:cNvPr id="6" name="Slide Number Placeholder 5"/>
          <p:cNvSpPr>
            <a:spLocks noGrp="1"/>
          </p:cNvSpPr>
          <p:nvPr>
            <p:ph type="sldNum" sz="quarter" idx="4"/>
          </p:nvPr>
        </p:nvSpPr>
        <p:spPr>
          <a:xfrm>
            <a:off x="9897880" y="6459786"/>
            <a:ext cx="1311683" cy="365125"/>
          </a:xfrm>
          <a:prstGeom prst="rect">
            <a:avLst/>
          </a:prstGeom>
        </p:spPr>
        <p:txBody>
          <a:bodyPr vert="horz" lIns="91440" tIns="45720" rIns="91440" bIns="45720" rtlCol="0" anchor="ctr"/>
          <a:lstStyle>
            <a:lvl1pPr algn="r">
              <a:defRPr sz="1050">
                <a:solidFill>
                  <a:srgbClr val="FFFFFF"/>
                </a:solidFill>
              </a:defRPr>
            </a:lvl1pPr>
          </a:lstStyle>
          <a:p>
            <a:fld id="{E5137D0E-4A4F-4307-8994-C1891D747D59}" type="slidenum">
              <a:rPr lang="en-US" smtClean="0"/>
              <a:pPr/>
              <a:t>‹#›</a:t>
            </a:fld>
            <a:endParaRPr lang="en-US"/>
          </a:p>
        </p:txBody>
      </p:sp>
      <p:cxnSp>
        <p:nvCxnSpPr>
          <p:cNvPr id="10" name="Straight Connector 9"/>
          <p:cNvCxnSpPr/>
          <p:nvPr/>
        </p:nvCxnSpPr>
        <p:spPr>
          <a:xfrm>
            <a:off x="1193221" y="1737845"/>
            <a:ext cx="996436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361600"/>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85000"/>
        </a:lnSpc>
        <a:spcBef>
          <a:spcPct val="0"/>
        </a:spcBef>
        <a:buNone/>
        <a:defRPr sz="4799" kern="1200" spc="-50" baseline="0">
          <a:solidFill>
            <a:schemeClr val="tx1">
              <a:lumMod val="75000"/>
              <a:lumOff val="25000"/>
            </a:schemeClr>
          </a:solidFill>
          <a:latin typeface="+mj-lt"/>
          <a:ea typeface="+mj-ea"/>
          <a:cs typeface="+mj-cs"/>
        </a:defRPr>
      </a:lvl1pPr>
    </p:titleStyle>
    <p:bodyStyle>
      <a:lvl1pPr marL="91413" indent="-91413" algn="l" defTabSz="914126"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999" kern="1200">
          <a:solidFill>
            <a:schemeClr val="tx1">
              <a:lumMod val="75000"/>
              <a:lumOff val="25000"/>
            </a:schemeClr>
          </a:solidFill>
          <a:latin typeface="+mn-lt"/>
          <a:ea typeface="+mn-ea"/>
          <a:cs typeface="+mn-cs"/>
        </a:defRPr>
      </a:lvl1pPr>
      <a:lvl2pPr marL="383933" indent="-182825" algn="l" defTabSz="914126" rtl="0" eaLnBrk="1" latinLnBrk="0" hangingPunct="1">
        <a:lnSpc>
          <a:spcPct val="90000"/>
        </a:lnSpc>
        <a:spcBef>
          <a:spcPts val="200"/>
        </a:spcBef>
        <a:spcAft>
          <a:spcPts val="400"/>
        </a:spcAft>
        <a:buClr>
          <a:schemeClr val="accent1"/>
        </a:buClr>
        <a:buFont typeface="Calibri" pitchFamily="34" charset="0"/>
        <a:buChar char="◦"/>
        <a:defRPr sz="1799" kern="1200">
          <a:solidFill>
            <a:schemeClr val="tx1">
              <a:lumMod val="75000"/>
              <a:lumOff val="25000"/>
            </a:schemeClr>
          </a:solidFill>
          <a:latin typeface="+mn-lt"/>
          <a:ea typeface="+mn-ea"/>
          <a:cs typeface="+mn-cs"/>
        </a:defRPr>
      </a:lvl2pPr>
      <a:lvl3pPr marL="566758"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583"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408" indent="-182825"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67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61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55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490" indent="-228531" algn="l" defTabSz="914126"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64766" y="668740"/>
            <a:ext cx="7572534" cy="3330055"/>
          </a:xfrm>
        </p:spPr>
        <p:txBody>
          <a:bodyPr anchor="ctr">
            <a:normAutofit/>
          </a:bodyPr>
          <a:lstStyle/>
          <a:p>
            <a:r>
              <a:rPr lang="en-US" sz="5900" dirty="0">
                <a:solidFill>
                  <a:schemeClr val="accent1">
                    <a:lumMod val="75000"/>
                  </a:schemeClr>
                </a:solidFill>
                <a:effectLst>
                  <a:outerShdw blurRad="38100" dist="38100" dir="2700000" algn="tl">
                    <a:srgbClr val="000000">
                      <a:alpha val="43137"/>
                    </a:srgbClr>
                  </a:outerShdw>
                </a:effectLst>
              </a:rPr>
              <a:t>Psychopathology</a:t>
            </a:r>
          </a:p>
        </p:txBody>
      </p:sp>
      <p:sp>
        <p:nvSpPr>
          <p:cNvPr id="3" name="Subtitle 2"/>
          <p:cNvSpPr>
            <a:spLocks noGrp="1"/>
          </p:cNvSpPr>
          <p:nvPr>
            <p:ph type="subTitle" idx="1"/>
          </p:nvPr>
        </p:nvSpPr>
        <p:spPr>
          <a:xfrm>
            <a:off x="1964766" y="4462818"/>
            <a:ext cx="7572534" cy="1640983"/>
          </a:xfrm>
        </p:spPr>
        <p:txBody>
          <a:bodyPr anchor="t">
            <a:normAutofit/>
          </a:bodyPr>
          <a:lstStyle/>
          <a:p>
            <a:r>
              <a:rPr lang="en-US" sz="3200" dirty="0">
                <a:solidFill>
                  <a:schemeClr val="accent1">
                    <a:lumMod val="75000"/>
                  </a:schemeClr>
                </a:solidFill>
                <a:effectLst>
                  <a:outerShdw blurRad="38100" dist="38100" dir="2700000" algn="tl">
                    <a:srgbClr val="000000">
                      <a:alpha val="43137"/>
                    </a:srgbClr>
                  </a:outerShdw>
                </a:effectLst>
              </a:rPr>
              <a:t>Session 5</a:t>
            </a:r>
          </a:p>
        </p:txBody>
      </p:sp>
    </p:spTree>
    <p:extLst>
      <p:ext uri="{BB962C8B-B14F-4D97-AF65-F5344CB8AC3E}">
        <p14:creationId xmlns:p14="http://schemas.microsoft.com/office/powerpoint/2010/main" val="2967266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EBBF7-25F4-271F-0808-403FDCC46E8B}"/>
              </a:ext>
            </a:extLst>
          </p:cNvPr>
          <p:cNvSpPr>
            <a:spLocks noGrp="1"/>
          </p:cNvSpPr>
          <p:nvPr>
            <p:ph type="title"/>
          </p:nvPr>
        </p:nvSpPr>
        <p:spPr/>
        <p:txBody>
          <a:bodyPr/>
          <a:lstStyle/>
          <a:p>
            <a:r>
              <a:rPr lang="en-US" dirty="0"/>
              <a:t>Clinical interview Video	</a:t>
            </a:r>
          </a:p>
        </p:txBody>
      </p:sp>
      <p:sp>
        <p:nvSpPr>
          <p:cNvPr id="3" name="Content Placeholder 2">
            <a:extLst>
              <a:ext uri="{FF2B5EF4-FFF2-40B4-BE49-F238E27FC236}">
                <a16:creationId xmlns:a16="http://schemas.microsoft.com/office/drawing/2014/main" id="{A87058D3-F071-F4F0-285E-FB23210E5EB5}"/>
              </a:ext>
            </a:extLst>
          </p:cNvPr>
          <p:cNvSpPr>
            <a:spLocks noGrp="1"/>
          </p:cNvSpPr>
          <p:nvPr>
            <p:ph idx="1"/>
          </p:nvPr>
        </p:nvSpPr>
        <p:spPr>
          <a:xfrm>
            <a:off x="581041" y="2180497"/>
            <a:ext cx="11026743" cy="4342223"/>
          </a:xfrm>
        </p:spPr>
        <p:txBody>
          <a:bodyPr>
            <a:normAutofit/>
          </a:bodyPr>
          <a:lstStyle/>
          <a:p>
            <a:r>
              <a:rPr lang="en-US" sz="2000" dirty="0"/>
              <a:t>Due March 25</a:t>
            </a:r>
            <a:r>
              <a:rPr lang="en-US" sz="2000" baseline="30000" dirty="0"/>
              <a:t>th</a:t>
            </a:r>
            <a:endParaRPr lang="en-US" sz="2000" dirty="0"/>
          </a:p>
          <a:p>
            <a:r>
              <a:rPr lang="en-US" sz="2000" dirty="0"/>
              <a:t>Do you have a partner?</a:t>
            </a:r>
          </a:p>
          <a:p>
            <a:r>
              <a:rPr lang="en-US" sz="2000" dirty="0"/>
              <a:t>10 MINUTES Only, diagnosis not required, </a:t>
            </a:r>
          </a:p>
          <a:p>
            <a:r>
              <a:rPr lang="en-US" sz="2000" dirty="0"/>
              <a:t>Record via Stream, Teams, Zoom, and share link in a word doc posted to discovery</a:t>
            </a:r>
          </a:p>
          <a:p>
            <a:r>
              <a:rPr lang="en-US" sz="2000" dirty="0"/>
              <a:t>Client- Be ready to answer the questions needed, no suicidal ideation, </a:t>
            </a:r>
          </a:p>
          <a:p>
            <a:r>
              <a:rPr lang="en-US" sz="2000" dirty="0"/>
              <a:t>Therapist- focus on clinical interviewing not therapy, you are responsible to your video as the therapist.</a:t>
            </a:r>
          </a:p>
        </p:txBody>
      </p:sp>
    </p:spTree>
    <p:extLst>
      <p:ext uri="{BB962C8B-B14F-4D97-AF65-F5344CB8AC3E}">
        <p14:creationId xmlns:p14="http://schemas.microsoft.com/office/powerpoint/2010/main" val="1152526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F99D2-4B51-4C0C-ACA9-A344080A319D}"/>
              </a:ext>
            </a:extLst>
          </p:cNvPr>
          <p:cNvSpPr>
            <a:spLocks noGrp="1"/>
          </p:cNvSpPr>
          <p:nvPr>
            <p:ph type="title"/>
          </p:nvPr>
        </p:nvSpPr>
        <p:spPr/>
        <p:txBody>
          <a:bodyPr>
            <a:normAutofit/>
          </a:bodyPr>
          <a:lstStyle/>
          <a:p>
            <a:r>
              <a:rPr lang="en-US" dirty="0"/>
              <a:t>Review	</a:t>
            </a:r>
            <a:br>
              <a:rPr lang="en-US" dirty="0"/>
            </a:br>
            <a:r>
              <a:rPr lang="en-US" dirty="0"/>
              <a:t>	</a:t>
            </a:r>
          </a:p>
        </p:txBody>
      </p:sp>
      <p:sp>
        <p:nvSpPr>
          <p:cNvPr id="5" name="Content Placeholder 4">
            <a:extLst>
              <a:ext uri="{FF2B5EF4-FFF2-40B4-BE49-F238E27FC236}">
                <a16:creationId xmlns:a16="http://schemas.microsoft.com/office/drawing/2014/main" id="{907D0B28-10D6-A4ED-3F0B-2F61977E1B29}"/>
              </a:ext>
            </a:extLst>
          </p:cNvPr>
          <p:cNvSpPr>
            <a:spLocks noGrp="1"/>
          </p:cNvSpPr>
          <p:nvPr>
            <p:ph idx="1"/>
          </p:nvPr>
        </p:nvSpPr>
        <p:spPr/>
        <p:txBody>
          <a:bodyPr>
            <a:normAutofit/>
          </a:bodyPr>
          <a:lstStyle/>
          <a:p>
            <a:r>
              <a:rPr lang="en-US" sz="3200" dirty="0"/>
              <a:t>What are the Steps of Differential Diagnosis?</a:t>
            </a:r>
          </a:p>
          <a:p>
            <a:r>
              <a:rPr lang="en-US" sz="3200" dirty="0"/>
              <a:t>How are the Steps of Differential Diagnosis used?</a:t>
            </a:r>
          </a:p>
          <a:p>
            <a:r>
              <a:rPr lang="en-US" sz="3200" dirty="0"/>
              <a:t>What are the Key Features of Acute Stress Disorder? What makes it different than PTSD</a:t>
            </a:r>
          </a:p>
          <a:p>
            <a:pPr marL="0" indent="0">
              <a:buNone/>
            </a:pPr>
            <a:endParaRPr lang="en-US" sz="2800" dirty="0"/>
          </a:p>
        </p:txBody>
      </p:sp>
    </p:spTree>
    <p:extLst>
      <p:ext uri="{BB962C8B-B14F-4D97-AF65-F5344CB8AC3E}">
        <p14:creationId xmlns:p14="http://schemas.microsoft.com/office/powerpoint/2010/main" val="456093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157" y="301261"/>
            <a:ext cx="10384201" cy="6386074"/>
          </a:xfrm>
        </p:spPr>
        <p:txBody>
          <a:bodyPr vert="horz" lIns="91416" tIns="45708" rIns="91416" bIns="45708" rtlCol="0" anchor="t">
            <a:noAutofit/>
          </a:bodyPr>
          <a:lstStyle/>
          <a:p>
            <a:pPr marL="0" indent="0">
              <a:spcAft>
                <a:spcPts val="1200"/>
              </a:spcAft>
              <a:buNone/>
            </a:pPr>
            <a:r>
              <a:rPr lang="en-US" sz="2099" dirty="0">
                <a:solidFill>
                  <a:schemeClr val="tx1"/>
                </a:solidFill>
                <a:latin typeface="Arial" panose="020B0604020202020204" pitchFamily="34" charset="0"/>
                <a:ea typeface="Times New Roman" panose="02020603050405020304" pitchFamily="18" charset="0"/>
              </a:rPr>
              <a:t>Consider this scenario and respond the questions following:</a:t>
            </a:r>
            <a:endParaRPr lang="en-US" sz="2099" dirty="0">
              <a:solidFill>
                <a:schemeClr val="tx1"/>
              </a:solidFill>
              <a:latin typeface="Times New Roman" panose="02020603050405020304" pitchFamily="18" charset="0"/>
              <a:ea typeface="Times New Roman" panose="02020603050405020304" pitchFamily="18" charset="0"/>
            </a:endParaRPr>
          </a:p>
          <a:p>
            <a:pPr marL="0" indent="0">
              <a:spcAft>
                <a:spcPts val="1200"/>
              </a:spcAft>
              <a:buNone/>
            </a:pPr>
            <a:r>
              <a:rPr lang="en-US" sz="2099" dirty="0">
                <a:solidFill>
                  <a:schemeClr val="tx1"/>
                </a:solidFill>
                <a:latin typeface="Arial"/>
                <a:ea typeface="Times New Roman" panose="02020603050405020304" pitchFamily="18" charset="0"/>
                <a:cs typeface="Arial"/>
              </a:rPr>
              <a:t>You have been working with a male client who is 22 years of age. His primary focus in therapy has been adjusting to living on his own after college. He arrives to his session uncharacteristically 10 minutes late. He appears agitated, his speech is pressured and what he is saying does not make sense. When asked what has caused him to be so agitated, he responds is a loud excited voice, “They did this to me!” “They are out to get me!” “You have to help me, you’re the only one I trust!”</a:t>
            </a:r>
          </a:p>
          <a:p>
            <a:pPr marL="0" indent="0">
              <a:spcAft>
                <a:spcPts val="1200"/>
              </a:spcAft>
              <a:buNone/>
            </a:pPr>
            <a:r>
              <a:rPr lang="en-US" sz="2099" dirty="0">
                <a:solidFill>
                  <a:schemeClr val="tx1"/>
                </a:solidFill>
                <a:latin typeface="Arial"/>
                <a:ea typeface="Times New Roman" panose="02020603050405020304" pitchFamily="18" charset="0"/>
                <a:cs typeface="Arial"/>
              </a:rPr>
              <a:t>He sits down and seems to calm down enough to continue the session. He continues to speak quickly, but more coherently. He tells you he was out with friends last night to celebrate his best friend’s birthday. During the outing he began to feel unsettled and anxious. These feelings have increased throughout the night and into the morning. He reports feeling panicked all day and feels that he is being followed.</a:t>
            </a:r>
          </a:p>
          <a:p>
            <a:pPr marL="0" indent="0" fontAlgn="base">
              <a:spcBef>
                <a:spcPts val="0"/>
              </a:spcBef>
              <a:buNone/>
              <a:tabLst>
                <a:tab pos="457063" algn="l"/>
              </a:tabLst>
            </a:pPr>
            <a:r>
              <a:rPr lang="en-US" sz="2099" dirty="0">
                <a:solidFill>
                  <a:schemeClr val="tx1"/>
                </a:solidFill>
                <a:latin typeface="Arial" panose="020B0604020202020204" pitchFamily="34" charset="0"/>
                <a:ea typeface="Times New Roman" panose="02020603050405020304" pitchFamily="18" charset="0"/>
              </a:rPr>
              <a:t>Based on your client’s presentation what is your initial diagnosis?</a:t>
            </a:r>
            <a:endParaRPr lang="en-US" sz="2099" dirty="0">
              <a:solidFill>
                <a:schemeClr val="tx1"/>
              </a:solidFill>
              <a:latin typeface="Times New Roman" panose="02020603050405020304" pitchFamily="18" charset="0"/>
              <a:ea typeface="Times New Roman" panose="02020603050405020304" pitchFamily="18" charset="0"/>
            </a:endParaRPr>
          </a:p>
          <a:p>
            <a:pPr marL="0" indent="0" fontAlgn="base">
              <a:spcBef>
                <a:spcPts val="0"/>
              </a:spcBef>
              <a:buNone/>
              <a:tabLst>
                <a:tab pos="457063" algn="l"/>
              </a:tabLst>
            </a:pPr>
            <a:r>
              <a:rPr lang="en-US" sz="2099" dirty="0">
                <a:solidFill>
                  <a:schemeClr val="tx1"/>
                </a:solidFill>
                <a:latin typeface="Arial" panose="020B0604020202020204" pitchFamily="34" charset="0"/>
                <a:ea typeface="Times New Roman" panose="02020603050405020304" pitchFamily="18" charset="0"/>
              </a:rPr>
              <a:t>What information do you need to confirm or rule out this diagnosis?</a:t>
            </a:r>
            <a:endParaRPr lang="en-US" sz="2099" dirty="0">
              <a:solidFill>
                <a:schemeClr val="tx1"/>
              </a:solidFill>
              <a:latin typeface="Times New Roman" panose="02020603050405020304" pitchFamily="18" charset="0"/>
              <a:ea typeface="Times New Roman" panose="02020603050405020304" pitchFamily="18" charset="0"/>
            </a:endParaRPr>
          </a:p>
          <a:p>
            <a:pPr marL="0" indent="0" fontAlgn="base">
              <a:spcBef>
                <a:spcPts val="0"/>
              </a:spcBef>
              <a:spcAft>
                <a:spcPts val="1200"/>
              </a:spcAft>
              <a:buNone/>
              <a:tabLst>
                <a:tab pos="457063" algn="l"/>
              </a:tabLst>
            </a:pPr>
            <a:r>
              <a:rPr lang="en-US" sz="2099" dirty="0">
                <a:solidFill>
                  <a:schemeClr val="tx1"/>
                </a:solidFill>
                <a:latin typeface="Arial" panose="020B0604020202020204" pitchFamily="34" charset="0"/>
                <a:ea typeface="Times New Roman" panose="02020603050405020304" pitchFamily="18" charset="0"/>
              </a:rPr>
              <a:t>List other possible diagnoses and your rationale for considering them.</a:t>
            </a:r>
            <a:endParaRPr lang="en-US" sz="2099" dirty="0">
              <a:solidFill>
                <a:schemeClr val="tx1"/>
              </a:solidFill>
              <a:latin typeface="Times New Roman" panose="02020603050405020304" pitchFamily="18" charset="0"/>
              <a:ea typeface="Times New Roman" panose="02020603050405020304" pitchFamily="18" charset="0"/>
            </a:endParaRPr>
          </a:p>
          <a:p>
            <a:endParaRPr lang="en-US" sz="2099" dirty="0">
              <a:solidFill>
                <a:schemeClr val="tx1"/>
              </a:solidFill>
            </a:endParaRPr>
          </a:p>
        </p:txBody>
      </p:sp>
    </p:spTree>
    <p:extLst>
      <p:ext uri="{BB962C8B-B14F-4D97-AF65-F5344CB8AC3E}">
        <p14:creationId xmlns:p14="http://schemas.microsoft.com/office/powerpoint/2010/main" val="2246220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4A9AA-8C13-E90E-0F5F-6DA7BBB07454}"/>
              </a:ext>
            </a:extLst>
          </p:cNvPr>
          <p:cNvSpPr>
            <a:spLocks noGrp="1"/>
          </p:cNvSpPr>
          <p:nvPr>
            <p:ph type="title"/>
          </p:nvPr>
        </p:nvSpPr>
        <p:spPr>
          <a:xfrm>
            <a:off x="5144819" y="609600"/>
            <a:ext cx="5976516" cy="970450"/>
          </a:xfrm>
        </p:spPr>
        <p:txBody>
          <a:bodyPr>
            <a:normAutofit/>
          </a:bodyPr>
          <a:lstStyle/>
          <a:p>
            <a:r>
              <a:rPr lang="en-US"/>
              <a:t>Practice…</a:t>
            </a:r>
          </a:p>
        </p:txBody>
      </p:sp>
      <p:sp>
        <p:nvSpPr>
          <p:cNvPr id="3" name="Content Placeholder 2">
            <a:extLst>
              <a:ext uri="{FF2B5EF4-FFF2-40B4-BE49-F238E27FC236}">
                <a16:creationId xmlns:a16="http://schemas.microsoft.com/office/drawing/2014/main" id="{409A5B57-554D-BD66-0DFD-93E50D3B9EBF}"/>
              </a:ext>
            </a:extLst>
          </p:cNvPr>
          <p:cNvSpPr>
            <a:spLocks noGrp="1"/>
          </p:cNvSpPr>
          <p:nvPr>
            <p:ph idx="1"/>
          </p:nvPr>
        </p:nvSpPr>
        <p:spPr>
          <a:xfrm>
            <a:off x="5144819" y="1828801"/>
            <a:ext cx="5976516" cy="3866048"/>
          </a:xfrm>
        </p:spPr>
        <p:txBody>
          <a:bodyPr anchor="ctr">
            <a:noAutofit/>
          </a:bodyPr>
          <a:lstStyle/>
          <a:p>
            <a:pPr>
              <a:buClr>
                <a:srgbClr val="F2AE4F"/>
              </a:buClr>
            </a:pPr>
            <a:r>
              <a:rPr lang="en-US" sz="2400" dirty="0"/>
              <a:t>Break into table groups</a:t>
            </a:r>
          </a:p>
          <a:p>
            <a:pPr>
              <a:buClr>
                <a:srgbClr val="F2AE4F"/>
              </a:buClr>
            </a:pPr>
            <a:r>
              <a:rPr lang="en-US" sz="2400" dirty="0"/>
              <a:t>Use the vignettes provided to practice walking through the steps of differential diagnosis for the final exam process</a:t>
            </a:r>
          </a:p>
          <a:p>
            <a:pPr>
              <a:buClr>
                <a:srgbClr val="F2AE4F"/>
              </a:buClr>
            </a:pPr>
            <a:r>
              <a:rPr lang="en-US" sz="2400" dirty="0"/>
              <a:t>Focus on identifying key features and symptoms that meet diagnostic criteria</a:t>
            </a:r>
          </a:p>
          <a:p>
            <a:pPr>
              <a:buClr>
                <a:srgbClr val="F2AE4F"/>
              </a:buClr>
            </a:pPr>
            <a:r>
              <a:rPr lang="en-US" sz="2400" dirty="0"/>
              <a:t>Focus on the process of confirming and ruling out by supporting your diagnosis with facts from the vignette</a:t>
            </a:r>
          </a:p>
          <a:p>
            <a:pPr>
              <a:buClr>
                <a:srgbClr val="F2AE4F"/>
              </a:buClr>
            </a:pPr>
            <a:r>
              <a:rPr lang="en-US" sz="2400" dirty="0"/>
              <a:t>Be sure to address all steps- 1- 6</a:t>
            </a:r>
          </a:p>
        </p:txBody>
      </p:sp>
      <p:pic>
        <p:nvPicPr>
          <p:cNvPr id="5" name="Picture 4" descr="Pen placed on top of a signature line">
            <a:extLst>
              <a:ext uri="{FF2B5EF4-FFF2-40B4-BE49-F238E27FC236}">
                <a16:creationId xmlns:a16="http://schemas.microsoft.com/office/drawing/2014/main" id="{76BE3E80-5708-37A3-D2CA-A527E178F842}"/>
              </a:ext>
            </a:extLst>
          </p:cNvPr>
          <p:cNvPicPr>
            <a:picLocks noChangeAspect="1"/>
          </p:cNvPicPr>
          <p:nvPr/>
        </p:nvPicPr>
        <p:blipFill>
          <a:blip r:embed="rId4"/>
          <a:srcRect l="52705" r="2810" b="-2"/>
          <a:stretch>
            <a:fillRect/>
          </a:stretch>
        </p:blipFill>
        <p:spPr>
          <a:xfrm>
            <a:off x="-10646" y="1"/>
            <a:ext cx="4570458" cy="6858000"/>
          </a:xfrm>
          <a:prstGeom prst="rect">
            <a:avLst/>
          </a:prstGeom>
        </p:spPr>
      </p:pic>
    </p:spTree>
    <p:extLst>
      <p:ext uri="{BB962C8B-B14F-4D97-AF65-F5344CB8AC3E}">
        <p14:creationId xmlns:p14="http://schemas.microsoft.com/office/powerpoint/2010/main" val="3797981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BAB8-025B-4DBB-AEA6-8046C49206CC}"/>
              </a:ext>
            </a:extLst>
          </p:cNvPr>
          <p:cNvSpPr>
            <a:spLocks noGrp="1"/>
          </p:cNvSpPr>
          <p:nvPr>
            <p:ph type="title"/>
          </p:nvPr>
        </p:nvSpPr>
        <p:spPr/>
        <p:txBody>
          <a:bodyPr/>
          <a:lstStyle/>
          <a:p>
            <a:r>
              <a:rPr lang="en-US"/>
              <a:t>Eating Disorders</a:t>
            </a:r>
          </a:p>
        </p:txBody>
      </p:sp>
      <p:sp>
        <p:nvSpPr>
          <p:cNvPr id="3" name="Content Placeholder 2">
            <a:extLst>
              <a:ext uri="{FF2B5EF4-FFF2-40B4-BE49-F238E27FC236}">
                <a16:creationId xmlns:a16="http://schemas.microsoft.com/office/drawing/2014/main" id="{3563CB2E-637A-4438-97CE-321D6F6E7B06}"/>
              </a:ext>
            </a:extLst>
          </p:cNvPr>
          <p:cNvSpPr>
            <a:spLocks noGrp="1"/>
          </p:cNvSpPr>
          <p:nvPr>
            <p:ph idx="1"/>
          </p:nvPr>
        </p:nvSpPr>
        <p:spPr>
          <a:xfrm>
            <a:off x="581040" y="2682562"/>
            <a:ext cx="11026743" cy="3678303"/>
          </a:xfrm>
        </p:spPr>
        <p:txBody>
          <a:bodyPr>
            <a:normAutofit/>
          </a:bodyPr>
          <a:lstStyle/>
          <a:p>
            <a:r>
              <a:rPr lang="en-US" sz="2799" dirty="0"/>
              <a:t>Pica</a:t>
            </a:r>
          </a:p>
          <a:p>
            <a:pPr lvl="1"/>
            <a:r>
              <a:rPr lang="en-US" sz="2799" dirty="0"/>
              <a:t>Non-nutritious and nonfoods</a:t>
            </a:r>
          </a:p>
          <a:p>
            <a:pPr lvl="1"/>
            <a:r>
              <a:rPr lang="en-US" sz="2799" dirty="0"/>
              <a:t>Non-developmentally appropriate</a:t>
            </a:r>
          </a:p>
          <a:p>
            <a:r>
              <a:rPr lang="en-US" sz="2799" dirty="0"/>
              <a:t>Rumination Disorder</a:t>
            </a:r>
          </a:p>
          <a:p>
            <a:pPr lvl="1"/>
            <a:r>
              <a:rPr lang="en-US" sz="2799" dirty="0"/>
              <a:t>Regurgitating and rechewing already swallowed food</a:t>
            </a:r>
          </a:p>
          <a:p>
            <a:r>
              <a:rPr lang="en-US" sz="2799" dirty="0"/>
              <a:t>Avoidant/Restrictive Food Intake</a:t>
            </a:r>
          </a:p>
          <a:p>
            <a:pPr lvl="1"/>
            <a:r>
              <a:rPr lang="en-US" sz="2799" dirty="0"/>
              <a:t>Not eating or restricting types of food</a:t>
            </a:r>
          </a:p>
          <a:p>
            <a:pPr lvl="1"/>
            <a:endParaRPr lang="en-US" sz="2399" dirty="0"/>
          </a:p>
          <a:p>
            <a:endParaRPr lang="en-US" sz="2599" dirty="0"/>
          </a:p>
          <a:p>
            <a:pPr lvl="1"/>
            <a:endParaRPr lang="en-US" sz="2399" dirty="0"/>
          </a:p>
        </p:txBody>
      </p:sp>
      <p:sp>
        <p:nvSpPr>
          <p:cNvPr id="5" name="TextBox 4">
            <a:extLst>
              <a:ext uri="{FF2B5EF4-FFF2-40B4-BE49-F238E27FC236}">
                <a16:creationId xmlns:a16="http://schemas.microsoft.com/office/drawing/2014/main" id="{B1FCA2A8-B838-3E10-7DBC-BFABEAB97D09}"/>
              </a:ext>
            </a:extLst>
          </p:cNvPr>
          <p:cNvSpPr txBox="1"/>
          <p:nvPr/>
        </p:nvSpPr>
        <p:spPr>
          <a:xfrm>
            <a:off x="9931634" y="6176247"/>
            <a:ext cx="1602605"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3408076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2DA58-D883-4A36-90ED-39B65DD21812}"/>
              </a:ext>
            </a:extLst>
          </p:cNvPr>
          <p:cNvSpPr>
            <a:spLocks noGrp="1"/>
          </p:cNvSpPr>
          <p:nvPr>
            <p:ph type="title"/>
          </p:nvPr>
        </p:nvSpPr>
        <p:spPr/>
        <p:txBody>
          <a:bodyPr/>
          <a:lstStyle/>
          <a:p>
            <a:r>
              <a:rPr lang="en-US"/>
              <a:t>Eating Disorders	</a:t>
            </a:r>
          </a:p>
        </p:txBody>
      </p:sp>
      <p:sp>
        <p:nvSpPr>
          <p:cNvPr id="3" name="Content Placeholder 2">
            <a:extLst>
              <a:ext uri="{FF2B5EF4-FFF2-40B4-BE49-F238E27FC236}">
                <a16:creationId xmlns:a16="http://schemas.microsoft.com/office/drawing/2014/main" id="{FA743D64-C2B4-48E1-B08F-38DD9466F1E4}"/>
              </a:ext>
            </a:extLst>
          </p:cNvPr>
          <p:cNvSpPr>
            <a:spLocks noGrp="1"/>
          </p:cNvSpPr>
          <p:nvPr>
            <p:ph idx="1"/>
          </p:nvPr>
        </p:nvSpPr>
        <p:spPr/>
        <p:txBody>
          <a:bodyPr>
            <a:normAutofit lnSpcReduction="10000"/>
          </a:bodyPr>
          <a:lstStyle/>
          <a:p>
            <a:r>
              <a:rPr lang="en-US" sz="2799"/>
              <a:t>Anorexia Nervosa</a:t>
            </a:r>
          </a:p>
          <a:p>
            <a:pPr lvl="1"/>
            <a:r>
              <a:rPr lang="en-US" sz="2599"/>
              <a:t>Restriction of food intake resulting in inability to maintain minimum healthy weight</a:t>
            </a:r>
          </a:p>
          <a:p>
            <a:pPr lvl="1"/>
            <a:r>
              <a:rPr lang="en-US" sz="2599"/>
              <a:t>Significant fear of gaining weight and distortion in view of body shape</a:t>
            </a:r>
          </a:p>
          <a:p>
            <a:pPr lvl="1"/>
            <a:r>
              <a:rPr lang="en-US" sz="2599"/>
              <a:t>Psychological experiencing include depression, insomnia, anxiety, distractibility and obsessive thinking/behavior</a:t>
            </a:r>
          </a:p>
          <a:p>
            <a:pPr lvl="1"/>
            <a:r>
              <a:rPr lang="en-US" sz="2599"/>
              <a:t>High comorbidly with, dysthymia, depression, social phobia, GAD, and OCD, </a:t>
            </a:r>
          </a:p>
          <a:p>
            <a:pPr lvl="1"/>
            <a:r>
              <a:rPr lang="en-US" sz="2599"/>
              <a:t>Social and interpersonal problems exist outside AN and consideration needed as AN treatment progresses. </a:t>
            </a:r>
          </a:p>
        </p:txBody>
      </p:sp>
      <p:sp>
        <p:nvSpPr>
          <p:cNvPr id="4" name="TextBox 3">
            <a:extLst>
              <a:ext uri="{FF2B5EF4-FFF2-40B4-BE49-F238E27FC236}">
                <a16:creationId xmlns:a16="http://schemas.microsoft.com/office/drawing/2014/main" id="{4F99073C-7E55-451C-BB29-EB1258D803BE}"/>
              </a:ext>
            </a:extLst>
          </p:cNvPr>
          <p:cNvSpPr txBox="1"/>
          <p:nvPr/>
        </p:nvSpPr>
        <p:spPr>
          <a:xfrm>
            <a:off x="8303636" y="6482792"/>
            <a:ext cx="3275747" cy="369236"/>
          </a:xfrm>
          <a:prstGeom prst="rect">
            <a:avLst/>
          </a:prstGeom>
          <a:noFill/>
        </p:spPr>
        <p:txBody>
          <a:bodyPr wrap="square" rtlCol="0">
            <a:spAutoFit/>
          </a:bodyPr>
          <a:lstStyle/>
          <a:p>
            <a:r>
              <a:rPr lang="en-US" sz="1799" dirty="0"/>
              <a:t>Castonguay </a:t>
            </a:r>
            <a:r>
              <a:rPr lang="en-US" sz="1799" dirty="0" err="1"/>
              <a:t>Oltmanns</a:t>
            </a:r>
            <a:r>
              <a:rPr lang="en-US" sz="1799" dirty="0"/>
              <a:t>, Lott </a:t>
            </a:r>
          </a:p>
        </p:txBody>
      </p:sp>
    </p:spTree>
    <p:extLst>
      <p:ext uri="{BB962C8B-B14F-4D97-AF65-F5344CB8AC3E}">
        <p14:creationId xmlns:p14="http://schemas.microsoft.com/office/powerpoint/2010/main" val="906895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BAB8-025B-4DBB-AEA6-8046C49206CC}"/>
              </a:ext>
            </a:extLst>
          </p:cNvPr>
          <p:cNvSpPr>
            <a:spLocks noGrp="1"/>
          </p:cNvSpPr>
          <p:nvPr>
            <p:ph type="title"/>
          </p:nvPr>
        </p:nvSpPr>
        <p:spPr/>
        <p:txBody>
          <a:bodyPr/>
          <a:lstStyle/>
          <a:p>
            <a:r>
              <a:rPr lang="en-US"/>
              <a:t>Eating Disorders</a:t>
            </a:r>
          </a:p>
        </p:txBody>
      </p:sp>
      <p:sp>
        <p:nvSpPr>
          <p:cNvPr id="3" name="Content Placeholder 2">
            <a:extLst>
              <a:ext uri="{FF2B5EF4-FFF2-40B4-BE49-F238E27FC236}">
                <a16:creationId xmlns:a16="http://schemas.microsoft.com/office/drawing/2014/main" id="{3563CB2E-637A-4438-97CE-321D6F6E7B06}"/>
              </a:ext>
            </a:extLst>
          </p:cNvPr>
          <p:cNvSpPr>
            <a:spLocks noGrp="1"/>
          </p:cNvSpPr>
          <p:nvPr>
            <p:ph idx="1"/>
          </p:nvPr>
        </p:nvSpPr>
        <p:spPr/>
        <p:txBody>
          <a:bodyPr>
            <a:normAutofit lnSpcReduction="10000"/>
          </a:bodyPr>
          <a:lstStyle/>
          <a:p>
            <a:r>
              <a:rPr lang="en-US" sz="2599" dirty="0"/>
              <a:t>Bulimia Nervosa</a:t>
            </a:r>
          </a:p>
          <a:p>
            <a:pPr lvl="1"/>
            <a:r>
              <a:rPr lang="en-US" sz="2599" dirty="0"/>
              <a:t>Eating more that typical amounts of food in short period of time</a:t>
            </a:r>
          </a:p>
          <a:p>
            <a:pPr lvl="1"/>
            <a:r>
              <a:rPr lang="en-US" sz="2599" dirty="0"/>
              <a:t>Inability to control eating</a:t>
            </a:r>
          </a:p>
          <a:p>
            <a:pPr lvl="2"/>
            <a:r>
              <a:rPr lang="en-US" sz="2599" dirty="0"/>
              <a:t>Usually eat food they otherwise avoid</a:t>
            </a:r>
          </a:p>
          <a:p>
            <a:pPr lvl="1"/>
            <a:r>
              <a:rPr lang="en-US" sz="2599" dirty="0"/>
              <a:t>Compensatory Behaviors</a:t>
            </a:r>
          </a:p>
          <a:p>
            <a:pPr lvl="2"/>
            <a:r>
              <a:rPr lang="en-US" sz="2599" dirty="0"/>
              <a:t>Vomiting, laxatives</a:t>
            </a:r>
          </a:p>
          <a:p>
            <a:pPr lvl="2"/>
            <a:r>
              <a:rPr lang="en-US" sz="2599" dirty="0"/>
              <a:t>Individuals maintain a typical weight</a:t>
            </a:r>
          </a:p>
          <a:p>
            <a:r>
              <a:rPr lang="en-US" sz="2599" dirty="0"/>
              <a:t>Binge-eating Disorder</a:t>
            </a:r>
          </a:p>
          <a:p>
            <a:pPr lvl="1"/>
            <a:r>
              <a:rPr lang="en-US" sz="2599" dirty="0"/>
              <a:t>Similar eating behaviors to BN, but not compensatory behaviors</a:t>
            </a:r>
          </a:p>
          <a:p>
            <a:pPr lvl="1"/>
            <a:endParaRPr lang="en-US" sz="2599" dirty="0"/>
          </a:p>
          <a:p>
            <a:pPr lvl="1"/>
            <a:endParaRPr lang="en-US" sz="2599" dirty="0"/>
          </a:p>
          <a:p>
            <a:endParaRPr lang="en-US" sz="2599" dirty="0"/>
          </a:p>
          <a:p>
            <a:pPr lvl="1"/>
            <a:endParaRPr lang="en-US" sz="2399" dirty="0"/>
          </a:p>
        </p:txBody>
      </p:sp>
      <p:sp>
        <p:nvSpPr>
          <p:cNvPr id="5" name="TextBox 4">
            <a:extLst>
              <a:ext uri="{FF2B5EF4-FFF2-40B4-BE49-F238E27FC236}">
                <a16:creationId xmlns:a16="http://schemas.microsoft.com/office/drawing/2014/main" id="{A0DD632D-85CF-04FB-E4EA-185855F16BFE}"/>
              </a:ext>
            </a:extLst>
          </p:cNvPr>
          <p:cNvSpPr txBox="1"/>
          <p:nvPr/>
        </p:nvSpPr>
        <p:spPr>
          <a:xfrm>
            <a:off x="9931634" y="6176247"/>
            <a:ext cx="1602605"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314198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a:t>
            </a:r>
          </a:p>
        </p:txBody>
      </p:sp>
      <p:sp>
        <p:nvSpPr>
          <p:cNvPr id="3" name="Content Placeholder 2"/>
          <p:cNvSpPr>
            <a:spLocks noGrp="1"/>
          </p:cNvSpPr>
          <p:nvPr>
            <p:ph idx="1"/>
          </p:nvPr>
        </p:nvSpPr>
        <p:spPr/>
        <p:txBody>
          <a:bodyPr>
            <a:normAutofit/>
          </a:bodyPr>
          <a:lstStyle/>
          <a:p>
            <a:r>
              <a:rPr lang="en-US" sz="2800">
                <a:effectLst>
                  <a:outerShdw blurRad="38100" dist="38100" dir="2700000" algn="tl">
                    <a:srgbClr val="000000">
                      <a:alpha val="43137"/>
                    </a:srgbClr>
                  </a:outerShdw>
                </a:effectLst>
              </a:rPr>
              <a:t>What is it?</a:t>
            </a:r>
          </a:p>
          <a:p>
            <a:r>
              <a:rPr lang="en-US" sz="2800">
                <a:effectLst>
                  <a:outerShdw blurRad="38100" dist="38100" dir="2700000" algn="tl">
                    <a:srgbClr val="000000">
                      <a:alpha val="43137"/>
                    </a:srgbClr>
                  </a:outerShdw>
                </a:effectLst>
              </a:rPr>
              <a:t>Why is it important?</a:t>
            </a:r>
          </a:p>
          <a:p>
            <a:pPr marL="0" indent="0">
              <a:buNone/>
            </a:pPr>
            <a:endParaRPr lang="en-US" sz="2400">
              <a:effectLst>
                <a:outerShdw blurRad="38100" dist="38100" dir="2700000" algn="tl">
                  <a:srgbClr val="000000">
                    <a:alpha val="43137"/>
                  </a:srgbClr>
                </a:outerShdw>
              </a:effectLst>
            </a:endParaRPr>
          </a:p>
          <a:p>
            <a:pPr marL="0" indent="0">
              <a:buNone/>
            </a:pPr>
            <a:r>
              <a:rPr lang="en-US" sz="2800">
                <a:effectLst>
                  <a:outerShdw blurRad="38100" dist="38100" dir="2700000" algn="tl">
                    <a:srgbClr val="000000">
                      <a:alpha val="43137"/>
                    </a:srgbClr>
                  </a:outerShdw>
                </a:effectLst>
              </a:rPr>
              <a:t>“A conceptual scheme that organizes, explains, or make sense of large amounts of data and influences the treatment decisions.” (Lazare, 1976)</a:t>
            </a:r>
          </a:p>
        </p:txBody>
      </p:sp>
      <p:sp>
        <p:nvSpPr>
          <p:cNvPr id="4" name="TextBox 3"/>
          <p:cNvSpPr txBox="1"/>
          <p:nvPr/>
        </p:nvSpPr>
        <p:spPr>
          <a:xfrm>
            <a:off x="8990012" y="6139934"/>
            <a:ext cx="2514600" cy="369332"/>
          </a:xfrm>
          <a:prstGeom prst="rect">
            <a:avLst/>
          </a:prstGeom>
          <a:noFill/>
          <a:ln>
            <a:solidFill>
              <a:schemeClr val="bg2"/>
            </a:solidFill>
          </a:ln>
        </p:spPr>
        <p:txBody>
          <a:bodyPr wrap="square" rtlCol="0" anchor="ctr" anchorCtr="1">
            <a:spAutoFit/>
          </a:bodyPr>
          <a:lstStyle/>
          <a:p>
            <a:r>
              <a:rPr lang="en-US"/>
              <a:t>Ingram, 2012</a:t>
            </a:r>
          </a:p>
        </p:txBody>
      </p:sp>
    </p:spTree>
    <p:extLst>
      <p:ext uri="{BB962C8B-B14F-4D97-AF65-F5344CB8AC3E}">
        <p14:creationId xmlns:p14="http://schemas.microsoft.com/office/powerpoint/2010/main" val="385224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Formulations</a:t>
            </a:r>
          </a:p>
        </p:txBody>
      </p:sp>
      <p:sp>
        <p:nvSpPr>
          <p:cNvPr id="4" name="Oval 3"/>
          <p:cNvSpPr/>
          <p:nvPr/>
        </p:nvSpPr>
        <p:spPr>
          <a:xfrm>
            <a:off x="4857493" y="2135841"/>
            <a:ext cx="2438400" cy="2438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5" name="TextBox 4"/>
          <p:cNvSpPr txBox="1"/>
          <p:nvPr/>
        </p:nvSpPr>
        <p:spPr>
          <a:xfrm>
            <a:off x="4995548" y="3086099"/>
            <a:ext cx="2133600" cy="381000"/>
          </a:xfrm>
          <a:prstGeom prst="rect">
            <a:avLst/>
          </a:prstGeom>
          <a:noFill/>
          <a:ln>
            <a:solidFill>
              <a:schemeClr val="bg2"/>
            </a:solidFill>
          </a:ln>
        </p:spPr>
        <p:txBody>
          <a:bodyPr wrap="square" rtlCol="0" anchor="ctr" anchorCtr="1">
            <a:spAutoFit/>
          </a:bodyPr>
          <a:lstStyle/>
          <a:p>
            <a:r>
              <a:rPr lang="en-US"/>
              <a:t>Client</a:t>
            </a:r>
          </a:p>
        </p:txBody>
      </p:sp>
      <p:sp>
        <p:nvSpPr>
          <p:cNvPr id="6" name="Isosceles Triangle 5"/>
          <p:cNvSpPr/>
          <p:nvPr/>
        </p:nvSpPr>
        <p:spPr>
          <a:xfrm>
            <a:off x="769423" y="2135841"/>
            <a:ext cx="2514600" cy="2286000"/>
          </a:xfrm>
          <a:prstGeom prst="triangle">
            <a:avLst/>
          </a:prstGeom>
          <a:solidFill>
            <a:schemeClr val="accent3">
              <a:lumMod val="60000"/>
              <a:lumOff val="4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TextBox 6"/>
          <p:cNvSpPr txBox="1"/>
          <p:nvPr/>
        </p:nvSpPr>
        <p:spPr>
          <a:xfrm>
            <a:off x="1150423" y="3738282"/>
            <a:ext cx="1752600" cy="369332"/>
          </a:xfrm>
          <a:prstGeom prst="rect">
            <a:avLst/>
          </a:prstGeom>
          <a:noFill/>
          <a:ln>
            <a:solidFill>
              <a:schemeClr val="bg2"/>
            </a:solidFill>
          </a:ln>
        </p:spPr>
        <p:txBody>
          <a:bodyPr wrap="square" rtlCol="0" anchor="ctr" anchorCtr="1">
            <a:spAutoFit/>
          </a:bodyPr>
          <a:lstStyle/>
          <a:p>
            <a:r>
              <a:rPr lang="en-US"/>
              <a:t>Orientation</a:t>
            </a:r>
          </a:p>
        </p:txBody>
      </p:sp>
      <p:sp>
        <p:nvSpPr>
          <p:cNvPr id="8" name="Right Arrow 7"/>
          <p:cNvSpPr/>
          <p:nvPr/>
        </p:nvSpPr>
        <p:spPr>
          <a:xfrm>
            <a:off x="3133771" y="2933699"/>
            <a:ext cx="1371600" cy="5334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Oval 9"/>
          <p:cNvSpPr/>
          <p:nvPr/>
        </p:nvSpPr>
        <p:spPr>
          <a:xfrm>
            <a:off x="9134102" y="2135841"/>
            <a:ext cx="2438400" cy="2438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Isosceles Triangle 11"/>
          <p:cNvSpPr/>
          <p:nvPr/>
        </p:nvSpPr>
        <p:spPr>
          <a:xfrm>
            <a:off x="9096002" y="1985682"/>
            <a:ext cx="2514600" cy="2286000"/>
          </a:xfrm>
          <a:prstGeom prst="triangle">
            <a:avLst/>
          </a:prstGeom>
          <a:solidFill>
            <a:schemeClr val="accent3">
              <a:lumMod val="60000"/>
              <a:lumOff val="4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TextBox 12"/>
          <p:cNvSpPr txBox="1"/>
          <p:nvPr/>
        </p:nvSpPr>
        <p:spPr>
          <a:xfrm>
            <a:off x="9477002" y="3738282"/>
            <a:ext cx="1752600" cy="369332"/>
          </a:xfrm>
          <a:prstGeom prst="rect">
            <a:avLst/>
          </a:prstGeom>
          <a:noFill/>
          <a:ln>
            <a:solidFill>
              <a:schemeClr val="bg2"/>
            </a:solidFill>
          </a:ln>
        </p:spPr>
        <p:txBody>
          <a:bodyPr wrap="square" rtlCol="0" anchor="ctr" anchorCtr="1">
            <a:spAutoFit/>
          </a:bodyPr>
          <a:lstStyle/>
          <a:p>
            <a:r>
              <a:rPr lang="en-US"/>
              <a:t>Orientation</a:t>
            </a:r>
          </a:p>
        </p:txBody>
      </p:sp>
      <p:sp>
        <p:nvSpPr>
          <p:cNvPr id="14" name="Right Arrow 13"/>
          <p:cNvSpPr/>
          <p:nvPr/>
        </p:nvSpPr>
        <p:spPr>
          <a:xfrm>
            <a:off x="7623758" y="2938182"/>
            <a:ext cx="1371600" cy="5334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0753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a:t>
            </a:r>
          </a:p>
        </p:txBody>
      </p:sp>
      <p:sp>
        <p:nvSpPr>
          <p:cNvPr id="4" name="Oval 3"/>
          <p:cNvSpPr/>
          <p:nvPr/>
        </p:nvSpPr>
        <p:spPr>
          <a:xfrm>
            <a:off x="713090" y="2118801"/>
            <a:ext cx="2438400" cy="2438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5" name="TextBox 4"/>
          <p:cNvSpPr txBox="1"/>
          <p:nvPr/>
        </p:nvSpPr>
        <p:spPr>
          <a:xfrm>
            <a:off x="851145" y="3069059"/>
            <a:ext cx="2133600" cy="381000"/>
          </a:xfrm>
          <a:prstGeom prst="rect">
            <a:avLst/>
          </a:prstGeom>
          <a:noFill/>
          <a:ln>
            <a:solidFill>
              <a:schemeClr val="bg2"/>
            </a:solidFill>
          </a:ln>
        </p:spPr>
        <p:txBody>
          <a:bodyPr wrap="square" rtlCol="0" anchor="ctr" anchorCtr="1">
            <a:spAutoFit/>
          </a:bodyPr>
          <a:lstStyle/>
          <a:p>
            <a:r>
              <a:rPr lang="en-US"/>
              <a:t>Client</a:t>
            </a:r>
          </a:p>
        </p:txBody>
      </p:sp>
      <p:sp>
        <p:nvSpPr>
          <p:cNvPr id="6" name="Isosceles Triangle 5"/>
          <p:cNvSpPr/>
          <p:nvPr/>
        </p:nvSpPr>
        <p:spPr>
          <a:xfrm>
            <a:off x="4783977" y="2209800"/>
            <a:ext cx="2514600" cy="2286000"/>
          </a:xfrm>
          <a:prstGeom prst="triangle">
            <a:avLst/>
          </a:prstGeom>
          <a:solidFill>
            <a:schemeClr val="accent3">
              <a:lumMod val="60000"/>
              <a:lumOff val="4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TextBox 6"/>
          <p:cNvSpPr txBox="1"/>
          <p:nvPr/>
        </p:nvSpPr>
        <p:spPr>
          <a:xfrm>
            <a:off x="5164977" y="3812241"/>
            <a:ext cx="1752600" cy="369332"/>
          </a:xfrm>
          <a:prstGeom prst="rect">
            <a:avLst/>
          </a:prstGeom>
          <a:noFill/>
          <a:ln>
            <a:solidFill>
              <a:schemeClr val="bg2"/>
            </a:solidFill>
          </a:ln>
        </p:spPr>
        <p:txBody>
          <a:bodyPr wrap="square" rtlCol="0" anchor="ctr" anchorCtr="1">
            <a:spAutoFit/>
          </a:bodyPr>
          <a:lstStyle/>
          <a:p>
            <a:r>
              <a:rPr lang="en-US"/>
              <a:t>Orientation</a:t>
            </a:r>
          </a:p>
        </p:txBody>
      </p:sp>
      <p:sp>
        <p:nvSpPr>
          <p:cNvPr id="8" name="Right Arrow 7"/>
          <p:cNvSpPr/>
          <p:nvPr/>
        </p:nvSpPr>
        <p:spPr>
          <a:xfrm>
            <a:off x="3412377" y="2992859"/>
            <a:ext cx="1371600" cy="5334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Isosceles Triangle 9"/>
          <p:cNvSpPr/>
          <p:nvPr/>
        </p:nvSpPr>
        <p:spPr>
          <a:xfrm>
            <a:off x="9039726" y="2116559"/>
            <a:ext cx="2476500" cy="1845841"/>
          </a:xfrm>
          <a:prstGeom prst="triangle">
            <a:avLst/>
          </a:prstGeom>
          <a:solidFill>
            <a:schemeClr val="accent3">
              <a:lumMod val="60000"/>
              <a:lumOff val="40000"/>
            </a:scheme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 name="Right Arrow 11"/>
          <p:cNvSpPr/>
          <p:nvPr/>
        </p:nvSpPr>
        <p:spPr>
          <a:xfrm>
            <a:off x="7105591" y="3019753"/>
            <a:ext cx="1371600" cy="5334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3" name="Oval 12"/>
          <p:cNvSpPr/>
          <p:nvPr/>
        </p:nvSpPr>
        <p:spPr>
          <a:xfrm>
            <a:off x="9039726" y="2133600"/>
            <a:ext cx="2438400" cy="2438400"/>
          </a:xfrm>
          <a:prstGeom prst="ellipse">
            <a:avLst/>
          </a:prstGeom>
          <a:gradFill>
            <a:gsLst>
              <a:gs pos="0">
                <a:schemeClr val="accent2">
                  <a:lumMod val="110000"/>
                  <a:satMod val="105000"/>
                  <a:tint val="67000"/>
                  <a:alpha val="27000"/>
                </a:schemeClr>
              </a:gs>
              <a:gs pos="50000">
                <a:schemeClr val="accent2">
                  <a:lumMod val="105000"/>
                  <a:satMod val="103000"/>
                  <a:tint val="73000"/>
                </a:schemeClr>
              </a:gs>
              <a:gs pos="100000">
                <a:schemeClr val="accent2">
                  <a:lumMod val="105000"/>
                  <a:satMod val="109000"/>
                  <a:tint val="81000"/>
                </a:schemeClr>
              </a:gs>
            </a:gsLst>
          </a:gra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4" name="TextBox 13"/>
          <p:cNvSpPr txBox="1"/>
          <p:nvPr/>
        </p:nvSpPr>
        <p:spPr>
          <a:xfrm>
            <a:off x="9280467" y="3095953"/>
            <a:ext cx="2133600" cy="381000"/>
          </a:xfrm>
          <a:prstGeom prst="rect">
            <a:avLst/>
          </a:prstGeom>
          <a:noFill/>
          <a:ln>
            <a:solidFill>
              <a:schemeClr val="bg2"/>
            </a:solidFill>
          </a:ln>
        </p:spPr>
        <p:txBody>
          <a:bodyPr wrap="square" rtlCol="0" anchor="ctr" anchorCtr="1">
            <a:spAutoFit/>
          </a:bodyPr>
          <a:lstStyle/>
          <a:p>
            <a:r>
              <a:rPr lang="en-US"/>
              <a:t>Client</a:t>
            </a:r>
          </a:p>
        </p:txBody>
      </p:sp>
    </p:spTree>
    <p:extLst>
      <p:ext uri="{BB962C8B-B14F-4D97-AF65-F5344CB8AC3E}">
        <p14:creationId xmlns:p14="http://schemas.microsoft.com/office/powerpoint/2010/main" val="316451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a:t>
            </a:r>
          </a:p>
        </p:txBody>
      </p:sp>
      <p:sp>
        <p:nvSpPr>
          <p:cNvPr id="3" name="Content Placeholder 2"/>
          <p:cNvSpPr>
            <a:spLocks noGrp="1"/>
          </p:cNvSpPr>
          <p:nvPr>
            <p:ph idx="1"/>
          </p:nvPr>
        </p:nvSpPr>
        <p:spPr>
          <a:xfrm>
            <a:off x="581040" y="1893893"/>
            <a:ext cx="11026743" cy="4677503"/>
          </a:xfrm>
        </p:spPr>
        <p:txBody>
          <a:bodyPr>
            <a:normAutofit fontScale="85000" lnSpcReduction="20000"/>
          </a:bodyPr>
          <a:lstStyle/>
          <a:p>
            <a:r>
              <a:rPr lang="en-US" sz="3400" dirty="0">
                <a:effectLst>
                  <a:outerShdw blurRad="38100" dist="38100" dir="2700000" algn="tl">
                    <a:srgbClr val="000000">
                      <a:alpha val="43137"/>
                    </a:srgbClr>
                  </a:outerShdw>
                </a:effectLst>
              </a:rPr>
              <a:t>Problem-oriented method</a:t>
            </a:r>
          </a:p>
          <a:p>
            <a:pPr lvl="1"/>
            <a:r>
              <a:rPr lang="en-US" sz="3400" dirty="0">
                <a:effectLst>
                  <a:outerShdw blurRad="38100" dist="38100" dir="2700000" algn="tl">
                    <a:srgbClr val="000000">
                      <a:alpha val="43137"/>
                    </a:srgbClr>
                  </a:outerShdw>
                </a:effectLst>
              </a:rPr>
              <a:t>Problems and goals are well defined</a:t>
            </a:r>
          </a:p>
          <a:p>
            <a:pPr lvl="1"/>
            <a:r>
              <a:rPr lang="en-US" sz="3400" dirty="0">
                <a:effectLst>
                  <a:outerShdw blurRad="38100" dist="38100" dir="2700000" algn="tl">
                    <a:srgbClr val="000000">
                      <a:alpha val="43137"/>
                    </a:srgbClr>
                  </a:outerShdw>
                </a:effectLst>
              </a:rPr>
              <a:t>Attainable goals and measurable outcome = higher quality care</a:t>
            </a:r>
          </a:p>
          <a:p>
            <a:r>
              <a:rPr lang="en-US" sz="3400" dirty="0">
                <a:effectLst>
                  <a:outerShdw blurRad="38100" dist="38100" dir="2700000" algn="tl">
                    <a:srgbClr val="000000">
                      <a:alpha val="43137"/>
                    </a:srgbClr>
                  </a:outerShdw>
                </a:effectLst>
              </a:rPr>
              <a:t>Non- Theoretical Framework– problem is clear and understandable</a:t>
            </a:r>
          </a:p>
          <a:p>
            <a:r>
              <a:rPr lang="en-US" sz="3400" dirty="0">
                <a:effectLst>
                  <a:outerShdw blurRad="38100" dist="38100" dir="2700000" algn="tl">
                    <a:srgbClr val="000000">
                      <a:alpha val="43137"/>
                    </a:srgbClr>
                  </a:outerShdw>
                </a:effectLst>
              </a:rPr>
              <a:t>Step-by-Step process</a:t>
            </a:r>
          </a:p>
          <a:p>
            <a:pPr lvl="1"/>
            <a:r>
              <a:rPr lang="en-US" sz="3400" dirty="0">
                <a:effectLst>
                  <a:outerShdw blurRad="38100" dist="38100" dir="2700000" algn="tl">
                    <a:srgbClr val="000000">
                      <a:alpha val="43137"/>
                    </a:srgbClr>
                  </a:outerShdw>
                </a:effectLst>
              </a:rPr>
              <a:t>Gather data</a:t>
            </a:r>
          </a:p>
          <a:p>
            <a:pPr lvl="1"/>
            <a:r>
              <a:rPr lang="en-US" sz="3400" dirty="0">
                <a:effectLst>
                  <a:outerShdw blurRad="38100" dist="38100" dir="2700000" algn="tl">
                    <a:srgbClr val="000000">
                      <a:alpha val="43137"/>
                    </a:srgbClr>
                  </a:outerShdw>
                </a:effectLst>
              </a:rPr>
              <a:t>Define Problems/Concerns</a:t>
            </a:r>
          </a:p>
          <a:p>
            <a:pPr lvl="1"/>
            <a:r>
              <a:rPr lang="en-US" sz="3400" dirty="0">
                <a:effectLst>
                  <a:outerShdw blurRad="38100" dist="38100" dir="2700000" algn="tl">
                    <a:srgbClr val="000000">
                      <a:alpha val="43137"/>
                    </a:srgbClr>
                  </a:outerShdw>
                </a:effectLst>
              </a:rPr>
              <a:t>Specify Outcome Goals</a:t>
            </a:r>
          </a:p>
          <a:p>
            <a:pPr lvl="1"/>
            <a:r>
              <a:rPr lang="en-US" sz="3400" dirty="0">
                <a:effectLst>
                  <a:outerShdw blurRad="38100" dist="38100" dir="2700000" algn="tl">
                    <a:srgbClr val="000000">
                      <a:alpha val="43137"/>
                    </a:srgbClr>
                  </a:outerShdw>
                </a:effectLst>
              </a:rPr>
              <a:t>Apply Hypotheses</a:t>
            </a:r>
          </a:p>
          <a:p>
            <a:pPr lvl="1"/>
            <a:r>
              <a:rPr lang="en-US" sz="3400" dirty="0">
                <a:effectLst>
                  <a:outerShdw blurRad="38100" dist="38100" dir="2700000" algn="tl">
                    <a:srgbClr val="000000">
                      <a:alpha val="43137"/>
                    </a:srgbClr>
                  </a:outerShdw>
                </a:effectLst>
              </a:rPr>
              <a:t>Create Treatment Plans</a:t>
            </a:r>
          </a:p>
          <a:p>
            <a:pPr lvl="1"/>
            <a:r>
              <a:rPr lang="en-US" sz="3400" dirty="0">
                <a:effectLst>
                  <a:outerShdw blurRad="38100" dist="38100" dir="2700000" algn="tl">
                    <a:srgbClr val="000000">
                      <a:alpha val="43137"/>
                    </a:srgbClr>
                  </a:outerShdw>
                </a:effectLst>
              </a:rPr>
              <a:t>Evaluate  Efficacy of Treatment</a:t>
            </a:r>
          </a:p>
          <a:p>
            <a:endParaRPr lang="en-US" sz="2400" dirty="0">
              <a:effectLst>
                <a:outerShdw blurRad="38100" dist="38100" dir="2700000" algn="tl">
                  <a:srgbClr val="000000">
                    <a:alpha val="43137"/>
                  </a:srgbClr>
                </a:outerShdw>
              </a:effectLst>
            </a:endParaRPr>
          </a:p>
        </p:txBody>
      </p:sp>
      <p:sp>
        <p:nvSpPr>
          <p:cNvPr id="4" name="TextBox 3"/>
          <p:cNvSpPr txBox="1"/>
          <p:nvPr/>
        </p:nvSpPr>
        <p:spPr>
          <a:xfrm>
            <a:off x="8990012" y="6139934"/>
            <a:ext cx="2514600" cy="369332"/>
          </a:xfrm>
          <a:prstGeom prst="rect">
            <a:avLst/>
          </a:prstGeom>
          <a:noFill/>
          <a:ln>
            <a:solidFill>
              <a:schemeClr val="bg2"/>
            </a:solidFill>
          </a:ln>
        </p:spPr>
        <p:txBody>
          <a:bodyPr wrap="square" rtlCol="0" anchor="ctr" anchorCtr="1">
            <a:spAutoFit/>
          </a:bodyPr>
          <a:lstStyle/>
          <a:p>
            <a:r>
              <a:rPr lang="en-US"/>
              <a:t>Ingram, 2012</a:t>
            </a:r>
          </a:p>
        </p:txBody>
      </p:sp>
    </p:spTree>
    <p:extLst>
      <p:ext uri="{BB962C8B-B14F-4D97-AF65-F5344CB8AC3E}">
        <p14:creationId xmlns:p14="http://schemas.microsoft.com/office/powerpoint/2010/main" val="163071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		</a:t>
            </a:r>
          </a:p>
        </p:txBody>
      </p:sp>
      <p:graphicFrame>
        <p:nvGraphicFramePr>
          <p:cNvPr id="6" name="Content Placeholder 2">
            <a:extLst>
              <a:ext uri="{FF2B5EF4-FFF2-40B4-BE49-F238E27FC236}">
                <a16:creationId xmlns:a16="http://schemas.microsoft.com/office/drawing/2014/main" id="{3255013D-BC45-457B-B784-35B3F3312426}"/>
              </a:ext>
            </a:extLst>
          </p:cNvPr>
          <p:cNvGraphicFramePr>
            <a:graphicFrameLocks noGrp="1"/>
          </p:cNvGraphicFramePr>
          <p:nvPr>
            <p:ph idx="1"/>
            <p:extLst>
              <p:ext uri="{D42A27DB-BD31-4B8C-83A1-F6EECF244321}">
                <p14:modId xmlns:p14="http://schemas.microsoft.com/office/powerpoint/2010/main" val="4283865409"/>
              </p:ext>
            </p:extLst>
          </p:nvPr>
        </p:nvGraphicFramePr>
        <p:xfrm>
          <a:off x="581041" y="2180497"/>
          <a:ext cx="11026743" cy="44489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8990012" y="6139934"/>
            <a:ext cx="2514600" cy="369332"/>
          </a:xfrm>
          <a:prstGeom prst="rect">
            <a:avLst/>
          </a:prstGeom>
          <a:noFill/>
          <a:ln>
            <a:solidFill>
              <a:schemeClr val="bg2"/>
            </a:solidFill>
          </a:ln>
        </p:spPr>
        <p:txBody>
          <a:bodyPr wrap="square" rtlCol="0" anchor="ctr" anchorCtr="1">
            <a:spAutoFit/>
          </a:bodyPr>
          <a:lstStyle/>
          <a:p>
            <a:r>
              <a:rPr lang="en-US"/>
              <a:t>Ingram, 2012</a:t>
            </a:r>
          </a:p>
        </p:txBody>
      </p:sp>
    </p:spTree>
    <p:extLst>
      <p:ext uri="{BB962C8B-B14F-4D97-AF65-F5344CB8AC3E}">
        <p14:creationId xmlns:p14="http://schemas.microsoft.com/office/powerpoint/2010/main" val="200826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 Gather Data</a:t>
            </a:r>
          </a:p>
        </p:txBody>
      </p:sp>
      <p:sp>
        <p:nvSpPr>
          <p:cNvPr id="3" name="Content Placeholder 2"/>
          <p:cNvSpPr>
            <a:spLocks noGrp="1"/>
          </p:cNvSpPr>
          <p:nvPr>
            <p:ph idx="1"/>
          </p:nvPr>
        </p:nvSpPr>
        <p:spPr>
          <a:xfrm>
            <a:off x="1522414" y="1828800"/>
            <a:ext cx="9601200" cy="4495800"/>
          </a:xfrm>
        </p:spPr>
        <p:txBody>
          <a:bodyPr>
            <a:normAutofit/>
          </a:bodyPr>
          <a:lstStyle/>
          <a:p>
            <a:r>
              <a:rPr lang="en-US" sz="2400">
                <a:effectLst>
                  <a:outerShdw blurRad="38100" dist="38100" dir="2700000" algn="tl">
                    <a:srgbClr val="000000">
                      <a:alpha val="43137"/>
                    </a:srgbClr>
                  </a:outerShdw>
                </a:effectLst>
              </a:rPr>
              <a:t>Clinical Interviewing</a:t>
            </a:r>
          </a:p>
          <a:p>
            <a:pPr lvl="1"/>
            <a:r>
              <a:rPr lang="en-US" sz="2400">
                <a:effectLst>
                  <a:outerShdw blurRad="38100" dist="38100" dir="2700000" algn="tl">
                    <a:srgbClr val="000000">
                      <a:alpha val="43137"/>
                    </a:srgbClr>
                  </a:outerShdw>
                </a:effectLst>
              </a:rPr>
              <a:t>Space for client’s story</a:t>
            </a:r>
          </a:p>
          <a:p>
            <a:pPr lvl="1"/>
            <a:r>
              <a:rPr lang="en-US" sz="2400">
                <a:effectLst>
                  <a:outerShdw blurRad="38100" dist="38100" dir="2700000" algn="tl">
                    <a:srgbClr val="000000">
                      <a:alpha val="43137"/>
                    </a:srgbClr>
                  </a:outerShdw>
                </a:effectLst>
              </a:rPr>
              <a:t>Explore first then formulate and intervene</a:t>
            </a:r>
          </a:p>
          <a:p>
            <a:r>
              <a:rPr lang="en-US" sz="2400">
                <a:effectLst>
                  <a:outerShdw blurRad="38100" dist="38100" dir="2700000" algn="tl">
                    <a:srgbClr val="000000">
                      <a:alpha val="43137"/>
                    </a:srgbClr>
                  </a:outerShdw>
                </a:effectLst>
              </a:rPr>
              <a:t>Gather a variety of Data</a:t>
            </a:r>
          </a:p>
          <a:p>
            <a:pPr lvl="1"/>
            <a:r>
              <a:rPr lang="en-US" sz="2400">
                <a:effectLst>
                  <a:outerShdw blurRad="38100" dist="38100" dir="2700000" algn="tl">
                    <a:srgbClr val="000000">
                      <a:alpha val="43137"/>
                    </a:srgbClr>
                  </a:outerShdw>
                </a:effectLst>
              </a:rPr>
              <a:t>BASIC SID</a:t>
            </a:r>
          </a:p>
          <a:p>
            <a:pPr lvl="2"/>
            <a:r>
              <a:rPr lang="en-US" sz="2400">
                <a:effectLst>
                  <a:outerShdw blurRad="38100" dist="38100" dir="2700000" algn="tl">
                    <a:srgbClr val="000000">
                      <a:alpha val="43137"/>
                    </a:srgbClr>
                  </a:outerShdw>
                </a:effectLst>
              </a:rPr>
              <a:t>Behavior, Affect, Sensations, Imagery, Cognitive, Spiritual, Interpersonal, Drug/Biological  </a:t>
            </a:r>
          </a:p>
          <a:p>
            <a:pPr lvl="1"/>
            <a:r>
              <a:rPr lang="en-US" sz="2400">
                <a:effectLst>
                  <a:outerShdw blurRad="38100" dist="38100" dir="2700000" algn="tl">
                    <a:srgbClr val="000000">
                      <a:alpha val="43137"/>
                    </a:srgbClr>
                  </a:outerShdw>
                </a:effectLst>
              </a:rPr>
              <a:t>Personal and Social History (Morrison, 2014)</a:t>
            </a:r>
          </a:p>
          <a:p>
            <a:pPr lvl="2"/>
            <a:r>
              <a:rPr lang="en-US" sz="2200">
                <a:effectLst>
                  <a:outerShdw blurRad="38100" dist="38100" dir="2700000" algn="tl">
                    <a:srgbClr val="000000">
                      <a:alpha val="43137"/>
                    </a:srgbClr>
                  </a:outerShdw>
                </a:effectLst>
              </a:rPr>
              <a:t>Family of origin, health, growing up, education, work, social interactions, intimate relationships, religion, interests…</a:t>
            </a:r>
          </a:p>
        </p:txBody>
      </p:sp>
      <p:sp>
        <p:nvSpPr>
          <p:cNvPr id="4" name="TextBox 3"/>
          <p:cNvSpPr txBox="1"/>
          <p:nvPr/>
        </p:nvSpPr>
        <p:spPr>
          <a:xfrm>
            <a:off x="8990012" y="6139934"/>
            <a:ext cx="2514600" cy="369332"/>
          </a:xfrm>
          <a:prstGeom prst="rect">
            <a:avLst/>
          </a:prstGeom>
          <a:noFill/>
          <a:ln>
            <a:solidFill>
              <a:schemeClr val="bg2"/>
            </a:solidFill>
          </a:ln>
        </p:spPr>
        <p:txBody>
          <a:bodyPr wrap="square" rtlCol="0" anchor="ctr" anchorCtr="1">
            <a:spAutoFit/>
          </a:bodyPr>
          <a:lstStyle/>
          <a:p>
            <a:r>
              <a:rPr lang="en-US"/>
              <a:t>Ingram, 2012</a:t>
            </a:r>
          </a:p>
        </p:txBody>
      </p:sp>
    </p:spTree>
    <p:extLst>
      <p:ext uri="{BB962C8B-B14F-4D97-AF65-F5344CB8AC3E}">
        <p14:creationId xmlns:p14="http://schemas.microsoft.com/office/powerpoint/2010/main" val="158471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 Gather Data</a:t>
            </a:r>
          </a:p>
        </p:txBody>
      </p:sp>
      <p:sp>
        <p:nvSpPr>
          <p:cNvPr id="3" name="Content Placeholder 2"/>
          <p:cNvSpPr>
            <a:spLocks noGrp="1"/>
          </p:cNvSpPr>
          <p:nvPr>
            <p:ph idx="1"/>
          </p:nvPr>
        </p:nvSpPr>
        <p:spPr>
          <a:xfrm>
            <a:off x="581041" y="2180497"/>
            <a:ext cx="11026743" cy="4525103"/>
          </a:xfrm>
        </p:spPr>
        <p:txBody>
          <a:bodyPr>
            <a:normAutofit/>
          </a:bodyPr>
          <a:lstStyle/>
          <a:p>
            <a:r>
              <a:rPr lang="en-US" sz="2400" dirty="0">
                <a:effectLst>
                  <a:outerShdw blurRad="38100" dist="38100" dir="2700000" algn="tl">
                    <a:srgbClr val="000000">
                      <a:alpha val="43137"/>
                    </a:srgbClr>
                  </a:outerShdw>
                </a:effectLst>
              </a:rPr>
              <a:t>Metamodel </a:t>
            </a:r>
          </a:p>
          <a:p>
            <a:pPr lvl="1"/>
            <a:r>
              <a:rPr lang="en-US" sz="2400" dirty="0">
                <a:effectLst>
                  <a:outerShdw blurRad="38100" dist="38100" dir="2700000" algn="tl">
                    <a:srgbClr val="000000">
                      <a:alpha val="43137"/>
                    </a:srgbClr>
                  </a:outerShdw>
                </a:effectLst>
              </a:rPr>
              <a:t>Deletions, overgeneralizations, distortions, nominalizations, the </a:t>
            </a:r>
            <a:r>
              <a:rPr lang="en-US" sz="2400" dirty="0" err="1">
                <a:effectLst>
                  <a:outerShdw blurRad="38100" dist="38100" dir="2700000" algn="tl">
                    <a:srgbClr val="000000">
                      <a:alpha val="43137"/>
                    </a:srgbClr>
                  </a:outerShdw>
                </a:effectLst>
              </a:rPr>
              <a:t>can’ts</a:t>
            </a:r>
            <a:r>
              <a:rPr lang="en-US" sz="2400" dirty="0">
                <a:effectLst>
                  <a:outerShdw blurRad="38100" dist="38100" dir="2700000" algn="tl">
                    <a:srgbClr val="000000">
                      <a:alpha val="43137"/>
                    </a:srgbClr>
                  </a:outerShdw>
                </a:effectLst>
              </a:rPr>
              <a:t> or </a:t>
            </a:r>
            <a:r>
              <a:rPr lang="en-US" sz="2400" dirty="0" err="1">
                <a:effectLst>
                  <a:outerShdw blurRad="38100" dist="38100" dir="2700000" algn="tl">
                    <a:srgbClr val="000000">
                      <a:alpha val="43137"/>
                    </a:srgbClr>
                  </a:outerShdw>
                </a:effectLst>
              </a:rPr>
              <a:t>shoulds</a:t>
            </a:r>
            <a:r>
              <a:rPr lang="en-US" sz="2400" dirty="0">
                <a:effectLst>
                  <a:outerShdw blurRad="38100" dist="38100" dir="2700000" algn="tl">
                    <a:srgbClr val="000000">
                      <a:alpha val="43137"/>
                    </a:srgbClr>
                  </a:outerShdw>
                </a:effectLst>
              </a:rPr>
              <a:t>, mindreading, cause-effect errors…</a:t>
            </a:r>
          </a:p>
          <a:p>
            <a:r>
              <a:rPr lang="en-US" sz="2400" dirty="0">
                <a:effectLst>
                  <a:outerShdw blurRad="38100" dist="38100" dir="2700000" algn="tl">
                    <a:srgbClr val="000000">
                      <a:alpha val="43137"/>
                    </a:srgbClr>
                  </a:outerShdw>
                </a:effectLst>
              </a:rPr>
              <a:t>Vague information provided- client understands what is said but therapist may not</a:t>
            </a:r>
          </a:p>
          <a:p>
            <a:pPr lvl="1"/>
            <a:r>
              <a:rPr lang="en-US" sz="2400" dirty="0">
                <a:effectLst>
                  <a:outerShdw blurRad="38100" dist="38100" dir="2700000" algn="tl">
                    <a:srgbClr val="000000">
                      <a:alpha val="43137"/>
                    </a:srgbClr>
                  </a:outerShdw>
                </a:effectLst>
              </a:rPr>
              <a:t>Use questions to gain clarity and specificity</a:t>
            </a:r>
          </a:p>
          <a:p>
            <a:pPr lvl="2"/>
            <a:r>
              <a:rPr lang="en-US" sz="2400" dirty="0">
                <a:effectLst>
                  <a:outerShdw blurRad="38100" dist="38100" dir="2700000" algn="tl">
                    <a:srgbClr val="000000">
                      <a:alpha val="43137"/>
                    </a:srgbClr>
                  </a:outerShdw>
                </a:effectLst>
              </a:rPr>
              <a:t>“how specifically?”, “What do you mean by…?”</a:t>
            </a:r>
          </a:p>
          <a:p>
            <a:pPr lvl="1"/>
            <a:endParaRPr lang="en-US" sz="2200" dirty="0">
              <a:effectLst>
                <a:outerShdw blurRad="38100" dist="38100" dir="2700000" algn="tl">
                  <a:srgbClr val="000000">
                    <a:alpha val="43137"/>
                  </a:srgbClr>
                </a:outerShdw>
              </a:effectLst>
            </a:endParaRPr>
          </a:p>
        </p:txBody>
      </p:sp>
      <p:sp>
        <p:nvSpPr>
          <p:cNvPr id="5" name="TextBox 4"/>
          <p:cNvSpPr txBox="1"/>
          <p:nvPr/>
        </p:nvSpPr>
        <p:spPr>
          <a:xfrm>
            <a:off x="8990012" y="6139934"/>
            <a:ext cx="2514600" cy="369332"/>
          </a:xfrm>
          <a:prstGeom prst="rect">
            <a:avLst/>
          </a:prstGeom>
          <a:noFill/>
          <a:ln>
            <a:solidFill>
              <a:schemeClr val="bg2"/>
            </a:solidFill>
          </a:ln>
        </p:spPr>
        <p:txBody>
          <a:bodyPr wrap="square" rtlCol="0" anchor="ctr" anchorCtr="1">
            <a:spAutoFit/>
          </a:bodyPr>
          <a:lstStyle/>
          <a:p>
            <a:r>
              <a:rPr lang="en-US"/>
              <a:t>Ingram, 2012</a:t>
            </a:r>
          </a:p>
        </p:txBody>
      </p:sp>
    </p:spTree>
    <p:extLst>
      <p:ext uri="{BB962C8B-B14F-4D97-AF65-F5344CB8AC3E}">
        <p14:creationId xmlns:p14="http://schemas.microsoft.com/office/powerpoint/2010/main" val="64361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effectLst>
                  <a:outerShdw blurRad="38100" dist="38100" dir="2700000" algn="tl">
                    <a:srgbClr val="000000">
                      <a:alpha val="43137"/>
                    </a:srgbClr>
                  </a:outerShdw>
                </a:effectLst>
              </a:rPr>
              <a:t>Case Formulation- Defining Problems</a:t>
            </a:r>
          </a:p>
        </p:txBody>
      </p:sp>
      <p:sp>
        <p:nvSpPr>
          <p:cNvPr id="3" name="Content Placeholder 2"/>
          <p:cNvSpPr>
            <a:spLocks noGrp="1"/>
          </p:cNvSpPr>
          <p:nvPr>
            <p:ph idx="1"/>
          </p:nvPr>
        </p:nvSpPr>
        <p:spPr>
          <a:xfrm>
            <a:off x="581041" y="2180497"/>
            <a:ext cx="11026743" cy="4328769"/>
          </a:xfrm>
        </p:spPr>
        <p:txBody>
          <a:bodyPr>
            <a:noAutofit/>
          </a:bodyPr>
          <a:lstStyle/>
          <a:p>
            <a:r>
              <a:rPr lang="en-US" sz="2400">
                <a:effectLst>
                  <a:outerShdw blurRad="38100" dist="38100" dir="2700000" algn="tl">
                    <a:srgbClr val="000000">
                      <a:alpha val="43137"/>
                    </a:srgbClr>
                  </a:outerShdw>
                </a:effectLst>
              </a:rPr>
              <a:t>Problems- difficulties, dysfunctions complaints, impairments</a:t>
            </a:r>
          </a:p>
          <a:p>
            <a:pPr lvl="1"/>
            <a:r>
              <a:rPr lang="en-US" sz="2400">
                <a:effectLst>
                  <a:outerShdw blurRad="38100" dist="38100" dir="2700000" algn="tl">
                    <a:srgbClr val="000000">
                      <a:alpha val="43137"/>
                    </a:srgbClr>
                  </a:outerShdw>
                </a:effectLst>
              </a:rPr>
              <a:t>Discrepancy between the desired state and reality</a:t>
            </a:r>
          </a:p>
          <a:p>
            <a:pPr lvl="1"/>
            <a:r>
              <a:rPr lang="en-US" sz="2400">
                <a:effectLst>
                  <a:outerShdw blurRad="38100" dist="38100" dir="2700000" algn="tl">
                    <a:srgbClr val="000000">
                      <a:alpha val="43137"/>
                    </a:srgbClr>
                  </a:outerShdw>
                </a:effectLst>
              </a:rPr>
              <a:t>Defined by the Client or someone who knows the client</a:t>
            </a:r>
          </a:p>
          <a:p>
            <a:pPr lvl="1"/>
            <a:r>
              <a:rPr lang="en-US" sz="2400">
                <a:effectLst>
                  <a:outerShdw blurRad="38100" dist="38100" dir="2700000" algn="tl">
                    <a:srgbClr val="000000">
                      <a:alpha val="43137"/>
                    </a:srgbClr>
                  </a:outerShdw>
                </a:effectLst>
              </a:rPr>
              <a:t>Can be identified by the therapist</a:t>
            </a:r>
          </a:p>
          <a:p>
            <a:r>
              <a:rPr lang="en-US" sz="2400">
                <a:effectLst>
                  <a:outerShdw blurRad="38100" dist="38100" dir="2700000" algn="tl">
                    <a:srgbClr val="000000">
                      <a:alpha val="43137"/>
                    </a:srgbClr>
                  </a:outerShdw>
                </a:effectLst>
              </a:rPr>
              <a:t>The presenting problem</a:t>
            </a:r>
          </a:p>
          <a:p>
            <a:pPr lvl="1"/>
            <a:r>
              <a:rPr lang="en-US" sz="2400">
                <a:effectLst>
                  <a:outerShdw blurRad="38100" dist="38100" dir="2700000" algn="tl">
                    <a:srgbClr val="000000">
                      <a:alpha val="43137"/>
                    </a:srgbClr>
                  </a:outerShdw>
                </a:effectLst>
              </a:rPr>
              <a:t>May or may not be the only issues (probably not)</a:t>
            </a:r>
          </a:p>
          <a:p>
            <a:pPr lvl="1"/>
            <a:r>
              <a:rPr lang="en-US" sz="2400">
                <a:effectLst>
                  <a:outerShdw blurRad="38100" dist="38100" dir="2700000" algn="tl">
                    <a:srgbClr val="000000">
                      <a:alpha val="43137"/>
                    </a:srgbClr>
                  </a:outerShdw>
                </a:effectLst>
              </a:rPr>
              <a:t>We can focus only on that issue, invite client to address other issues we identify, or create a comprehensive “problem list”</a:t>
            </a:r>
          </a:p>
        </p:txBody>
      </p:sp>
      <p:sp>
        <p:nvSpPr>
          <p:cNvPr id="4" name="TextBox 3"/>
          <p:cNvSpPr txBox="1"/>
          <p:nvPr/>
        </p:nvSpPr>
        <p:spPr>
          <a:xfrm>
            <a:off x="8990012" y="6139934"/>
            <a:ext cx="2514600" cy="369332"/>
          </a:xfrm>
          <a:prstGeom prst="rect">
            <a:avLst/>
          </a:prstGeom>
          <a:noFill/>
          <a:ln>
            <a:solidFill>
              <a:schemeClr val="bg2"/>
            </a:solidFill>
          </a:ln>
        </p:spPr>
        <p:txBody>
          <a:bodyPr wrap="square" rtlCol="0" anchor="ctr" anchorCtr="1">
            <a:spAutoFit/>
          </a:bodyPr>
          <a:lstStyle/>
          <a:p>
            <a:r>
              <a:rPr lang="en-US"/>
              <a:t>Ingram, 2012</a:t>
            </a:r>
          </a:p>
        </p:txBody>
      </p:sp>
    </p:spTree>
    <p:extLst>
      <p:ext uri="{BB962C8B-B14F-4D97-AF65-F5344CB8AC3E}">
        <p14:creationId xmlns:p14="http://schemas.microsoft.com/office/powerpoint/2010/main" val="201295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effectLst>
                  <a:outerShdw blurRad="38100" dist="38100" dir="2700000" algn="tl">
                    <a:srgbClr val="000000">
                      <a:alpha val="43137"/>
                    </a:srgbClr>
                  </a:outerShdw>
                </a:effectLst>
              </a:rPr>
              <a:t>Case Formulation-Defining the Problem</a:t>
            </a:r>
          </a:p>
        </p:txBody>
      </p:sp>
      <p:sp>
        <p:nvSpPr>
          <p:cNvPr id="3" name="Content Placeholder 2"/>
          <p:cNvSpPr>
            <a:spLocks noGrp="1"/>
          </p:cNvSpPr>
          <p:nvPr>
            <p:ph idx="1"/>
          </p:nvPr>
        </p:nvSpPr>
        <p:spPr>
          <a:xfrm>
            <a:off x="674890" y="2514600"/>
            <a:ext cx="10394175" cy="4191000"/>
          </a:xfrm>
        </p:spPr>
        <p:txBody>
          <a:bodyPr>
            <a:normAutofit/>
          </a:bodyPr>
          <a:lstStyle/>
          <a:p>
            <a:r>
              <a:rPr lang="en-US" sz="2600" dirty="0">
                <a:effectLst>
                  <a:outerShdw blurRad="38100" dist="38100" dir="2700000" algn="tl">
                    <a:srgbClr val="000000">
                      <a:alpha val="43137"/>
                    </a:srgbClr>
                  </a:outerShdw>
                </a:effectLst>
              </a:rPr>
              <a:t>Definitions should concise, specific, and clear</a:t>
            </a:r>
          </a:p>
          <a:p>
            <a:r>
              <a:rPr lang="en-US" sz="2600" dirty="0">
                <a:effectLst>
                  <a:outerShdw blurRad="38100" dist="38100" dir="2700000" algn="tl">
                    <a:srgbClr val="000000">
                      <a:alpha val="43137"/>
                    </a:srgbClr>
                  </a:outerShdw>
                </a:effectLst>
              </a:rPr>
              <a:t>Definitions based on Data not interpretation or theory</a:t>
            </a:r>
          </a:p>
          <a:p>
            <a:r>
              <a:rPr lang="en-US" sz="2600" dirty="0">
                <a:effectLst>
                  <a:outerShdw blurRad="38100" dist="38100" dir="2700000" algn="tl">
                    <a:srgbClr val="000000">
                      <a:alpha val="43137"/>
                    </a:srgbClr>
                  </a:outerShdw>
                </a:effectLst>
              </a:rPr>
              <a:t>Use BASIC ID to formulate problems</a:t>
            </a:r>
          </a:p>
          <a:p>
            <a:pPr lvl="1"/>
            <a:r>
              <a:rPr lang="en-US" sz="2600" dirty="0">
                <a:effectLst>
                  <a:outerShdw blurRad="38100" dist="38100" dir="2700000" algn="tl">
                    <a:srgbClr val="000000">
                      <a:alpha val="43137"/>
                    </a:srgbClr>
                  </a:outerShdw>
                </a:effectLst>
              </a:rPr>
              <a:t>Many domains of functioning, not just the areas the clients reports</a:t>
            </a:r>
          </a:p>
          <a:p>
            <a:pPr lvl="1"/>
            <a:r>
              <a:rPr lang="en-US" sz="2600" dirty="0">
                <a:effectLst>
                  <a:outerShdw blurRad="38100" dist="38100" dir="2700000" algn="tl">
                    <a:srgbClr val="000000">
                      <a:alpha val="43137"/>
                    </a:srgbClr>
                  </a:outerShdw>
                </a:effectLst>
              </a:rPr>
              <a:t>Z-Codes</a:t>
            </a:r>
          </a:p>
          <a:p>
            <a:r>
              <a:rPr lang="en-US" sz="2600" dirty="0">
                <a:effectLst>
                  <a:outerShdw blurRad="38100" dist="38100" dir="2700000" algn="tl">
                    <a:srgbClr val="000000">
                      <a:alpha val="43137"/>
                    </a:srgbClr>
                  </a:outerShdw>
                </a:effectLst>
              </a:rPr>
              <a:t>Generate the written definitions</a:t>
            </a:r>
          </a:p>
          <a:p>
            <a:pPr lvl="1"/>
            <a:r>
              <a:rPr lang="en-US" sz="2600" dirty="0">
                <a:effectLst>
                  <a:outerShdw blurRad="38100" dist="38100" dir="2700000" algn="tl">
                    <a:srgbClr val="000000">
                      <a:alpha val="43137"/>
                    </a:srgbClr>
                  </a:outerShdw>
                </a:effectLst>
              </a:rPr>
              <a:t>Use terms like: difficulty adjusting, distress over, inability to, conflict between</a:t>
            </a:r>
          </a:p>
          <a:p>
            <a:pPr lvl="1"/>
            <a:r>
              <a:rPr lang="en-US" sz="2600" dirty="0">
                <a:effectLst>
                  <a:outerShdw blurRad="38100" dist="38100" dir="2700000" algn="tl">
                    <a:srgbClr val="000000">
                      <a:alpha val="43137"/>
                    </a:srgbClr>
                  </a:outerShdw>
                </a:effectLst>
              </a:rPr>
              <a:t>Must be solvable </a:t>
            </a:r>
          </a:p>
          <a:p>
            <a:endParaRPr lang="en-US" sz="2600" dirty="0">
              <a:effectLst>
                <a:outerShdw blurRad="38100" dist="38100" dir="2700000" algn="tl">
                  <a:srgbClr val="000000">
                    <a:alpha val="43137"/>
                  </a:srgbClr>
                </a:outerShdw>
              </a:effectLst>
            </a:endParaRPr>
          </a:p>
          <a:p>
            <a:endParaRPr lang="en-US" sz="2400" dirty="0">
              <a:effectLst>
                <a:outerShdw blurRad="38100" dist="38100" dir="2700000" algn="tl">
                  <a:srgbClr val="000000">
                    <a:alpha val="43137"/>
                  </a:srgbClr>
                </a:outerShdw>
              </a:effectLst>
            </a:endParaRPr>
          </a:p>
        </p:txBody>
      </p:sp>
      <p:sp>
        <p:nvSpPr>
          <p:cNvPr id="5" name="TextBox 3"/>
          <p:cNvSpPr txBox="1"/>
          <p:nvPr/>
        </p:nvSpPr>
        <p:spPr>
          <a:xfrm>
            <a:off x="8990012" y="6163235"/>
            <a:ext cx="2514600" cy="369332"/>
          </a:xfrm>
          <a:prstGeom prst="rect">
            <a:avLst/>
          </a:prstGeom>
          <a:noFill/>
          <a:ln>
            <a:solidFill>
              <a:schemeClr val="bg2"/>
            </a:solidFill>
          </a:ln>
        </p:spPr>
        <p:txBody>
          <a:bodyPr wrap="square" rtlCol="0"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Ingram, 2012</a:t>
            </a:r>
          </a:p>
        </p:txBody>
      </p:sp>
    </p:spTree>
    <p:extLst>
      <p:ext uri="{BB962C8B-B14F-4D97-AF65-F5344CB8AC3E}">
        <p14:creationId xmlns:p14="http://schemas.microsoft.com/office/powerpoint/2010/main" val="184013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effectLst>
                  <a:outerShdw blurRad="38100" dist="38100" dir="2700000" algn="tl">
                    <a:srgbClr val="000000">
                      <a:alpha val="43137"/>
                    </a:srgbClr>
                  </a:outerShdw>
                </a:effectLst>
              </a:rPr>
              <a:t>Case Conceptualization- Defining the Problem</a:t>
            </a:r>
          </a:p>
        </p:txBody>
      </p:sp>
      <p:sp>
        <p:nvSpPr>
          <p:cNvPr id="3" name="Content Placeholder 2"/>
          <p:cNvSpPr>
            <a:spLocks noGrp="1"/>
          </p:cNvSpPr>
          <p:nvPr>
            <p:ph idx="1"/>
          </p:nvPr>
        </p:nvSpPr>
        <p:spPr/>
        <p:txBody>
          <a:bodyPr>
            <a:normAutofit/>
          </a:bodyPr>
          <a:lstStyle/>
          <a:p>
            <a:r>
              <a:rPr lang="en-US" sz="2400">
                <a:effectLst>
                  <a:outerShdw blurRad="38100" dist="38100" dir="2700000" algn="tl">
                    <a:srgbClr val="000000">
                      <a:alpha val="43137"/>
                    </a:srgbClr>
                  </a:outerShdw>
                </a:effectLst>
              </a:rPr>
              <a:t>Define current real-world problems and functioning</a:t>
            </a:r>
          </a:p>
          <a:p>
            <a:r>
              <a:rPr lang="en-US" sz="2400">
                <a:effectLst>
                  <a:outerShdw blurRad="38100" dist="38100" dir="2700000" algn="tl">
                    <a:srgbClr val="000000">
                      <a:alpha val="43137"/>
                    </a:srgbClr>
                  </a:outerShdw>
                </a:effectLst>
              </a:rPr>
              <a:t>Definition is specific for the client, not a general interpretation based in conceptualization</a:t>
            </a:r>
          </a:p>
          <a:p>
            <a:r>
              <a:rPr lang="en-US" sz="2400">
                <a:effectLst>
                  <a:outerShdw blurRad="38100" dist="38100" dir="2700000" algn="tl">
                    <a:srgbClr val="000000">
                      <a:alpha val="43137"/>
                    </a:srgbClr>
                  </a:outerShdw>
                </a:effectLst>
              </a:rPr>
              <a:t>Avoid vague and generalized comments</a:t>
            </a:r>
          </a:p>
          <a:p>
            <a:pPr lvl="1"/>
            <a:r>
              <a:rPr lang="en-US" sz="2200">
                <a:effectLst>
                  <a:outerShdw blurRad="38100" dist="38100" dir="2700000" algn="tl">
                    <a:srgbClr val="000000">
                      <a:alpha val="43137"/>
                    </a:srgbClr>
                  </a:outerShdw>
                </a:effectLst>
              </a:rPr>
              <a:t>Excessively Dependent vs. Excessively dependent in close relationships with romantic partners</a:t>
            </a:r>
          </a:p>
          <a:p>
            <a:r>
              <a:rPr lang="en-US" sz="2400">
                <a:effectLst>
                  <a:outerShdw blurRad="38100" dist="38100" dir="2700000" algn="tl">
                    <a:srgbClr val="000000">
                      <a:alpha val="43137"/>
                    </a:srgbClr>
                  </a:outerShdw>
                </a:effectLst>
              </a:rPr>
              <a:t>Definitions must reflect Client’s values</a:t>
            </a:r>
          </a:p>
          <a:p>
            <a:pPr lvl="1"/>
            <a:endParaRPr lang="en-US" sz="2200">
              <a:effectLst>
                <a:outerShdw blurRad="38100" dist="38100" dir="2700000" algn="tl">
                  <a:srgbClr val="000000">
                    <a:alpha val="43137"/>
                  </a:srgbClr>
                </a:outerShdw>
              </a:effectLst>
            </a:endParaRPr>
          </a:p>
          <a:p>
            <a:pPr marL="279082" lvl="1" indent="0" algn="ctr">
              <a:buNone/>
            </a:pPr>
            <a:r>
              <a:rPr lang="en-US" sz="2400">
                <a:effectLst>
                  <a:outerShdw blurRad="38100" dist="38100" dir="2700000" algn="tl">
                    <a:srgbClr val="000000">
                      <a:alpha val="43137"/>
                    </a:srgbClr>
                  </a:outerShdw>
                </a:effectLst>
              </a:rPr>
              <a:t>Why is it important to define problems in this way?</a:t>
            </a:r>
          </a:p>
        </p:txBody>
      </p:sp>
      <p:sp>
        <p:nvSpPr>
          <p:cNvPr id="4" name="TextBox 3"/>
          <p:cNvSpPr txBox="1"/>
          <p:nvPr/>
        </p:nvSpPr>
        <p:spPr>
          <a:xfrm>
            <a:off x="8990012" y="5802867"/>
            <a:ext cx="2514600" cy="369332"/>
          </a:xfrm>
          <a:prstGeom prst="rect">
            <a:avLst/>
          </a:prstGeom>
          <a:noFill/>
          <a:ln>
            <a:solidFill>
              <a:schemeClr val="bg2"/>
            </a:solidFill>
          </a:ln>
        </p:spPr>
        <p:txBody>
          <a:bodyPr wrap="square" rtlCol="0"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Ingram, 2012</a:t>
            </a:r>
          </a:p>
        </p:txBody>
      </p:sp>
    </p:spTree>
    <p:extLst>
      <p:ext uri="{BB962C8B-B14F-4D97-AF65-F5344CB8AC3E}">
        <p14:creationId xmlns:p14="http://schemas.microsoft.com/office/powerpoint/2010/main" val="7583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Formulations- Setting Goals</a:t>
            </a:r>
          </a:p>
        </p:txBody>
      </p:sp>
      <p:graphicFrame>
        <p:nvGraphicFramePr>
          <p:cNvPr id="6" name="Content Placeholder 2">
            <a:extLst>
              <a:ext uri="{FF2B5EF4-FFF2-40B4-BE49-F238E27FC236}">
                <a16:creationId xmlns:a16="http://schemas.microsoft.com/office/drawing/2014/main" id="{BF63BDAA-F33A-4280-9017-CDAA064A543E}"/>
              </a:ext>
            </a:extLst>
          </p:cNvPr>
          <p:cNvGraphicFramePr>
            <a:graphicFrameLocks noGrp="1"/>
          </p:cNvGraphicFramePr>
          <p:nvPr>
            <p:ph idx="1"/>
            <p:extLst>
              <p:ext uri="{D42A27DB-BD31-4B8C-83A1-F6EECF244321}">
                <p14:modId xmlns:p14="http://schemas.microsoft.com/office/powerpoint/2010/main" val="123321113"/>
              </p:ext>
            </p:extLst>
          </p:nvPr>
        </p:nvGraphicFramePr>
        <p:xfrm>
          <a:off x="1522414" y="1828800"/>
          <a:ext cx="96012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9409111" y="6481378"/>
            <a:ext cx="2514600" cy="369332"/>
          </a:xfrm>
          <a:prstGeom prst="rect">
            <a:avLst/>
          </a:prstGeom>
          <a:noFill/>
          <a:ln>
            <a:solidFill>
              <a:schemeClr val="bg2"/>
            </a:solidFill>
          </a:ln>
        </p:spPr>
        <p:txBody>
          <a:bodyPr wrap="square" rtlCol="0"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Ingram, 2012</a:t>
            </a:r>
          </a:p>
        </p:txBody>
      </p:sp>
    </p:spTree>
    <p:extLst>
      <p:ext uri="{BB962C8B-B14F-4D97-AF65-F5344CB8AC3E}">
        <p14:creationId xmlns:p14="http://schemas.microsoft.com/office/powerpoint/2010/main" val="1480702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Case Formulation- Setting Goals</a:t>
            </a:r>
          </a:p>
        </p:txBody>
      </p:sp>
      <p:sp>
        <p:nvSpPr>
          <p:cNvPr id="3" name="Content Placeholder 2"/>
          <p:cNvSpPr>
            <a:spLocks noGrp="1"/>
          </p:cNvSpPr>
          <p:nvPr>
            <p:ph idx="1"/>
          </p:nvPr>
        </p:nvSpPr>
        <p:spPr/>
        <p:txBody>
          <a:bodyPr vert="horz" lIns="91440" tIns="45720" rIns="91440" bIns="45720" rtlCol="0" anchor="t">
            <a:normAutofit/>
          </a:bodyPr>
          <a:lstStyle/>
          <a:p>
            <a:pPr marL="223520" indent="-223520"/>
            <a:r>
              <a:rPr lang="en-US" sz="2400" dirty="0">
                <a:effectLst>
                  <a:outerShdw blurRad="38100" dist="38100" dir="2700000" algn="tl">
                    <a:srgbClr val="000000">
                      <a:alpha val="43137"/>
                    </a:srgbClr>
                  </a:outerShdw>
                </a:effectLst>
              </a:rPr>
              <a:t>Some other guidelines</a:t>
            </a:r>
            <a:endParaRPr lang="en-US" dirty="0">
              <a:effectLst>
                <a:outerShdw blurRad="38100" dist="38100" dir="2700000" algn="tl">
                  <a:srgbClr val="000000">
                    <a:alpha val="43137"/>
                  </a:srgbClr>
                </a:outerShdw>
              </a:effectLst>
            </a:endParaRPr>
          </a:p>
          <a:p>
            <a:pPr lvl="1" indent="-223520"/>
            <a:r>
              <a:rPr lang="en-US" sz="2200" dirty="0">
                <a:effectLst>
                  <a:outerShdw blurRad="38100" dist="38100" dir="2700000" algn="tl">
                    <a:srgbClr val="000000">
                      <a:alpha val="43137"/>
                    </a:srgbClr>
                  </a:outerShdw>
                </a:effectLst>
              </a:rPr>
              <a:t>Examine values related to goals</a:t>
            </a:r>
          </a:p>
          <a:p>
            <a:pPr marL="741045" lvl="2"/>
            <a:r>
              <a:rPr lang="en-US" sz="2100" dirty="0">
                <a:effectLst>
                  <a:outerShdw blurRad="38100" dist="38100" dir="2700000" algn="tl">
                    <a:srgbClr val="000000">
                      <a:alpha val="43137"/>
                    </a:srgbClr>
                  </a:outerShdw>
                </a:effectLst>
              </a:rPr>
              <a:t>The “why” </a:t>
            </a:r>
          </a:p>
          <a:p>
            <a:pPr lvl="1" indent="-223520"/>
            <a:r>
              <a:rPr lang="en-US" sz="2200" dirty="0">
                <a:effectLst>
                  <a:outerShdw blurRad="38100" dist="38100" dir="2700000" algn="tl">
                    <a:srgbClr val="000000">
                      <a:alpha val="43137"/>
                    </a:srgbClr>
                  </a:outerShdw>
                </a:effectLst>
              </a:rPr>
              <a:t>Understand client’s definitions</a:t>
            </a:r>
          </a:p>
          <a:p>
            <a:pPr marL="741045" lvl="2"/>
            <a:r>
              <a:rPr lang="en-US" sz="2000" dirty="0">
                <a:effectLst>
                  <a:outerShdw blurRad="38100" dist="38100" dir="2700000" algn="tl">
                    <a:srgbClr val="000000">
                      <a:alpha val="43137"/>
                    </a:srgbClr>
                  </a:outerShdw>
                </a:effectLst>
              </a:rPr>
              <a:t>Are they trying the meet the expectations of others</a:t>
            </a:r>
          </a:p>
          <a:p>
            <a:pPr lvl="1" indent="-223520"/>
            <a:r>
              <a:rPr lang="en-US" sz="2200" dirty="0">
                <a:effectLst>
                  <a:outerShdw blurRad="38100" dist="38100" dir="2700000" algn="tl">
                    <a:srgbClr val="000000">
                      <a:alpha val="43137"/>
                    </a:srgbClr>
                  </a:outerShdw>
                </a:effectLst>
              </a:rPr>
              <a:t>Be aware of imposing our beliefs, values and cultural bias</a:t>
            </a:r>
          </a:p>
          <a:p>
            <a:pPr lvl="1" indent="-223520"/>
            <a:r>
              <a:rPr lang="en-US" sz="2200" dirty="0">
                <a:effectLst>
                  <a:outerShdw blurRad="38100" dist="38100" dir="2700000" algn="tl">
                    <a:srgbClr val="000000">
                      <a:alpha val="43137"/>
                    </a:srgbClr>
                  </a:outerShdw>
                </a:effectLst>
              </a:rPr>
              <a:t>Goals are client endorsed and connected to presenting concern(s)</a:t>
            </a:r>
          </a:p>
          <a:p>
            <a:pPr lvl="1" indent="-223520"/>
            <a:r>
              <a:rPr lang="en-US" sz="2200" dirty="0">
                <a:effectLst>
                  <a:outerShdw blurRad="38100" dist="38100" dir="2700000" algn="tl">
                    <a:srgbClr val="000000">
                      <a:alpha val="43137"/>
                    </a:srgbClr>
                  </a:outerShdw>
                </a:effectLst>
              </a:rPr>
              <a:t>Avoid using process language in setting goals</a:t>
            </a:r>
          </a:p>
          <a:p>
            <a:pPr marL="741045" lvl="2"/>
            <a:r>
              <a:rPr lang="en-US" sz="2000" dirty="0">
                <a:effectLst>
                  <a:outerShdw blurRad="38100" dist="38100" dir="2700000" algn="tl">
                    <a:srgbClr val="000000">
                      <a:alpha val="43137"/>
                    </a:srgbClr>
                  </a:outerShdw>
                </a:effectLst>
              </a:rPr>
              <a:t>Different goals for outcome and process</a:t>
            </a:r>
          </a:p>
          <a:p>
            <a:pPr marL="741045" lvl="2"/>
            <a:r>
              <a:rPr lang="en-US" sz="2000" dirty="0">
                <a:effectLst>
                  <a:outerShdw blurRad="38100" dist="38100" dir="2700000" algn="tl">
                    <a:srgbClr val="000000">
                      <a:alpha val="43137"/>
                    </a:srgbClr>
                  </a:outerShdw>
                </a:effectLst>
              </a:rPr>
              <a:t>Demonstrate competence in relationships vs. Express feelings when confronted.</a:t>
            </a:r>
          </a:p>
        </p:txBody>
      </p:sp>
      <p:sp>
        <p:nvSpPr>
          <p:cNvPr id="4" name="TextBox 3"/>
          <p:cNvSpPr txBox="1"/>
          <p:nvPr/>
        </p:nvSpPr>
        <p:spPr>
          <a:xfrm>
            <a:off x="8990012" y="6163235"/>
            <a:ext cx="2514600" cy="369332"/>
          </a:xfrm>
          <a:prstGeom prst="rect">
            <a:avLst/>
          </a:prstGeom>
          <a:noFill/>
          <a:ln>
            <a:solidFill>
              <a:schemeClr val="bg2"/>
            </a:solidFill>
          </a:ln>
        </p:spPr>
        <p:txBody>
          <a:bodyPr wrap="square" rtlCol="0"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Ingram, 2012</a:t>
            </a:r>
          </a:p>
        </p:txBody>
      </p:sp>
    </p:spTree>
    <p:extLst>
      <p:ext uri="{BB962C8B-B14F-4D97-AF65-F5344CB8AC3E}">
        <p14:creationId xmlns:p14="http://schemas.microsoft.com/office/powerpoint/2010/main" val="147587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descr="White puzzle with one red piece">
            <a:extLst>
              <a:ext uri="{FF2B5EF4-FFF2-40B4-BE49-F238E27FC236}">
                <a16:creationId xmlns:a16="http://schemas.microsoft.com/office/drawing/2014/main" id="{C41D676F-282B-4B2D-8665-4B923916525F}"/>
              </a:ext>
            </a:extLst>
          </p:cNvPr>
          <p:cNvPicPr>
            <a:picLocks noChangeAspect="1"/>
          </p:cNvPicPr>
          <p:nvPr/>
        </p:nvPicPr>
        <p:blipFill rotWithShape="1">
          <a:blip r:embed="rId3">
            <a:alphaModFix amt="40000"/>
          </a:blip>
          <a:srcRect l="26"/>
          <a:stretch/>
        </p:blipFill>
        <p:spPr>
          <a:xfrm>
            <a:off x="20" y="10"/>
            <a:ext cx="12188805" cy="6857990"/>
          </a:xfrm>
          <a:prstGeom prst="rect">
            <a:avLst/>
          </a:prstGeom>
        </p:spPr>
      </p:pic>
      <p:sp>
        <p:nvSpPr>
          <p:cNvPr id="2" name="Title 1"/>
          <p:cNvSpPr>
            <a:spLocks noGrp="1"/>
          </p:cNvSpPr>
          <p:nvPr>
            <p:ph type="title"/>
          </p:nvPr>
        </p:nvSpPr>
        <p:spPr>
          <a:xfrm>
            <a:off x="1023603" y="702156"/>
            <a:ext cx="10141618" cy="1013800"/>
          </a:xfrm>
        </p:spPr>
        <p:txBody>
          <a:bodyPr>
            <a:normAutofit/>
          </a:bodyPr>
          <a:lstStyle/>
          <a:p>
            <a:r>
              <a:rPr lang="en-US">
                <a:solidFill>
                  <a:schemeClr val="tx1"/>
                </a:solidFill>
                <a:effectLst>
                  <a:outerShdw blurRad="38100" dist="38100" dir="2700000" algn="tl">
                    <a:srgbClr val="000000">
                      <a:alpha val="43137"/>
                    </a:srgbClr>
                  </a:outerShdw>
                </a:effectLst>
              </a:rPr>
              <a:t>Case Formulation-Putting It All Together</a:t>
            </a:r>
          </a:p>
        </p:txBody>
      </p:sp>
      <p:sp>
        <p:nvSpPr>
          <p:cNvPr id="3" name="Content Placeholder 2"/>
          <p:cNvSpPr>
            <a:spLocks noGrp="1"/>
          </p:cNvSpPr>
          <p:nvPr>
            <p:ph idx="1"/>
          </p:nvPr>
        </p:nvSpPr>
        <p:spPr>
          <a:xfrm>
            <a:off x="964947" y="2180496"/>
            <a:ext cx="10258930" cy="3678303"/>
          </a:xfrm>
        </p:spPr>
        <p:txBody>
          <a:bodyPr>
            <a:noAutofit/>
          </a:bodyPr>
          <a:lstStyle/>
          <a:p>
            <a:pPr>
              <a:buClr>
                <a:srgbClr val="A92211"/>
              </a:buClr>
            </a:pPr>
            <a:r>
              <a:rPr lang="en-US" sz="2400">
                <a:solidFill>
                  <a:schemeClr val="tx1"/>
                </a:solidFill>
                <a:effectLst>
                  <a:outerShdw blurRad="38100" dist="38100" dir="2700000" algn="tl">
                    <a:srgbClr val="000000">
                      <a:alpha val="43137"/>
                    </a:srgbClr>
                  </a:outerShdw>
                </a:effectLst>
              </a:rPr>
              <a:t>After all the data are collected from a non-theoretical lens we generate a formulation or conceptualization. </a:t>
            </a:r>
          </a:p>
          <a:p>
            <a:pPr lvl="1">
              <a:buClr>
                <a:srgbClr val="A92211"/>
              </a:buClr>
            </a:pPr>
            <a:r>
              <a:rPr lang="en-US" sz="2400">
                <a:solidFill>
                  <a:schemeClr val="tx1"/>
                </a:solidFill>
                <a:effectLst>
                  <a:outerShdw blurRad="38100" dist="38100" dir="2700000" algn="tl">
                    <a:srgbClr val="000000">
                      <a:alpha val="43137"/>
                    </a:srgbClr>
                  </a:outerShdw>
                </a:effectLst>
              </a:rPr>
              <a:t>What do the data say about</a:t>
            </a:r>
          </a:p>
          <a:p>
            <a:pPr lvl="2">
              <a:buClr>
                <a:srgbClr val="A92211"/>
              </a:buClr>
            </a:pPr>
            <a:r>
              <a:rPr lang="en-US" sz="2400">
                <a:solidFill>
                  <a:schemeClr val="tx1"/>
                </a:solidFill>
                <a:effectLst>
                  <a:outerShdw blurRad="38100" dist="38100" dir="2700000" algn="tl">
                    <a:srgbClr val="000000">
                      <a:alpha val="43137"/>
                    </a:srgbClr>
                  </a:outerShdw>
                </a:effectLst>
              </a:rPr>
              <a:t>Pathology</a:t>
            </a:r>
          </a:p>
          <a:p>
            <a:pPr lvl="2">
              <a:buClr>
                <a:srgbClr val="A92211"/>
              </a:buClr>
            </a:pPr>
            <a:r>
              <a:rPr lang="en-US" sz="2400">
                <a:solidFill>
                  <a:schemeClr val="tx1"/>
                </a:solidFill>
                <a:effectLst>
                  <a:outerShdw blurRad="38100" dist="38100" dir="2700000" algn="tl">
                    <a:srgbClr val="000000">
                      <a:alpha val="43137"/>
                    </a:srgbClr>
                  </a:outerShdw>
                </a:effectLst>
              </a:rPr>
              <a:t>History</a:t>
            </a:r>
          </a:p>
          <a:p>
            <a:pPr lvl="2">
              <a:buClr>
                <a:srgbClr val="A92211"/>
              </a:buClr>
            </a:pPr>
            <a:r>
              <a:rPr lang="en-US" sz="2400">
                <a:solidFill>
                  <a:schemeClr val="tx1"/>
                </a:solidFill>
                <a:effectLst>
                  <a:outerShdw blurRad="38100" dist="38100" dir="2700000" algn="tl">
                    <a:srgbClr val="000000">
                      <a:alpha val="43137"/>
                    </a:srgbClr>
                  </a:outerShdw>
                </a:effectLst>
              </a:rPr>
              <a:t>Present functioning</a:t>
            </a:r>
          </a:p>
          <a:p>
            <a:pPr lvl="1">
              <a:buClr>
                <a:srgbClr val="A92211"/>
              </a:buClr>
            </a:pPr>
            <a:r>
              <a:rPr lang="en-US" sz="2400">
                <a:solidFill>
                  <a:schemeClr val="tx1"/>
                </a:solidFill>
                <a:effectLst>
                  <a:outerShdw blurRad="38100" dist="38100" dir="2700000" algn="tl">
                    <a:srgbClr val="000000">
                      <a:alpha val="43137"/>
                    </a:srgbClr>
                  </a:outerShdw>
                </a:effectLst>
              </a:rPr>
              <a:t>What do I think about the client’s experiences and condition</a:t>
            </a:r>
          </a:p>
          <a:p>
            <a:pPr lvl="2">
              <a:buClr>
                <a:srgbClr val="A92211"/>
              </a:buClr>
            </a:pPr>
            <a:r>
              <a:rPr lang="en-US" sz="2400">
                <a:solidFill>
                  <a:schemeClr val="tx1"/>
                </a:solidFill>
                <a:effectLst>
                  <a:outerShdw blurRad="38100" dist="38100" dir="2700000" algn="tl">
                    <a:srgbClr val="000000">
                      <a:alpha val="43137"/>
                    </a:srgbClr>
                  </a:outerShdw>
                </a:effectLst>
              </a:rPr>
              <a:t>Interpretation through theoretical lens</a:t>
            </a:r>
          </a:p>
          <a:p>
            <a:pPr lvl="3">
              <a:buClr>
                <a:srgbClr val="A92211"/>
              </a:buClr>
            </a:pPr>
            <a:r>
              <a:rPr lang="en-US" sz="2400">
                <a:solidFill>
                  <a:schemeClr val="tx1"/>
                </a:solidFill>
                <a:effectLst>
                  <a:outerShdw blurRad="38100" dist="38100" dir="2700000" algn="tl">
                    <a:srgbClr val="000000">
                      <a:alpha val="43137"/>
                    </a:srgbClr>
                  </a:outerShdw>
                </a:effectLst>
              </a:rPr>
              <a:t>How client’s pathology is shaped by history</a:t>
            </a:r>
          </a:p>
          <a:p>
            <a:pPr lvl="3">
              <a:buClr>
                <a:srgbClr val="A92211"/>
              </a:buClr>
            </a:pPr>
            <a:r>
              <a:rPr lang="en-US" sz="2400">
                <a:solidFill>
                  <a:schemeClr val="tx1"/>
                </a:solidFill>
                <a:effectLst>
                  <a:outerShdw blurRad="38100" dist="38100" dir="2700000" algn="tl">
                    <a:srgbClr val="000000">
                      <a:alpha val="43137"/>
                    </a:srgbClr>
                  </a:outerShdw>
                </a:effectLst>
              </a:rPr>
              <a:t>Current behavior and functioning</a:t>
            </a:r>
          </a:p>
        </p:txBody>
      </p:sp>
    </p:spTree>
    <p:extLst>
      <p:ext uri="{BB962C8B-B14F-4D97-AF65-F5344CB8AC3E}">
        <p14:creationId xmlns:p14="http://schemas.microsoft.com/office/powerpoint/2010/main" val="11916224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effectLst>
                  <a:outerShdw blurRad="38100" dist="38100" dir="2700000" algn="tl">
                    <a:srgbClr val="000000">
                      <a:alpha val="43137"/>
                    </a:srgbClr>
                  </a:outerShdw>
                </a:effectLst>
              </a:rPr>
              <a:t>Case Formulation-Putting It All Together</a:t>
            </a:r>
          </a:p>
        </p:txBody>
      </p:sp>
      <p:sp>
        <p:nvSpPr>
          <p:cNvPr id="3" name="Content Placeholder 2"/>
          <p:cNvSpPr>
            <a:spLocks noGrp="1"/>
          </p:cNvSpPr>
          <p:nvPr>
            <p:ph idx="1"/>
          </p:nvPr>
        </p:nvSpPr>
        <p:spPr/>
        <p:txBody>
          <a:bodyPr>
            <a:normAutofit/>
          </a:bodyPr>
          <a:lstStyle/>
          <a:p>
            <a:r>
              <a:rPr lang="en-US" sz="2400">
                <a:effectLst>
                  <a:outerShdw blurRad="38100" dist="38100" dir="2700000" algn="tl">
                    <a:srgbClr val="000000">
                      <a:alpha val="43137"/>
                    </a:srgbClr>
                  </a:outerShdw>
                </a:effectLst>
              </a:rPr>
              <a:t>Generate hypotheses for all problems identified</a:t>
            </a:r>
          </a:p>
          <a:p>
            <a:r>
              <a:rPr lang="en-US" sz="2400">
                <a:effectLst>
                  <a:outerShdw blurRad="38100" dist="38100" dir="2700000" algn="tl">
                    <a:srgbClr val="000000">
                      <a:alpha val="43137"/>
                    </a:srgbClr>
                  </a:outerShdw>
                </a:effectLst>
              </a:rPr>
              <a:t>Be sure that all hypotheses are based on the data you have</a:t>
            </a:r>
          </a:p>
          <a:p>
            <a:pPr lvl="1"/>
            <a:r>
              <a:rPr lang="en-US" sz="2200">
                <a:effectLst>
                  <a:outerShdw blurRad="38100" dist="38100" dir="2700000" algn="tl">
                    <a:srgbClr val="000000">
                      <a:alpha val="43137"/>
                    </a:srgbClr>
                  </a:outerShdw>
                </a:effectLst>
              </a:rPr>
              <a:t>Avoid speculation- we cannot fill in the gaps to draw conclusions</a:t>
            </a:r>
          </a:p>
          <a:p>
            <a:pPr lvl="1"/>
            <a:r>
              <a:rPr lang="en-US" sz="2200">
                <a:effectLst>
                  <a:outerShdw blurRad="38100" dist="38100" dir="2700000" algn="tl">
                    <a:srgbClr val="000000">
                      <a:alpha val="43137"/>
                    </a:srgbClr>
                  </a:outerShdw>
                </a:effectLst>
              </a:rPr>
              <a:t>Hypotheses lead to treatment plans-</a:t>
            </a:r>
          </a:p>
          <a:p>
            <a:r>
              <a:rPr lang="en-US" sz="2400">
                <a:effectLst>
                  <a:outerShdw blurRad="38100" dist="38100" dir="2700000" algn="tl">
                    <a:srgbClr val="000000">
                      <a:alpha val="43137"/>
                    </a:srgbClr>
                  </a:outerShdw>
                </a:effectLst>
              </a:rPr>
              <a:t>Make it specific to the client</a:t>
            </a:r>
          </a:p>
          <a:p>
            <a:pPr lvl="1"/>
            <a:r>
              <a:rPr lang="en-US" sz="2200">
                <a:effectLst>
                  <a:outerShdw blurRad="38100" dist="38100" dir="2700000" algn="tl">
                    <a:srgbClr val="000000">
                      <a:alpha val="43137"/>
                    </a:srgbClr>
                  </a:outerShdw>
                </a:effectLst>
              </a:rPr>
              <a:t>The client’s experience/problem vs. this is what depression is…</a:t>
            </a:r>
          </a:p>
          <a:p>
            <a:endParaRPr lang="en-US" sz="240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54990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983CD-4642-4233-BC6B-0757AD31C6E3}"/>
              </a:ext>
            </a:extLst>
          </p:cNvPr>
          <p:cNvSpPr>
            <a:spLocks noGrp="1"/>
          </p:cNvSpPr>
          <p:nvPr>
            <p:ph type="title"/>
          </p:nvPr>
        </p:nvSpPr>
        <p:spPr/>
        <p:txBody>
          <a:bodyPr/>
          <a:lstStyle/>
          <a:p>
            <a:endParaRPr lang="en-US"/>
          </a:p>
        </p:txBody>
      </p:sp>
      <p:sp>
        <p:nvSpPr>
          <p:cNvPr id="4" name="Rectangle 3">
            <a:extLst>
              <a:ext uri="{FF2B5EF4-FFF2-40B4-BE49-F238E27FC236}">
                <a16:creationId xmlns:a16="http://schemas.microsoft.com/office/drawing/2014/main" id="{202BB468-08C8-40C1-A2E1-38C21BD36059}"/>
              </a:ext>
            </a:extLst>
          </p:cNvPr>
          <p:cNvSpPr/>
          <p:nvPr/>
        </p:nvSpPr>
        <p:spPr>
          <a:xfrm>
            <a:off x="581041" y="3200400"/>
            <a:ext cx="1627171"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Gather Data</a:t>
            </a:r>
          </a:p>
        </p:txBody>
      </p:sp>
      <p:sp>
        <p:nvSpPr>
          <p:cNvPr id="5" name="Rectangle 4">
            <a:extLst>
              <a:ext uri="{FF2B5EF4-FFF2-40B4-BE49-F238E27FC236}">
                <a16:creationId xmlns:a16="http://schemas.microsoft.com/office/drawing/2014/main" id="{07959539-B352-4D83-ABE2-65B2B9C4AE49}"/>
              </a:ext>
            </a:extLst>
          </p:cNvPr>
          <p:cNvSpPr/>
          <p:nvPr/>
        </p:nvSpPr>
        <p:spPr>
          <a:xfrm>
            <a:off x="3198812" y="3232245"/>
            <a:ext cx="1627171"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Define Problem</a:t>
            </a:r>
          </a:p>
        </p:txBody>
      </p:sp>
      <p:sp>
        <p:nvSpPr>
          <p:cNvPr id="6" name="Rectangle 5">
            <a:extLst>
              <a:ext uri="{FF2B5EF4-FFF2-40B4-BE49-F238E27FC236}">
                <a16:creationId xmlns:a16="http://schemas.microsoft.com/office/drawing/2014/main" id="{EF789C90-DC78-4F9A-A176-1B244892167A}"/>
              </a:ext>
            </a:extLst>
          </p:cNvPr>
          <p:cNvSpPr/>
          <p:nvPr/>
        </p:nvSpPr>
        <p:spPr>
          <a:xfrm>
            <a:off x="6246812" y="3232245"/>
            <a:ext cx="1627171"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Set Goals</a:t>
            </a:r>
          </a:p>
        </p:txBody>
      </p:sp>
      <p:sp>
        <p:nvSpPr>
          <p:cNvPr id="7" name="Rectangle 6">
            <a:extLst>
              <a:ext uri="{FF2B5EF4-FFF2-40B4-BE49-F238E27FC236}">
                <a16:creationId xmlns:a16="http://schemas.microsoft.com/office/drawing/2014/main" id="{E231EE3F-33B7-4397-AFF3-27F3496B5E67}"/>
              </a:ext>
            </a:extLst>
          </p:cNvPr>
          <p:cNvSpPr/>
          <p:nvPr/>
        </p:nvSpPr>
        <p:spPr>
          <a:xfrm>
            <a:off x="9142412" y="3200400"/>
            <a:ext cx="1627171"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Treatment Plan</a:t>
            </a:r>
          </a:p>
        </p:txBody>
      </p:sp>
      <p:sp>
        <p:nvSpPr>
          <p:cNvPr id="8" name="TextBox 7">
            <a:extLst>
              <a:ext uri="{FF2B5EF4-FFF2-40B4-BE49-F238E27FC236}">
                <a16:creationId xmlns:a16="http://schemas.microsoft.com/office/drawing/2014/main" id="{DF7900F0-7AAC-49BB-81E7-0E2E0FAE1318}"/>
              </a:ext>
            </a:extLst>
          </p:cNvPr>
          <p:cNvSpPr txBox="1"/>
          <p:nvPr/>
        </p:nvSpPr>
        <p:spPr>
          <a:xfrm>
            <a:off x="581040" y="5285514"/>
            <a:ext cx="1627171" cy="923330"/>
          </a:xfrm>
          <a:prstGeom prst="rect">
            <a:avLst/>
          </a:prstGeom>
          <a:noFill/>
        </p:spPr>
        <p:txBody>
          <a:bodyPr wrap="square" rtlCol="0">
            <a:spAutoFit/>
          </a:bodyPr>
          <a:lstStyle/>
          <a:p>
            <a:r>
              <a:rPr lang="en-US"/>
              <a:t>Intake, Clinical Interview, Assessment</a:t>
            </a:r>
          </a:p>
        </p:txBody>
      </p:sp>
      <p:sp>
        <p:nvSpPr>
          <p:cNvPr id="9" name="TextBox 8">
            <a:extLst>
              <a:ext uri="{FF2B5EF4-FFF2-40B4-BE49-F238E27FC236}">
                <a16:creationId xmlns:a16="http://schemas.microsoft.com/office/drawing/2014/main" id="{D21089BB-768A-44D7-AAED-EE79942E5734}"/>
              </a:ext>
            </a:extLst>
          </p:cNvPr>
          <p:cNvSpPr txBox="1"/>
          <p:nvPr/>
        </p:nvSpPr>
        <p:spPr>
          <a:xfrm>
            <a:off x="3288497" y="5252532"/>
            <a:ext cx="1447800" cy="1477328"/>
          </a:xfrm>
          <a:prstGeom prst="rect">
            <a:avLst/>
          </a:prstGeom>
          <a:noFill/>
        </p:spPr>
        <p:txBody>
          <a:bodyPr wrap="square" rtlCol="0">
            <a:spAutoFit/>
          </a:bodyPr>
          <a:lstStyle/>
          <a:p>
            <a:r>
              <a:rPr lang="en-US"/>
              <a:t>Functional impairment, real-word description, Diagnosis</a:t>
            </a:r>
          </a:p>
        </p:txBody>
      </p:sp>
      <p:sp>
        <p:nvSpPr>
          <p:cNvPr id="11" name="TextBox 10">
            <a:extLst>
              <a:ext uri="{FF2B5EF4-FFF2-40B4-BE49-F238E27FC236}">
                <a16:creationId xmlns:a16="http://schemas.microsoft.com/office/drawing/2014/main" id="{B81D1FCE-815F-4E06-98C9-FFC5155596DB}"/>
              </a:ext>
            </a:extLst>
          </p:cNvPr>
          <p:cNvSpPr txBox="1"/>
          <p:nvPr/>
        </p:nvSpPr>
        <p:spPr>
          <a:xfrm>
            <a:off x="6426183" y="5142045"/>
            <a:ext cx="1447800" cy="1200329"/>
          </a:xfrm>
          <a:prstGeom prst="rect">
            <a:avLst/>
          </a:prstGeom>
          <a:noFill/>
        </p:spPr>
        <p:txBody>
          <a:bodyPr wrap="square" rtlCol="0">
            <a:spAutoFit/>
          </a:bodyPr>
          <a:lstStyle/>
          <a:p>
            <a:r>
              <a:rPr lang="en-US"/>
              <a:t>Based on data, use client’s values and desired </a:t>
            </a:r>
          </a:p>
        </p:txBody>
      </p:sp>
      <p:sp>
        <p:nvSpPr>
          <p:cNvPr id="12" name="Arrow: Right 11">
            <a:extLst>
              <a:ext uri="{FF2B5EF4-FFF2-40B4-BE49-F238E27FC236}">
                <a16:creationId xmlns:a16="http://schemas.microsoft.com/office/drawing/2014/main" id="{A53115AE-14B9-4955-913E-978F6A2F0C95}"/>
              </a:ext>
            </a:extLst>
          </p:cNvPr>
          <p:cNvSpPr/>
          <p:nvPr/>
        </p:nvSpPr>
        <p:spPr>
          <a:xfrm>
            <a:off x="2386320" y="3803745"/>
            <a:ext cx="685799"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F8D87245-200E-4C8D-8E54-7A0DC4D79957}"/>
              </a:ext>
            </a:extLst>
          </p:cNvPr>
          <p:cNvSpPr/>
          <p:nvPr/>
        </p:nvSpPr>
        <p:spPr>
          <a:xfrm>
            <a:off x="8165298" y="3828197"/>
            <a:ext cx="685799"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C6A85067-5AE5-4935-A99D-5AC1E759A0AB}"/>
              </a:ext>
            </a:extLst>
          </p:cNvPr>
          <p:cNvSpPr/>
          <p:nvPr/>
        </p:nvSpPr>
        <p:spPr>
          <a:xfrm>
            <a:off x="4978383" y="3828197"/>
            <a:ext cx="685799" cy="3810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73B59A1-4DB6-47C8-B6AB-633A16E5D779}"/>
              </a:ext>
            </a:extLst>
          </p:cNvPr>
          <p:cNvSpPr txBox="1"/>
          <p:nvPr/>
        </p:nvSpPr>
        <p:spPr>
          <a:xfrm>
            <a:off x="581040" y="2362200"/>
            <a:ext cx="4244943" cy="369332"/>
          </a:xfrm>
          <a:prstGeom prst="rect">
            <a:avLst/>
          </a:prstGeom>
          <a:noFill/>
        </p:spPr>
        <p:txBody>
          <a:bodyPr wrap="square" rtlCol="0">
            <a:spAutoFit/>
          </a:bodyPr>
          <a:lstStyle/>
          <a:p>
            <a:pPr algn="ctr"/>
            <a:r>
              <a:rPr lang="en-US"/>
              <a:t>Non- Theoretical</a:t>
            </a:r>
          </a:p>
        </p:txBody>
      </p:sp>
      <p:sp>
        <p:nvSpPr>
          <p:cNvPr id="16" name="TextBox 15">
            <a:extLst>
              <a:ext uri="{FF2B5EF4-FFF2-40B4-BE49-F238E27FC236}">
                <a16:creationId xmlns:a16="http://schemas.microsoft.com/office/drawing/2014/main" id="{8FC0324C-4562-418C-9463-9C172B46BC08}"/>
              </a:ext>
            </a:extLst>
          </p:cNvPr>
          <p:cNvSpPr txBox="1"/>
          <p:nvPr/>
        </p:nvSpPr>
        <p:spPr>
          <a:xfrm>
            <a:off x="6246812" y="2377704"/>
            <a:ext cx="4522771" cy="369332"/>
          </a:xfrm>
          <a:prstGeom prst="rect">
            <a:avLst/>
          </a:prstGeom>
          <a:noFill/>
        </p:spPr>
        <p:txBody>
          <a:bodyPr wrap="square" rtlCol="0">
            <a:spAutoFit/>
          </a:bodyPr>
          <a:lstStyle/>
          <a:p>
            <a:pPr algn="ctr"/>
            <a:r>
              <a:rPr lang="en-US"/>
              <a:t>Theoretical</a:t>
            </a:r>
          </a:p>
        </p:txBody>
      </p:sp>
      <p:sp>
        <p:nvSpPr>
          <p:cNvPr id="17" name="TextBox 16">
            <a:extLst>
              <a:ext uri="{FF2B5EF4-FFF2-40B4-BE49-F238E27FC236}">
                <a16:creationId xmlns:a16="http://schemas.microsoft.com/office/drawing/2014/main" id="{CB93A5E2-D4A3-4CDD-B056-4EC24CDC7612}"/>
              </a:ext>
            </a:extLst>
          </p:cNvPr>
          <p:cNvSpPr txBox="1"/>
          <p:nvPr/>
        </p:nvSpPr>
        <p:spPr>
          <a:xfrm>
            <a:off x="9142413" y="5336398"/>
            <a:ext cx="1752600" cy="1200329"/>
          </a:xfrm>
          <a:prstGeom prst="rect">
            <a:avLst/>
          </a:prstGeom>
          <a:noFill/>
        </p:spPr>
        <p:txBody>
          <a:bodyPr wrap="square" rtlCol="0">
            <a:spAutoFit/>
          </a:bodyPr>
          <a:lstStyle/>
          <a:p>
            <a:r>
              <a:rPr lang="en-US"/>
              <a:t>Informed by theory and evidence based-practice</a:t>
            </a:r>
          </a:p>
        </p:txBody>
      </p:sp>
      <p:sp>
        <p:nvSpPr>
          <p:cNvPr id="18" name="Callout: Right Arrow 17">
            <a:extLst>
              <a:ext uri="{FF2B5EF4-FFF2-40B4-BE49-F238E27FC236}">
                <a16:creationId xmlns:a16="http://schemas.microsoft.com/office/drawing/2014/main" id="{6A92A880-7307-4A1F-B43D-A330C379EBE3}"/>
              </a:ext>
            </a:extLst>
          </p:cNvPr>
          <p:cNvSpPr/>
          <p:nvPr/>
        </p:nvSpPr>
        <p:spPr>
          <a:xfrm>
            <a:off x="2207615" y="4543646"/>
            <a:ext cx="1300419" cy="997132"/>
          </a:xfrm>
          <a:prstGeom prst="rightArrowCallou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a:solidFill>
                  <a:schemeClr val="tx1"/>
                </a:solidFill>
              </a:rPr>
              <a:t>Steps of Differential</a:t>
            </a:r>
          </a:p>
          <a:p>
            <a:pPr algn="ctr"/>
            <a:r>
              <a:rPr lang="en-US" sz="1100">
                <a:solidFill>
                  <a:schemeClr val="tx1"/>
                </a:solidFill>
              </a:rPr>
              <a:t>Diagnosis</a:t>
            </a:r>
          </a:p>
        </p:txBody>
      </p:sp>
    </p:spTree>
    <p:extLst>
      <p:ext uri="{BB962C8B-B14F-4D97-AF65-F5344CB8AC3E}">
        <p14:creationId xmlns:p14="http://schemas.microsoft.com/office/powerpoint/2010/main" val="4854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hoto mosaic mazaika - filnmondo">
            <a:extLst>
              <a:ext uri="{FF2B5EF4-FFF2-40B4-BE49-F238E27FC236}">
                <a16:creationId xmlns:a16="http://schemas.microsoft.com/office/drawing/2014/main" id="{B1596632-87CB-88B1-8A64-E55D37277B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2675" y="157163"/>
            <a:ext cx="4943475" cy="654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489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Treatment Planning </a:t>
            </a:r>
          </a:p>
        </p:txBody>
      </p:sp>
      <p:graphicFrame>
        <p:nvGraphicFramePr>
          <p:cNvPr id="7" name="Content Placeholder 2">
            <a:extLst>
              <a:ext uri="{FF2B5EF4-FFF2-40B4-BE49-F238E27FC236}">
                <a16:creationId xmlns:a16="http://schemas.microsoft.com/office/drawing/2014/main" id="{648FDB0D-7A38-4B34-B756-2021DFB51619}"/>
              </a:ext>
            </a:extLst>
          </p:cNvPr>
          <p:cNvGraphicFramePr>
            <a:graphicFrameLocks noGrp="1"/>
          </p:cNvGraphicFramePr>
          <p:nvPr>
            <p:ph idx="1"/>
          </p:nvPr>
        </p:nvGraphicFramePr>
        <p:xfrm>
          <a:off x="1096963" y="1846263"/>
          <a:ext cx="10055225"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7694612" y="6163235"/>
            <a:ext cx="3810000" cy="369332"/>
          </a:xfrm>
          <a:prstGeom prst="rect">
            <a:avLst/>
          </a:prstGeom>
          <a:noFill/>
          <a:ln>
            <a:solidFill>
              <a:schemeClr val="bg2"/>
            </a:solidFill>
          </a:ln>
        </p:spPr>
        <p:txBody>
          <a:bodyPr wrap="square" rtlCol="0"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err="1"/>
              <a:t>Jongsma</a:t>
            </a:r>
            <a:r>
              <a:rPr lang="en-US"/>
              <a:t>, Peterson &amp; Bruce 2014</a:t>
            </a:r>
          </a:p>
        </p:txBody>
      </p:sp>
    </p:spTree>
    <p:extLst>
      <p:ext uri="{BB962C8B-B14F-4D97-AF65-F5344CB8AC3E}">
        <p14:creationId xmlns:p14="http://schemas.microsoft.com/office/powerpoint/2010/main" val="71578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Treatment Planning </a:t>
            </a:r>
          </a:p>
        </p:txBody>
      </p:sp>
      <p:sp>
        <p:nvSpPr>
          <p:cNvPr id="3" name="Content Placeholder 2"/>
          <p:cNvSpPr>
            <a:spLocks noGrp="1"/>
          </p:cNvSpPr>
          <p:nvPr>
            <p:ph idx="1"/>
          </p:nvPr>
        </p:nvSpPr>
        <p:spPr/>
        <p:txBody>
          <a:bodyPr>
            <a:normAutofit/>
          </a:bodyPr>
          <a:lstStyle/>
          <a:p>
            <a:r>
              <a:rPr lang="en-US" sz="2400" dirty="0">
                <a:effectLst>
                  <a:outerShdw blurRad="38100" dist="38100" dir="2700000" algn="tl">
                    <a:srgbClr val="000000">
                      <a:alpha val="43137"/>
                    </a:srgbClr>
                  </a:outerShdw>
                </a:effectLst>
              </a:rPr>
              <a:t>Establish Goals- Global and long-term</a:t>
            </a:r>
          </a:p>
          <a:p>
            <a:r>
              <a:rPr lang="en-US" sz="2400" dirty="0">
                <a:effectLst>
                  <a:outerShdw blurRad="38100" dist="38100" dir="2700000" algn="tl">
                    <a:srgbClr val="000000">
                      <a:alpha val="43137"/>
                    </a:srgbClr>
                  </a:outerShdw>
                </a:effectLst>
              </a:rPr>
              <a:t>Construct Objectives</a:t>
            </a:r>
          </a:p>
          <a:p>
            <a:pPr lvl="1"/>
            <a:r>
              <a:rPr lang="en-US" sz="2200" dirty="0">
                <a:effectLst>
                  <a:outerShdw blurRad="38100" dist="38100" dir="2700000" algn="tl">
                    <a:srgbClr val="000000">
                      <a:alpha val="43137"/>
                    </a:srgbClr>
                  </a:outerShdw>
                </a:effectLst>
              </a:rPr>
              <a:t>Behaviorally measurable terms</a:t>
            </a:r>
          </a:p>
          <a:p>
            <a:pPr lvl="1"/>
            <a:r>
              <a:rPr lang="en-US" sz="2200" dirty="0">
                <a:effectLst>
                  <a:outerShdw blurRad="38100" dist="38100" dir="2700000" algn="tl">
                    <a:srgbClr val="000000">
                      <a:alpha val="43137"/>
                    </a:srgbClr>
                  </a:outerShdw>
                </a:effectLst>
              </a:rPr>
              <a:t>Steppingstones to meeting goals</a:t>
            </a:r>
          </a:p>
          <a:p>
            <a:r>
              <a:rPr lang="en-US" sz="2400" dirty="0">
                <a:effectLst>
                  <a:outerShdw blurRad="38100" dist="38100" dir="2700000" algn="tl">
                    <a:srgbClr val="000000">
                      <a:alpha val="43137"/>
                    </a:srgbClr>
                  </a:outerShdw>
                </a:effectLst>
              </a:rPr>
              <a:t>Intervention Creation</a:t>
            </a:r>
          </a:p>
          <a:p>
            <a:pPr lvl="1"/>
            <a:r>
              <a:rPr lang="en-US" sz="2200" dirty="0">
                <a:effectLst>
                  <a:outerShdw blurRad="38100" dist="38100" dir="2700000" algn="tl">
                    <a:srgbClr val="000000">
                      <a:alpha val="43137"/>
                    </a:srgbClr>
                  </a:outerShdw>
                </a:effectLst>
              </a:rPr>
              <a:t>One intervention per objective</a:t>
            </a:r>
          </a:p>
          <a:p>
            <a:pPr lvl="1"/>
            <a:r>
              <a:rPr lang="en-US" sz="2200" dirty="0">
                <a:effectLst>
                  <a:outerShdw blurRad="38100" dist="38100" dir="2700000" algn="tl">
                    <a:srgbClr val="000000">
                      <a:alpha val="43137"/>
                    </a:srgbClr>
                  </a:outerShdw>
                </a:effectLst>
              </a:rPr>
              <a:t>Selected to meet the needs of client and based in the presenting concerns</a:t>
            </a:r>
          </a:p>
          <a:p>
            <a:pPr lvl="1"/>
            <a:r>
              <a:rPr lang="en-US" sz="2200" dirty="0">
                <a:effectLst>
                  <a:outerShdw blurRad="38100" dist="38100" dir="2700000" algn="tl">
                    <a:srgbClr val="000000">
                      <a:alpha val="43137"/>
                    </a:srgbClr>
                  </a:outerShdw>
                </a:effectLst>
              </a:rPr>
              <a:t>Used evidence based interventions</a:t>
            </a:r>
          </a:p>
          <a:p>
            <a:pPr marL="279082" lvl="1" indent="0">
              <a:buNone/>
            </a:pPr>
            <a:endParaRPr lang="en-US" sz="2200" dirty="0">
              <a:effectLst>
                <a:outerShdw blurRad="38100" dist="38100" dir="2700000" algn="tl">
                  <a:srgbClr val="000000">
                    <a:alpha val="43137"/>
                  </a:srgbClr>
                </a:outerShdw>
              </a:effectLst>
            </a:endParaRPr>
          </a:p>
        </p:txBody>
      </p:sp>
      <p:sp>
        <p:nvSpPr>
          <p:cNvPr id="5" name="TextBox 4"/>
          <p:cNvSpPr txBox="1"/>
          <p:nvPr/>
        </p:nvSpPr>
        <p:spPr>
          <a:xfrm>
            <a:off x="7694612" y="6163235"/>
            <a:ext cx="3810000" cy="369332"/>
          </a:xfrm>
          <a:prstGeom prst="rect">
            <a:avLst/>
          </a:prstGeom>
          <a:noFill/>
          <a:ln>
            <a:solidFill>
              <a:schemeClr val="bg2"/>
            </a:solidFill>
          </a:ln>
        </p:spPr>
        <p:txBody>
          <a:bodyPr wrap="square" rtlCol="0" anchor="ctr" anchorCtr="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err="1"/>
              <a:t>Jongsma</a:t>
            </a:r>
            <a:r>
              <a:rPr lang="en-US"/>
              <a:t>, Peterson &amp; Bruce 2014</a:t>
            </a:r>
          </a:p>
        </p:txBody>
      </p:sp>
    </p:spTree>
    <p:extLst>
      <p:ext uri="{BB962C8B-B14F-4D97-AF65-F5344CB8AC3E}">
        <p14:creationId xmlns:p14="http://schemas.microsoft.com/office/powerpoint/2010/main" val="2585932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1040" y="1124999"/>
            <a:ext cx="4075088" cy="4608003"/>
          </a:xfrm>
        </p:spPr>
        <p:txBody>
          <a:bodyPr anchor="ctr">
            <a:normAutofit/>
          </a:bodyPr>
          <a:lstStyle/>
          <a:p>
            <a:r>
              <a:rPr lang="en-US" sz="4000" b="1" dirty="0">
                <a:solidFill>
                  <a:schemeClr val="tx1"/>
                </a:solidFill>
              </a:rPr>
              <a:t>Treatment Planning</a:t>
            </a:r>
          </a:p>
        </p:txBody>
      </p:sp>
      <p:sp>
        <p:nvSpPr>
          <p:cNvPr id="3" name="Content Placeholder 2"/>
          <p:cNvSpPr>
            <a:spLocks noGrp="1"/>
          </p:cNvSpPr>
          <p:nvPr>
            <p:ph idx="1"/>
          </p:nvPr>
        </p:nvSpPr>
        <p:spPr>
          <a:xfrm>
            <a:off x="5116254" y="1997901"/>
            <a:ext cx="6491531" cy="3735101"/>
          </a:xfrm>
        </p:spPr>
        <p:txBody>
          <a:bodyPr>
            <a:normAutofit/>
          </a:bodyPr>
          <a:lstStyle/>
          <a:p>
            <a:r>
              <a:rPr lang="en-US" sz="2800" dirty="0">
                <a:effectLst>
                  <a:outerShdw blurRad="38100" dist="38100" dir="2700000" algn="tl">
                    <a:srgbClr val="000000">
                      <a:alpha val="43137"/>
                    </a:srgbClr>
                  </a:outerShdw>
                </a:effectLst>
              </a:rPr>
              <a:t>Shaped by Theoretical orientation</a:t>
            </a:r>
          </a:p>
          <a:p>
            <a:r>
              <a:rPr lang="en-US" sz="2800" dirty="0">
                <a:effectLst>
                  <a:outerShdw blurRad="38100" dist="38100" dir="2700000" algn="tl">
                    <a:srgbClr val="000000">
                      <a:alpha val="43137"/>
                    </a:srgbClr>
                  </a:outerShdw>
                </a:effectLst>
              </a:rPr>
              <a:t>Be faithful to follow the plan but flexible to follow the client</a:t>
            </a:r>
          </a:p>
          <a:p>
            <a:r>
              <a:rPr lang="en-US" sz="2800" dirty="0">
                <a:effectLst>
                  <a:outerShdw blurRad="38100" dist="38100" dir="2700000" algn="tl">
                    <a:srgbClr val="000000">
                      <a:alpha val="43137"/>
                    </a:srgbClr>
                  </a:outerShdw>
                </a:effectLst>
              </a:rPr>
              <a:t>Check regularly on progress toward goals and objectives</a:t>
            </a:r>
          </a:p>
          <a:p>
            <a:r>
              <a:rPr lang="en-US" sz="2800" dirty="0">
                <a:effectLst>
                  <a:outerShdw blurRad="38100" dist="38100" dir="2700000" algn="tl">
                    <a:srgbClr val="000000">
                      <a:alpha val="43137"/>
                    </a:srgbClr>
                  </a:outerShdw>
                </a:effectLst>
              </a:rPr>
              <a:t>Be systematic, organized, detailed</a:t>
            </a:r>
          </a:p>
          <a:p>
            <a:endParaRPr lang="en-US" sz="2800" dirty="0">
              <a:effectLst>
                <a:outerShdw blurRad="38100" dist="38100" dir="2700000" algn="tl">
                  <a:srgbClr val="000000">
                    <a:alpha val="43137"/>
                  </a:srgbClr>
                </a:outerShdw>
              </a:effectLst>
            </a:endParaRPr>
          </a:p>
          <a:p>
            <a:endParaRPr lang="en-US" sz="20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930908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6417" y="1037967"/>
            <a:ext cx="3352912" cy="4709131"/>
          </a:xfrm>
        </p:spPr>
        <p:txBody>
          <a:bodyPr anchor="ctr">
            <a:normAutofit/>
          </a:bodyPr>
          <a:lstStyle/>
          <a:p>
            <a:r>
              <a:rPr lang="en-US" sz="4400">
                <a:solidFill>
                  <a:schemeClr val="accent1"/>
                </a:solidFill>
                <a:effectLst>
                  <a:outerShdw blurRad="38100" dist="38100" dir="2700000" algn="tl">
                    <a:srgbClr val="000000">
                      <a:alpha val="43137"/>
                    </a:srgbClr>
                  </a:outerShdw>
                </a:effectLst>
              </a:rPr>
              <a:t>Treatment Planning	</a:t>
            </a:r>
          </a:p>
        </p:txBody>
      </p:sp>
      <p:graphicFrame>
        <p:nvGraphicFramePr>
          <p:cNvPr id="5" name="Content Placeholder 2">
            <a:extLst>
              <a:ext uri="{FF2B5EF4-FFF2-40B4-BE49-F238E27FC236}">
                <a16:creationId xmlns:a16="http://schemas.microsoft.com/office/drawing/2014/main" id="{66E2EAFF-2F2F-41FD-9ACD-6BE21566B187}"/>
              </a:ext>
            </a:extLst>
          </p:cNvPr>
          <p:cNvGraphicFramePr>
            <a:graphicFrameLocks noGrp="1"/>
          </p:cNvGraphicFramePr>
          <p:nvPr>
            <p:ph idx="1"/>
            <p:extLst>
              <p:ext uri="{D42A27DB-BD31-4B8C-83A1-F6EECF244321}">
                <p14:modId xmlns:p14="http://schemas.microsoft.com/office/powerpoint/2010/main" val="2547315950"/>
              </p:ext>
            </p:extLst>
          </p:nvPr>
        </p:nvGraphicFramePr>
        <p:xfrm>
          <a:off x="4597240" y="1037967"/>
          <a:ext cx="7010544" cy="4709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4729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DF603-7A98-4B3A-9A6F-5849EB701AD4}"/>
              </a:ext>
            </a:extLst>
          </p:cNvPr>
          <p:cNvSpPr>
            <a:spLocks noGrp="1"/>
          </p:cNvSpPr>
          <p:nvPr>
            <p:ph type="title"/>
          </p:nvPr>
        </p:nvSpPr>
        <p:spPr/>
        <p:txBody>
          <a:bodyPr/>
          <a:lstStyle/>
          <a:p>
            <a:r>
              <a:rPr lang="en-US"/>
              <a:t>Putting it All Together</a:t>
            </a:r>
          </a:p>
        </p:txBody>
      </p:sp>
      <p:sp>
        <p:nvSpPr>
          <p:cNvPr id="4" name="Rectangle 3">
            <a:extLst>
              <a:ext uri="{FF2B5EF4-FFF2-40B4-BE49-F238E27FC236}">
                <a16:creationId xmlns:a16="http://schemas.microsoft.com/office/drawing/2014/main" id="{4F30A5C7-E3E6-446B-8394-9EDA4088520C}"/>
              </a:ext>
            </a:extLst>
          </p:cNvPr>
          <p:cNvSpPr/>
          <p:nvPr/>
        </p:nvSpPr>
        <p:spPr>
          <a:xfrm>
            <a:off x="581041" y="2426732"/>
            <a:ext cx="10847371" cy="40502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CC341D7-8BAE-4590-AFBE-941641115D56}"/>
              </a:ext>
            </a:extLst>
          </p:cNvPr>
          <p:cNvSpPr txBox="1"/>
          <p:nvPr/>
        </p:nvSpPr>
        <p:spPr>
          <a:xfrm>
            <a:off x="760412" y="2057400"/>
            <a:ext cx="3886200" cy="369332"/>
          </a:xfrm>
          <a:prstGeom prst="rect">
            <a:avLst/>
          </a:prstGeom>
          <a:noFill/>
        </p:spPr>
        <p:txBody>
          <a:bodyPr wrap="square" rtlCol="0">
            <a:spAutoFit/>
          </a:bodyPr>
          <a:lstStyle/>
          <a:p>
            <a:r>
              <a:rPr lang="en-US"/>
              <a:t>Case Formulation</a:t>
            </a:r>
          </a:p>
        </p:txBody>
      </p:sp>
      <p:sp>
        <p:nvSpPr>
          <p:cNvPr id="6" name="Rectangle 5">
            <a:extLst>
              <a:ext uri="{FF2B5EF4-FFF2-40B4-BE49-F238E27FC236}">
                <a16:creationId xmlns:a16="http://schemas.microsoft.com/office/drawing/2014/main" id="{059933C5-E60B-4665-92CE-0F89292EF725}"/>
              </a:ext>
            </a:extLst>
          </p:cNvPr>
          <p:cNvSpPr/>
          <p:nvPr/>
        </p:nvSpPr>
        <p:spPr>
          <a:xfrm>
            <a:off x="760412" y="2886664"/>
            <a:ext cx="9296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rPr>
              <a:t>Clinical Interview</a:t>
            </a:r>
          </a:p>
        </p:txBody>
      </p:sp>
      <p:sp>
        <p:nvSpPr>
          <p:cNvPr id="7" name="Rectangle 6">
            <a:extLst>
              <a:ext uri="{FF2B5EF4-FFF2-40B4-BE49-F238E27FC236}">
                <a16:creationId xmlns:a16="http://schemas.microsoft.com/office/drawing/2014/main" id="{21E50368-F7EE-4B2B-B083-B8FB19B66106}"/>
              </a:ext>
            </a:extLst>
          </p:cNvPr>
          <p:cNvSpPr/>
          <p:nvPr/>
        </p:nvSpPr>
        <p:spPr>
          <a:xfrm>
            <a:off x="836612" y="4145728"/>
            <a:ext cx="9220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Diagnosis</a:t>
            </a:r>
          </a:p>
        </p:txBody>
      </p:sp>
      <p:sp>
        <p:nvSpPr>
          <p:cNvPr id="8" name="Rectangle 7">
            <a:extLst>
              <a:ext uri="{FF2B5EF4-FFF2-40B4-BE49-F238E27FC236}">
                <a16:creationId xmlns:a16="http://schemas.microsoft.com/office/drawing/2014/main" id="{AC14D18B-AACF-4EFA-804F-26ABC3ECCB18}"/>
              </a:ext>
            </a:extLst>
          </p:cNvPr>
          <p:cNvSpPr/>
          <p:nvPr/>
        </p:nvSpPr>
        <p:spPr>
          <a:xfrm>
            <a:off x="836612" y="5529899"/>
            <a:ext cx="9220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Treatment Plan</a:t>
            </a:r>
          </a:p>
        </p:txBody>
      </p:sp>
      <p:sp>
        <p:nvSpPr>
          <p:cNvPr id="9" name="Arrow: Curved Left 8">
            <a:extLst>
              <a:ext uri="{FF2B5EF4-FFF2-40B4-BE49-F238E27FC236}">
                <a16:creationId xmlns:a16="http://schemas.microsoft.com/office/drawing/2014/main" id="{B106B4C0-8122-4CF5-85E8-893D009D4F3F}"/>
              </a:ext>
            </a:extLst>
          </p:cNvPr>
          <p:cNvSpPr/>
          <p:nvPr/>
        </p:nvSpPr>
        <p:spPr>
          <a:xfrm rot="349237" flipH="1" flipV="1">
            <a:off x="40707" y="3106450"/>
            <a:ext cx="824276" cy="3111778"/>
          </a:xfrm>
          <a:prstGeom prst="curved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row: Curved Left 10">
            <a:extLst>
              <a:ext uri="{FF2B5EF4-FFF2-40B4-BE49-F238E27FC236}">
                <a16:creationId xmlns:a16="http://schemas.microsoft.com/office/drawing/2014/main" id="{2D3B4DE0-8366-4C9D-A23F-A6879E533E21}"/>
              </a:ext>
            </a:extLst>
          </p:cNvPr>
          <p:cNvSpPr/>
          <p:nvPr/>
        </p:nvSpPr>
        <p:spPr>
          <a:xfrm rot="10800000" flipH="1" flipV="1">
            <a:off x="10133013" y="3072675"/>
            <a:ext cx="739140" cy="1346926"/>
          </a:xfrm>
          <a:prstGeom prst="curved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Curved Left 11">
            <a:extLst>
              <a:ext uri="{FF2B5EF4-FFF2-40B4-BE49-F238E27FC236}">
                <a16:creationId xmlns:a16="http://schemas.microsoft.com/office/drawing/2014/main" id="{D6372A7B-606B-4E4F-9CAC-28CE3CC5A5E2}"/>
              </a:ext>
            </a:extLst>
          </p:cNvPr>
          <p:cNvSpPr/>
          <p:nvPr/>
        </p:nvSpPr>
        <p:spPr>
          <a:xfrm rot="10800000" flipH="1" flipV="1">
            <a:off x="10312383" y="4656152"/>
            <a:ext cx="739140" cy="1499692"/>
          </a:xfrm>
          <a:prstGeom prst="curved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81112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61020" y="1113764"/>
            <a:ext cx="3268897" cy="4624327"/>
          </a:xfrm>
        </p:spPr>
        <p:txBody>
          <a:bodyPr anchor="ctr">
            <a:normAutofit/>
          </a:bodyPr>
          <a:lstStyle/>
          <a:p>
            <a:r>
              <a:rPr lang="en-US" sz="3200">
                <a:solidFill>
                  <a:schemeClr val="tx1"/>
                </a:solidFill>
              </a:rPr>
              <a:t>Bipolar Disorders		</a:t>
            </a:r>
          </a:p>
        </p:txBody>
      </p:sp>
      <p:sp>
        <p:nvSpPr>
          <p:cNvPr id="3" name="Content Placeholder 2"/>
          <p:cNvSpPr>
            <a:spLocks noGrp="1"/>
          </p:cNvSpPr>
          <p:nvPr>
            <p:ph idx="1"/>
          </p:nvPr>
        </p:nvSpPr>
        <p:spPr>
          <a:xfrm>
            <a:off x="927674" y="1113764"/>
            <a:ext cx="6106588" cy="4624327"/>
          </a:xfrm>
        </p:spPr>
        <p:txBody>
          <a:bodyPr anchor="ctr">
            <a:normAutofit/>
          </a:bodyPr>
          <a:lstStyle/>
          <a:p>
            <a:r>
              <a:rPr lang="en-US" sz="2000" dirty="0">
                <a:solidFill>
                  <a:schemeClr val="tx1"/>
                </a:solidFill>
                <a:effectLst>
                  <a:outerShdw blurRad="38100" dist="38100" dir="2700000" algn="tl">
                    <a:srgbClr val="000000">
                      <a:alpha val="43137"/>
                    </a:srgbClr>
                  </a:outerShdw>
                </a:effectLst>
              </a:rPr>
              <a:t>Now Separate from other depressive disorders</a:t>
            </a:r>
          </a:p>
          <a:p>
            <a:pPr lvl="1"/>
            <a:r>
              <a:rPr lang="en-US" sz="2000" dirty="0">
                <a:solidFill>
                  <a:schemeClr val="tx1"/>
                </a:solidFill>
                <a:effectLst>
                  <a:outerShdw blurRad="38100" dist="38100" dir="2700000" algn="tl">
                    <a:srgbClr val="000000">
                      <a:alpha val="43137"/>
                    </a:srgbClr>
                  </a:outerShdw>
                </a:effectLst>
              </a:rPr>
              <a:t>“Bridges the gap”  Psychotic disorders and depressive disorders</a:t>
            </a:r>
          </a:p>
          <a:p>
            <a:r>
              <a:rPr lang="en-US" sz="2000" dirty="0">
                <a:solidFill>
                  <a:schemeClr val="tx1"/>
                </a:solidFill>
                <a:effectLst>
                  <a:outerShdw blurRad="38100" dist="38100" dir="2700000" algn="tl">
                    <a:srgbClr val="000000">
                      <a:alpha val="43137"/>
                    </a:srgbClr>
                  </a:outerShdw>
                </a:effectLst>
              </a:rPr>
              <a:t>Manic and Depressive experiences required</a:t>
            </a:r>
          </a:p>
          <a:p>
            <a:r>
              <a:rPr lang="en-US" sz="2000" dirty="0">
                <a:solidFill>
                  <a:schemeClr val="tx1"/>
                </a:solidFill>
                <a:effectLst>
                  <a:outerShdw blurRad="38100" dist="38100" dir="2700000" algn="tl">
                    <a:srgbClr val="000000">
                      <a:alpha val="43137"/>
                    </a:srgbClr>
                  </a:outerShdw>
                </a:effectLst>
              </a:rPr>
              <a:t>Strong Genetic component with 1</a:t>
            </a:r>
            <a:r>
              <a:rPr lang="en-US" sz="2000" baseline="30000" dirty="0">
                <a:solidFill>
                  <a:schemeClr val="tx1"/>
                </a:solidFill>
                <a:effectLst>
                  <a:outerShdw blurRad="38100" dist="38100" dir="2700000" algn="tl">
                    <a:srgbClr val="000000">
                      <a:alpha val="43137"/>
                    </a:srgbClr>
                  </a:outerShdw>
                </a:effectLst>
              </a:rPr>
              <a:t>st</a:t>
            </a:r>
            <a:r>
              <a:rPr lang="en-US" sz="2000" dirty="0">
                <a:solidFill>
                  <a:schemeClr val="tx1"/>
                </a:solidFill>
                <a:effectLst>
                  <a:outerShdw blurRad="38100" dist="38100" dir="2700000" algn="tl">
                    <a:srgbClr val="000000">
                      <a:alpha val="43137"/>
                    </a:srgbClr>
                  </a:outerShdw>
                </a:effectLst>
              </a:rPr>
              <a:t> degree relatives </a:t>
            </a:r>
            <a:r>
              <a:rPr lang="en-US" sz="1800" dirty="0">
                <a:solidFill>
                  <a:schemeClr val="tx1"/>
                </a:solidFill>
                <a:effectLst>
                  <a:outerShdw blurRad="38100" dist="38100" dir="2700000" algn="tl">
                    <a:srgbClr val="000000">
                      <a:alpha val="43137"/>
                    </a:srgbClr>
                  </a:outerShdw>
                </a:effectLst>
              </a:rPr>
              <a:t>(Blaney, Krueger, Millon, 2014)</a:t>
            </a:r>
          </a:p>
          <a:p>
            <a:r>
              <a:rPr lang="en-US" sz="2000" dirty="0">
                <a:solidFill>
                  <a:schemeClr val="tx1"/>
                </a:solidFill>
                <a:effectLst>
                  <a:outerShdw blurRad="38100" dist="38100" dir="2700000" algn="tl">
                    <a:srgbClr val="000000">
                      <a:alpha val="43137"/>
                    </a:srgbClr>
                  </a:outerShdw>
                </a:effectLst>
              </a:rPr>
              <a:t>Implications of Neurotransmitters </a:t>
            </a:r>
            <a:r>
              <a:rPr lang="en-US" sz="1800" dirty="0">
                <a:solidFill>
                  <a:schemeClr val="tx1"/>
                </a:solidFill>
                <a:effectLst>
                  <a:outerShdw blurRad="38100" dist="38100" dir="2700000" algn="tl">
                    <a:srgbClr val="000000">
                      <a:alpha val="43137"/>
                    </a:srgbClr>
                  </a:outerShdw>
                </a:effectLst>
              </a:rPr>
              <a:t>(Blaney, Krueger, Millon, 2014)</a:t>
            </a:r>
          </a:p>
          <a:p>
            <a:pPr lvl="1"/>
            <a:r>
              <a:rPr lang="en-US" sz="2000" dirty="0">
                <a:solidFill>
                  <a:schemeClr val="tx1"/>
                </a:solidFill>
                <a:effectLst>
                  <a:outerShdw blurRad="38100" dist="38100" dir="2700000" algn="tl">
                    <a:srgbClr val="000000">
                      <a:alpha val="43137"/>
                    </a:srgbClr>
                  </a:outerShdw>
                </a:effectLst>
              </a:rPr>
              <a:t>Low Serotonin, dysregulation of Dopamine, and Norepinephr</a:t>
            </a:r>
            <a:r>
              <a:rPr lang="en-US" dirty="0">
                <a:solidFill>
                  <a:schemeClr val="tx1"/>
                </a:solidFill>
                <a:effectLst>
                  <a:outerShdw blurRad="38100" dist="38100" dir="2700000" algn="tl">
                    <a:srgbClr val="000000">
                      <a:alpha val="43137"/>
                    </a:srgbClr>
                  </a:outerShdw>
                </a:effectLst>
              </a:rPr>
              <a:t>ine</a:t>
            </a:r>
          </a:p>
        </p:txBody>
      </p:sp>
    </p:spTree>
    <p:extLst>
      <p:ext uri="{BB962C8B-B14F-4D97-AF65-F5344CB8AC3E}">
        <p14:creationId xmlns:p14="http://schemas.microsoft.com/office/powerpoint/2010/main" val="42540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Bipolar I Disorder</a:t>
            </a:r>
          </a:p>
        </p:txBody>
      </p:sp>
      <p:graphicFrame>
        <p:nvGraphicFramePr>
          <p:cNvPr id="6" name="Content Placeholder 2">
            <a:extLst>
              <a:ext uri="{FF2B5EF4-FFF2-40B4-BE49-F238E27FC236}">
                <a16:creationId xmlns:a16="http://schemas.microsoft.com/office/drawing/2014/main" id="{CC4DA759-206B-44B9-A115-CEA4C3D41CC3}"/>
              </a:ext>
            </a:extLst>
          </p:cNvPr>
          <p:cNvGraphicFramePr>
            <a:graphicFrameLocks noGrp="1"/>
          </p:cNvGraphicFramePr>
          <p:nvPr>
            <p:ph idx="1"/>
          </p:nvPr>
        </p:nvGraphicFramePr>
        <p:xfrm>
          <a:off x="837981" y="1826042"/>
          <a:ext cx="10512862" cy="4683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8464BD2-7435-4163-B7D8-BFB982CD4C5D}"/>
              </a:ext>
            </a:extLst>
          </p:cNvPr>
          <p:cNvSpPr txBox="1"/>
          <p:nvPr/>
        </p:nvSpPr>
        <p:spPr>
          <a:xfrm>
            <a:off x="10437812" y="6396978"/>
            <a:ext cx="14366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2197073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Bipolar II Disorder</a:t>
            </a:r>
          </a:p>
        </p:txBody>
      </p:sp>
      <p:sp>
        <p:nvSpPr>
          <p:cNvPr id="3" name="Content Placeholder 2"/>
          <p:cNvSpPr>
            <a:spLocks noGrp="1"/>
          </p:cNvSpPr>
          <p:nvPr>
            <p:ph idx="1"/>
          </p:nvPr>
        </p:nvSpPr>
        <p:spPr/>
        <p:txBody>
          <a:bodyPr>
            <a:normAutofit/>
          </a:bodyPr>
          <a:lstStyle/>
          <a:p>
            <a:r>
              <a:rPr lang="en-US" sz="2800">
                <a:effectLst>
                  <a:outerShdw blurRad="38100" dist="38100" dir="2700000" algn="tl">
                    <a:srgbClr val="000000">
                      <a:alpha val="43137"/>
                    </a:srgbClr>
                  </a:outerShdw>
                </a:effectLst>
              </a:rPr>
              <a:t>Must experience at least one hypomanic and depressive episode</a:t>
            </a:r>
          </a:p>
          <a:p>
            <a:r>
              <a:rPr lang="en-US" sz="2800">
                <a:effectLst>
                  <a:outerShdw blurRad="38100" dist="38100" dir="2700000" algn="tl">
                    <a:srgbClr val="000000">
                      <a:alpha val="43137"/>
                    </a:srgbClr>
                  </a:outerShdw>
                </a:effectLst>
              </a:rPr>
              <a:t>Depressive symptoms more common </a:t>
            </a:r>
          </a:p>
          <a:p>
            <a:r>
              <a:rPr lang="en-US" sz="2800">
                <a:effectLst>
                  <a:outerShdw blurRad="38100" dist="38100" dir="2700000" algn="tl">
                    <a:srgbClr val="000000">
                      <a:alpha val="43137"/>
                    </a:srgbClr>
                  </a:outerShdw>
                </a:effectLst>
              </a:rPr>
              <a:t>Clients will often seek help for depression</a:t>
            </a:r>
          </a:p>
          <a:p>
            <a:pPr lvl="1"/>
            <a:r>
              <a:rPr lang="en-US" sz="2800">
                <a:effectLst>
                  <a:outerShdw blurRad="38100" dist="38100" dir="2700000" algn="tl">
                    <a:srgbClr val="000000">
                      <a:alpha val="43137"/>
                    </a:srgbClr>
                  </a:outerShdw>
                </a:effectLst>
              </a:rPr>
              <a:t>Hypomania not seen as an impairment. </a:t>
            </a:r>
          </a:p>
          <a:p>
            <a:r>
              <a:rPr lang="en-US" sz="2800">
                <a:effectLst>
                  <a:outerShdw blurRad="38100" dist="38100" dir="2700000" algn="tl">
                    <a:srgbClr val="000000">
                      <a:alpha val="43137"/>
                    </a:srgbClr>
                  </a:outerShdw>
                </a:effectLst>
              </a:rPr>
              <a:t>Differentiate between return of mood after depression and hypomania</a:t>
            </a:r>
          </a:p>
          <a:p>
            <a:pPr lvl="1"/>
            <a:endParaRPr lang="en-US" sz="3199">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5C363092-8705-494B-94E9-E2B7D86DCF1E}"/>
              </a:ext>
            </a:extLst>
          </p:cNvPr>
          <p:cNvSpPr txBox="1"/>
          <p:nvPr/>
        </p:nvSpPr>
        <p:spPr>
          <a:xfrm>
            <a:off x="10437812" y="6396978"/>
            <a:ext cx="14366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3294197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Personality Disorders</a:t>
            </a:r>
          </a:p>
        </p:txBody>
      </p:sp>
      <p:sp>
        <p:nvSpPr>
          <p:cNvPr id="3" name="Content Placeholder 2"/>
          <p:cNvSpPr>
            <a:spLocks noGrp="1"/>
          </p:cNvSpPr>
          <p:nvPr>
            <p:ph idx="1"/>
          </p:nvPr>
        </p:nvSpPr>
        <p:spPr>
          <a:xfrm>
            <a:off x="680144" y="2337157"/>
            <a:ext cx="9611357" cy="3987732"/>
          </a:xfrm>
        </p:spPr>
        <p:txBody>
          <a:bodyPr>
            <a:noAutofit/>
          </a:bodyPr>
          <a:lstStyle/>
          <a:p>
            <a:r>
              <a:rPr lang="en-US" sz="2400">
                <a:effectLst>
                  <a:outerShdw blurRad="38100" dist="38100" dir="2700000" algn="tl">
                    <a:srgbClr val="000000">
                      <a:alpha val="43137"/>
                    </a:srgbClr>
                  </a:outerShdw>
                </a:effectLst>
              </a:rPr>
              <a:t>Personality- Enduring pattern of thinking feeling perception and behavior</a:t>
            </a:r>
          </a:p>
          <a:p>
            <a:pPr lvl="1"/>
            <a:r>
              <a:rPr lang="en-US" sz="2400">
                <a:effectLst>
                  <a:outerShdw blurRad="38100" dist="38100" dir="2700000" algn="tl">
                    <a:srgbClr val="000000">
                      <a:alpha val="43137"/>
                    </a:srgbClr>
                  </a:outerShdw>
                </a:effectLst>
              </a:rPr>
              <a:t>What makes people uniquely “them”</a:t>
            </a:r>
          </a:p>
          <a:p>
            <a:pPr lvl="1"/>
            <a:r>
              <a:rPr lang="en-US" sz="2400">
                <a:effectLst>
                  <a:outerShdw blurRad="38100" dist="38100" dir="2700000" algn="tl">
                    <a:srgbClr val="000000">
                      <a:alpha val="43137"/>
                    </a:srgbClr>
                  </a:outerShdw>
                </a:effectLst>
              </a:rPr>
              <a:t>Health =  Balance between self and others</a:t>
            </a:r>
          </a:p>
          <a:p>
            <a:pPr lvl="1"/>
            <a:r>
              <a:rPr lang="en-US" sz="2400">
                <a:effectLst>
                  <a:outerShdw blurRad="38100" dist="38100" dir="2700000" algn="tl">
                    <a:srgbClr val="000000">
                      <a:alpha val="43137"/>
                    </a:srgbClr>
                  </a:outerShdw>
                </a:effectLst>
              </a:rPr>
              <a:t>Pathology- Persistent self or others focus with marked impairment</a:t>
            </a:r>
          </a:p>
          <a:p>
            <a:r>
              <a:rPr lang="en-US" sz="2400">
                <a:effectLst>
                  <a:outerShdw blurRad="38100" dist="38100" dir="2700000" algn="tl">
                    <a:srgbClr val="000000">
                      <a:alpha val="43137"/>
                    </a:srgbClr>
                  </a:outerShdw>
                </a:effectLst>
              </a:rPr>
              <a:t>PD characterized by interpersonal issues and conflict</a:t>
            </a:r>
          </a:p>
          <a:p>
            <a:pPr lvl="1"/>
            <a:r>
              <a:rPr lang="en-US" sz="2400">
                <a:effectLst>
                  <a:outerShdw blurRad="38100" dist="38100" dir="2700000" algn="tl">
                    <a:srgbClr val="000000">
                      <a:alpha val="43137"/>
                    </a:srgbClr>
                  </a:outerShdw>
                </a:effectLst>
              </a:rPr>
              <a:t>Attachment issues- over and under </a:t>
            </a:r>
          </a:p>
          <a:p>
            <a:r>
              <a:rPr lang="en-US" sz="2400">
                <a:effectLst>
                  <a:outerShdw blurRad="38100" dist="38100" dir="2700000" algn="tl">
                    <a:srgbClr val="000000">
                      <a:alpha val="43137"/>
                    </a:srgbClr>
                  </a:outerShdw>
                </a:effectLst>
              </a:rPr>
              <a:t>Threshold from non-disorder to disorders is not clear</a:t>
            </a:r>
          </a:p>
          <a:p>
            <a:pPr lvl="1"/>
            <a:r>
              <a:rPr lang="en-US" sz="2400">
                <a:effectLst>
                  <a:outerShdw blurRad="38100" dist="38100" dir="2700000" algn="tl">
                    <a:srgbClr val="000000">
                      <a:alpha val="43137"/>
                    </a:srgbClr>
                  </a:outerShdw>
                </a:effectLst>
              </a:rPr>
              <a:t>What is the difference between idiosyncratic or eccentric behavior and pathology</a:t>
            </a:r>
          </a:p>
        </p:txBody>
      </p:sp>
      <p:sp>
        <p:nvSpPr>
          <p:cNvPr id="4" name="TextBox 3"/>
          <p:cNvSpPr txBox="1"/>
          <p:nvPr/>
        </p:nvSpPr>
        <p:spPr>
          <a:xfrm>
            <a:off x="8658772" y="6189661"/>
            <a:ext cx="3265458" cy="369236"/>
          </a:xfrm>
          <a:prstGeom prst="rect">
            <a:avLst/>
          </a:prstGeom>
          <a:noFill/>
        </p:spPr>
        <p:txBody>
          <a:bodyPr wrap="square" rtlCol="0">
            <a:spAutoFit/>
          </a:bodyPr>
          <a:lstStyle/>
          <a:p>
            <a:r>
              <a:rPr lang="en-US" sz="1799" dirty="0"/>
              <a:t>(Castonguay &amp; </a:t>
            </a:r>
            <a:r>
              <a:rPr lang="en-US" sz="1799" dirty="0" err="1"/>
              <a:t>Oltmanns</a:t>
            </a:r>
            <a:r>
              <a:rPr lang="en-US" sz="1799" dirty="0"/>
              <a:t>, 2021)</a:t>
            </a:r>
          </a:p>
        </p:txBody>
      </p:sp>
    </p:spTree>
    <p:extLst>
      <p:ext uri="{BB962C8B-B14F-4D97-AF65-F5344CB8AC3E}">
        <p14:creationId xmlns:p14="http://schemas.microsoft.com/office/powerpoint/2010/main" val="478051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Personality Disorders</a:t>
            </a:r>
          </a:p>
        </p:txBody>
      </p:sp>
      <p:sp>
        <p:nvSpPr>
          <p:cNvPr id="3" name="Content Placeholder 2"/>
          <p:cNvSpPr>
            <a:spLocks noGrp="1"/>
          </p:cNvSpPr>
          <p:nvPr>
            <p:ph idx="1"/>
          </p:nvPr>
        </p:nvSpPr>
        <p:spPr/>
        <p:txBody>
          <a:bodyPr>
            <a:normAutofit/>
          </a:bodyPr>
          <a:lstStyle/>
          <a:p>
            <a:r>
              <a:rPr lang="en-US" sz="2400">
                <a:effectLst>
                  <a:outerShdw blurRad="38100" dist="38100" dir="2700000" algn="tl">
                    <a:srgbClr val="000000">
                      <a:alpha val="43137"/>
                    </a:srgbClr>
                  </a:outerShdw>
                </a:effectLst>
              </a:rPr>
              <a:t>Difference between “typical” and pathological</a:t>
            </a:r>
          </a:p>
          <a:p>
            <a:pPr lvl="1"/>
            <a:r>
              <a:rPr lang="en-US" sz="2400">
                <a:effectLst>
                  <a:outerShdw blurRad="38100" dist="38100" dir="2700000" algn="tl">
                    <a:srgbClr val="000000">
                      <a:alpha val="43137"/>
                    </a:srgbClr>
                  </a:outerShdw>
                </a:effectLst>
              </a:rPr>
              <a:t>Context dependent- Ability to adapt to demands of life and relationships as they arise</a:t>
            </a:r>
          </a:p>
          <a:p>
            <a:pPr lvl="1"/>
            <a:r>
              <a:rPr lang="en-US" sz="2400">
                <a:effectLst>
                  <a:outerShdw blurRad="38100" dist="38100" dir="2700000" algn="tl">
                    <a:srgbClr val="000000">
                      <a:alpha val="43137"/>
                    </a:srgbClr>
                  </a:outerShdw>
                </a:effectLst>
              </a:rPr>
              <a:t>Lack of flexibility and often make situations worse by responding as they always do. </a:t>
            </a:r>
          </a:p>
          <a:p>
            <a:r>
              <a:rPr lang="en-US" sz="2400">
                <a:effectLst>
                  <a:outerShdw blurRad="38100" dist="38100" dir="2700000" algn="tl">
                    <a:srgbClr val="000000">
                      <a:alpha val="43137"/>
                    </a:srgbClr>
                  </a:outerShdw>
                </a:effectLst>
              </a:rPr>
              <a:t>Those with PD have ego-syntonic experience- lack awareness of impact on others, do not experiences distress and accept as “part of self.</a:t>
            </a:r>
          </a:p>
          <a:p>
            <a:pPr lvl="1"/>
            <a:r>
              <a:rPr lang="en-US" sz="2400">
                <a:effectLst>
                  <a:outerShdw blurRad="38100" dist="38100" dir="2700000" algn="tl">
                    <a:srgbClr val="000000">
                      <a:alpha val="43137"/>
                    </a:srgbClr>
                  </a:outerShdw>
                </a:effectLst>
              </a:rPr>
              <a:t>Impact on those around them is often significant</a:t>
            </a:r>
          </a:p>
        </p:txBody>
      </p:sp>
      <p:sp>
        <p:nvSpPr>
          <p:cNvPr id="4" name="TextBox 3"/>
          <p:cNvSpPr txBox="1"/>
          <p:nvPr/>
        </p:nvSpPr>
        <p:spPr>
          <a:xfrm>
            <a:off x="7400954" y="6324890"/>
            <a:ext cx="4094944" cy="369236"/>
          </a:xfrm>
          <a:prstGeom prst="rect">
            <a:avLst/>
          </a:prstGeom>
          <a:noFill/>
        </p:spPr>
        <p:txBody>
          <a:bodyPr wrap="square" rtlCol="0">
            <a:spAutoFit/>
          </a:bodyPr>
          <a:lstStyle/>
          <a:p>
            <a:r>
              <a:rPr lang="en-US" sz="1799" dirty="0"/>
              <a:t>(Castonguay &amp; </a:t>
            </a:r>
            <a:r>
              <a:rPr lang="en-US" sz="1799" dirty="0" err="1"/>
              <a:t>Oltmanns</a:t>
            </a:r>
            <a:r>
              <a:rPr lang="en-US" sz="1799" dirty="0"/>
              <a:t>, 2021)</a:t>
            </a:r>
          </a:p>
        </p:txBody>
      </p:sp>
    </p:spTree>
    <p:extLst>
      <p:ext uri="{BB962C8B-B14F-4D97-AF65-F5344CB8AC3E}">
        <p14:creationId xmlns:p14="http://schemas.microsoft.com/office/powerpoint/2010/main" val="11193805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Domains of Personality	</a:t>
            </a:r>
          </a:p>
        </p:txBody>
      </p:sp>
      <p:graphicFrame>
        <p:nvGraphicFramePr>
          <p:cNvPr id="6" name="Content Placeholder 2">
            <a:extLst>
              <a:ext uri="{FF2B5EF4-FFF2-40B4-BE49-F238E27FC236}">
                <a16:creationId xmlns:a16="http://schemas.microsoft.com/office/drawing/2014/main" id="{D17B46C4-E6E9-4DFE-906D-4A0AB8B34535}"/>
              </a:ext>
            </a:extLst>
          </p:cNvPr>
          <p:cNvGraphicFramePr>
            <a:graphicFrameLocks noGrp="1"/>
          </p:cNvGraphicFramePr>
          <p:nvPr>
            <p:ph idx="1"/>
          </p:nvPr>
        </p:nvGraphicFramePr>
        <p:xfrm>
          <a:off x="581041" y="2180497"/>
          <a:ext cx="11026743" cy="43727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8380412" y="6368582"/>
            <a:ext cx="4094944" cy="369236"/>
          </a:xfrm>
          <a:prstGeom prst="rect">
            <a:avLst/>
          </a:prstGeom>
          <a:noFill/>
        </p:spPr>
        <p:txBody>
          <a:bodyPr wrap="square" rtlCol="0">
            <a:spAutoFit/>
          </a:bodyPr>
          <a:lstStyle/>
          <a:p>
            <a:r>
              <a:rPr lang="en-US" sz="1799" dirty="0"/>
              <a:t>(Castonguay &amp; </a:t>
            </a:r>
            <a:r>
              <a:rPr lang="en-US" sz="1799" dirty="0" err="1"/>
              <a:t>Oltmanns</a:t>
            </a:r>
            <a:r>
              <a:rPr lang="en-US" sz="1799" dirty="0"/>
              <a:t>, 2021)</a:t>
            </a:r>
          </a:p>
        </p:txBody>
      </p:sp>
    </p:spTree>
    <p:extLst>
      <p:ext uri="{BB962C8B-B14F-4D97-AF65-F5344CB8AC3E}">
        <p14:creationId xmlns:p14="http://schemas.microsoft.com/office/powerpoint/2010/main" val="2081962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Domains of Personality</a:t>
            </a:r>
          </a:p>
        </p:txBody>
      </p:sp>
      <p:sp>
        <p:nvSpPr>
          <p:cNvPr id="3" name="Content Placeholder 2"/>
          <p:cNvSpPr>
            <a:spLocks noGrp="1"/>
          </p:cNvSpPr>
          <p:nvPr>
            <p:ph idx="1"/>
          </p:nvPr>
        </p:nvSpPr>
        <p:spPr>
          <a:xfrm>
            <a:off x="469155" y="2209800"/>
            <a:ext cx="11026743" cy="4428469"/>
          </a:xfrm>
        </p:spPr>
        <p:txBody>
          <a:bodyPr/>
          <a:lstStyle/>
          <a:p>
            <a:r>
              <a:rPr lang="en-US" sz="2400">
                <a:effectLst>
                  <a:outerShdw blurRad="38100" dist="38100" dir="2700000" algn="tl">
                    <a:srgbClr val="000000">
                      <a:alpha val="43137"/>
                    </a:srgbClr>
                  </a:outerShdw>
                </a:effectLst>
              </a:rPr>
              <a:t>Temperament- How people behave</a:t>
            </a:r>
          </a:p>
          <a:p>
            <a:pPr lvl="1"/>
            <a:r>
              <a:rPr lang="en-US" sz="2400">
                <a:effectLst>
                  <a:outerShdw blurRad="38100" dist="38100" dir="2700000" algn="tl">
                    <a:srgbClr val="000000">
                      <a:alpha val="43137"/>
                    </a:srgbClr>
                  </a:outerShdw>
                </a:effectLst>
              </a:rPr>
              <a:t>Basic innate characteristics for relating to the world</a:t>
            </a:r>
          </a:p>
          <a:p>
            <a:pPr lvl="1"/>
            <a:r>
              <a:rPr lang="en-US" sz="2400">
                <a:effectLst>
                  <a:outerShdw blurRad="38100" dist="38100" dir="2700000" algn="tl">
                    <a:srgbClr val="000000">
                      <a:alpha val="43137"/>
                    </a:srgbClr>
                  </a:outerShdw>
                </a:effectLst>
              </a:rPr>
              <a:t>Recognizable in the first years of life</a:t>
            </a:r>
          </a:p>
          <a:p>
            <a:pPr lvl="1"/>
            <a:r>
              <a:rPr lang="en-US" sz="2400">
                <a:effectLst>
                  <a:outerShdw blurRad="38100" dist="38100" dir="2700000" algn="tl">
                    <a:srgbClr val="000000">
                      <a:alpha val="43137"/>
                    </a:srgbClr>
                  </a:outerShdw>
                </a:effectLst>
              </a:rPr>
              <a:t>Tend to be the way we describe other- energetic, quiet, difficult…</a:t>
            </a:r>
          </a:p>
          <a:p>
            <a:pPr lvl="1"/>
            <a:r>
              <a:rPr lang="en-US" sz="2400">
                <a:effectLst>
                  <a:outerShdw blurRad="38100" dist="38100" dir="2700000" algn="tl">
                    <a:srgbClr val="000000">
                      <a:alpha val="43137"/>
                    </a:srgbClr>
                  </a:outerShdw>
                </a:effectLst>
              </a:rPr>
              <a:t>Some predictive features– connection between impulse control in childhood and conduct disorder with PDs in adulthood</a:t>
            </a:r>
          </a:p>
          <a:p>
            <a:endParaRPr lang="en-US">
              <a:effectLst>
                <a:outerShdw blurRad="38100" dist="38100" dir="2700000" algn="tl">
                  <a:srgbClr val="000000">
                    <a:alpha val="43137"/>
                  </a:srgbClr>
                </a:outerShdw>
              </a:effectLst>
            </a:endParaRPr>
          </a:p>
        </p:txBody>
      </p:sp>
      <p:sp>
        <p:nvSpPr>
          <p:cNvPr id="6" name="TextBox 5"/>
          <p:cNvSpPr txBox="1"/>
          <p:nvPr/>
        </p:nvSpPr>
        <p:spPr>
          <a:xfrm>
            <a:off x="7400954" y="6287321"/>
            <a:ext cx="4094944" cy="369236"/>
          </a:xfrm>
          <a:prstGeom prst="rect">
            <a:avLst/>
          </a:prstGeom>
          <a:noFill/>
        </p:spPr>
        <p:txBody>
          <a:bodyPr wrap="square" rtlCol="0">
            <a:spAutoFit/>
          </a:bodyPr>
          <a:lstStyle/>
          <a:p>
            <a:r>
              <a:rPr lang="en-US" sz="1799" dirty="0"/>
              <a:t>(Castonguay , </a:t>
            </a:r>
            <a:r>
              <a:rPr lang="en-US" sz="1799" dirty="0" err="1"/>
              <a:t>Oltmanns</a:t>
            </a:r>
            <a:r>
              <a:rPr lang="en-US" sz="1799" dirty="0"/>
              <a:t>,  Lott 2021)</a:t>
            </a:r>
          </a:p>
        </p:txBody>
      </p:sp>
    </p:spTree>
    <p:extLst>
      <p:ext uri="{BB962C8B-B14F-4D97-AF65-F5344CB8AC3E}">
        <p14:creationId xmlns:p14="http://schemas.microsoft.com/office/powerpoint/2010/main" val="174106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Considerations</a:t>
            </a:r>
          </a:p>
        </p:txBody>
      </p:sp>
      <p:sp>
        <p:nvSpPr>
          <p:cNvPr id="3" name="Content Placeholder 2"/>
          <p:cNvSpPr>
            <a:spLocks noGrp="1"/>
          </p:cNvSpPr>
          <p:nvPr>
            <p:ph idx="1"/>
          </p:nvPr>
        </p:nvSpPr>
        <p:spPr>
          <a:xfrm>
            <a:off x="581040" y="2204881"/>
            <a:ext cx="11026743" cy="4476060"/>
          </a:xfrm>
        </p:spPr>
        <p:txBody>
          <a:bodyPr>
            <a:normAutofit/>
          </a:bodyPr>
          <a:lstStyle/>
          <a:p>
            <a:r>
              <a:rPr lang="en-US" sz="2400" dirty="0">
                <a:effectLst>
                  <a:outerShdw blurRad="38100" dist="38100" dir="2700000" algn="tl">
                    <a:srgbClr val="000000">
                      <a:alpha val="43137"/>
                    </a:srgbClr>
                  </a:outerShdw>
                </a:effectLst>
              </a:rPr>
              <a:t>Gender Differences</a:t>
            </a:r>
          </a:p>
          <a:p>
            <a:pPr lvl="1"/>
            <a:r>
              <a:rPr lang="en-US" sz="2400" dirty="0">
                <a:effectLst>
                  <a:outerShdw blurRad="38100" dist="38100" dir="2700000" algn="tl">
                    <a:srgbClr val="000000">
                      <a:alpha val="43137"/>
                    </a:srgbClr>
                  </a:outerShdw>
                </a:effectLst>
              </a:rPr>
              <a:t>Some disorders are more prevalent in one gender or the other</a:t>
            </a:r>
          </a:p>
          <a:p>
            <a:pPr lvl="2"/>
            <a:r>
              <a:rPr lang="en-US" sz="2400" dirty="0">
                <a:effectLst>
                  <a:outerShdw blurRad="38100" dist="38100" dir="2700000" algn="tl">
                    <a:srgbClr val="000000">
                      <a:alpha val="43137"/>
                    </a:srgbClr>
                  </a:outerShdw>
                </a:effectLst>
              </a:rPr>
              <a:t>I.E. Narcissistic more male and histrionic more female</a:t>
            </a:r>
          </a:p>
          <a:p>
            <a:r>
              <a:rPr lang="en-US" sz="2400" dirty="0">
                <a:effectLst>
                  <a:outerShdw blurRad="38100" dist="38100" dir="2700000" algn="tl">
                    <a:srgbClr val="000000">
                      <a:alpha val="43137"/>
                    </a:srgbClr>
                  </a:outerShdw>
                </a:effectLst>
              </a:rPr>
              <a:t>Ethnic</a:t>
            </a:r>
          </a:p>
          <a:p>
            <a:pPr lvl="1"/>
            <a:r>
              <a:rPr lang="en-US" sz="2400" dirty="0">
                <a:effectLst>
                  <a:outerShdw blurRad="38100" dist="38100" dir="2700000" algn="tl">
                    <a:srgbClr val="000000">
                      <a:alpha val="43137"/>
                    </a:srgbClr>
                  </a:outerShdw>
                </a:effectLst>
              </a:rPr>
              <a:t>Limited differences identified based on limited research</a:t>
            </a:r>
          </a:p>
          <a:p>
            <a:pPr lvl="1"/>
            <a:r>
              <a:rPr lang="en-US" sz="2400" dirty="0">
                <a:effectLst>
                  <a:outerShdw blurRad="38100" dist="38100" dir="2700000" algn="tl">
                    <a:srgbClr val="000000">
                      <a:alpha val="43137"/>
                    </a:srgbClr>
                  </a:outerShdw>
                </a:effectLst>
              </a:rPr>
              <a:t>However, there are some differences- be aware in diagnostic process</a:t>
            </a:r>
          </a:p>
          <a:p>
            <a:r>
              <a:rPr lang="en-US" sz="2400" dirty="0">
                <a:effectLst>
                  <a:outerShdw blurRad="38100" dist="38100" dir="2700000" algn="tl">
                    <a:srgbClr val="000000">
                      <a:alpha val="43137"/>
                    </a:srgbClr>
                  </a:outerShdw>
                </a:effectLst>
              </a:rPr>
              <a:t>Age</a:t>
            </a:r>
          </a:p>
          <a:p>
            <a:pPr lvl="1"/>
            <a:r>
              <a:rPr lang="en-US" sz="2400" dirty="0">
                <a:effectLst>
                  <a:outerShdw blurRad="38100" dist="38100" dir="2700000" algn="tl">
                    <a:srgbClr val="000000">
                      <a:alpha val="43137"/>
                    </a:srgbClr>
                  </a:outerShdw>
                </a:effectLst>
              </a:rPr>
              <a:t>Characteristics must be evident in childhood</a:t>
            </a:r>
          </a:p>
          <a:p>
            <a:pPr lvl="1"/>
            <a:r>
              <a:rPr lang="en-US" sz="2400" dirty="0">
                <a:effectLst>
                  <a:outerShdw blurRad="38100" dist="38100" dir="2700000" algn="tl">
                    <a:srgbClr val="000000">
                      <a:alpha val="43137"/>
                    </a:srgbClr>
                  </a:outerShdw>
                </a:effectLst>
              </a:rPr>
              <a:t>Onset may vary in age of presentation</a:t>
            </a:r>
          </a:p>
          <a:p>
            <a:pPr lvl="1"/>
            <a:endParaRPr lang="en-US"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5E33243B-82A4-F15B-3DE0-30C885077A6C}"/>
              </a:ext>
            </a:extLst>
          </p:cNvPr>
          <p:cNvSpPr txBox="1"/>
          <p:nvPr/>
        </p:nvSpPr>
        <p:spPr>
          <a:xfrm>
            <a:off x="7400954" y="6287321"/>
            <a:ext cx="4094944" cy="369236"/>
          </a:xfrm>
          <a:prstGeom prst="rect">
            <a:avLst/>
          </a:prstGeom>
          <a:noFill/>
        </p:spPr>
        <p:txBody>
          <a:bodyPr wrap="square" rtlCol="0">
            <a:spAutoFit/>
          </a:bodyPr>
          <a:lstStyle/>
          <a:p>
            <a:r>
              <a:rPr lang="en-US" sz="1799" dirty="0"/>
              <a:t>(Castonguay , </a:t>
            </a:r>
            <a:r>
              <a:rPr lang="en-US" sz="1799" dirty="0" err="1"/>
              <a:t>Oltmanns</a:t>
            </a:r>
            <a:r>
              <a:rPr lang="en-US" sz="1799" dirty="0"/>
              <a:t>,  Lott 2021)</a:t>
            </a:r>
          </a:p>
        </p:txBody>
      </p:sp>
    </p:spTree>
    <p:extLst>
      <p:ext uri="{BB962C8B-B14F-4D97-AF65-F5344CB8AC3E}">
        <p14:creationId xmlns:p14="http://schemas.microsoft.com/office/powerpoint/2010/main" val="1808854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3 Clusters</a:t>
            </a:r>
          </a:p>
        </p:txBody>
      </p:sp>
      <p:sp>
        <p:nvSpPr>
          <p:cNvPr id="3" name="Content Placeholder 2"/>
          <p:cNvSpPr>
            <a:spLocks noGrp="1"/>
          </p:cNvSpPr>
          <p:nvPr>
            <p:ph idx="1"/>
          </p:nvPr>
        </p:nvSpPr>
        <p:spPr>
          <a:xfrm>
            <a:off x="581041" y="2180497"/>
            <a:ext cx="11026743" cy="4476060"/>
          </a:xfrm>
        </p:spPr>
        <p:txBody>
          <a:bodyPr/>
          <a:lstStyle/>
          <a:p>
            <a:r>
              <a:rPr lang="en-US" sz="2400">
                <a:effectLst>
                  <a:outerShdw blurRad="38100" dist="38100" dir="2700000" algn="tl">
                    <a:srgbClr val="000000">
                      <a:alpha val="43137"/>
                    </a:srgbClr>
                  </a:outerShdw>
                </a:effectLst>
              </a:rPr>
              <a:t>Clusters based on broad characteristics</a:t>
            </a:r>
          </a:p>
          <a:p>
            <a:endParaRPr lang="en-US" sz="2400">
              <a:effectLst>
                <a:outerShdw blurRad="38100" dist="38100" dir="2700000" algn="tl">
                  <a:srgbClr val="000000">
                    <a:alpha val="43137"/>
                  </a:srgbClr>
                </a:outerShdw>
              </a:effectLst>
            </a:endParaRPr>
          </a:p>
          <a:p>
            <a:pPr lvl="1"/>
            <a:r>
              <a:rPr lang="en-US" sz="2400">
                <a:effectLst>
                  <a:outerShdw blurRad="38100" dist="38100" dir="2700000" algn="tl">
                    <a:srgbClr val="000000">
                      <a:alpha val="43137"/>
                    </a:srgbClr>
                  </a:outerShdw>
                </a:effectLst>
              </a:rPr>
              <a:t>Cluster A (eccentric)– Paranoid, Schizoid, &amp; Schizotypal</a:t>
            </a:r>
          </a:p>
          <a:p>
            <a:endParaRPr lang="en-US" sz="2400">
              <a:effectLst>
                <a:outerShdw blurRad="38100" dist="38100" dir="2700000" algn="tl">
                  <a:srgbClr val="000000">
                    <a:alpha val="43137"/>
                  </a:srgbClr>
                </a:outerShdw>
              </a:effectLst>
            </a:endParaRPr>
          </a:p>
          <a:p>
            <a:pPr lvl="1"/>
            <a:r>
              <a:rPr lang="en-US" sz="2400">
                <a:effectLst>
                  <a:outerShdw blurRad="38100" dist="38100" dir="2700000" algn="tl">
                    <a:srgbClr val="000000">
                      <a:alpha val="43137"/>
                    </a:srgbClr>
                  </a:outerShdw>
                </a:effectLst>
              </a:rPr>
              <a:t>Cluster B - Antisocial, Borderline,  Histrionic, &amp; Narcissistic</a:t>
            </a:r>
          </a:p>
          <a:p>
            <a:endParaRPr lang="en-US" sz="2400">
              <a:effectLst>
                <a:outerShdw blurRad="38100" dist="38100" dir="2700000" algn="tl">
                  <a:srgbClr val="000000">
                    <a:alpha val="43137"/>
                  </a:srgbClr>
                </a:outerShdw>
              </a:effectLst>
            </a:endParaRPr>
          </a:p>
          <a:p>
            <a:pPr lvl="1"/>
            <a:r>
              <a:rPr lang="en-US" sz="2400">
                <a:effectLst>
                  <a:outerShdw blurRad="38100" dist="38100" dir="2700000" algn="tl">
                    <a:srgbClr val="000000">
                      <a:alpha val="43137"/>
                    </a:srgbClr>
                  </a:outerShdw>
                </a:effectLst>
              </a:rPr>
              <a:t>Cluster C- Avoidant, Dependent, Obsessive-Compulsive</a:t>
            </a:r>
          </a:p>
          <a:p>
            <a:endParaRPr lang="en-US">
              <a:effectLst>
                <a:outerShdw blurRad="38100" dist="38100" dir="2700000" algn="tl">
                  <a:srgbClr val="000000">
                    <a:alpha val="43137"/>
                  </a:srgbClr>
                </a:outerShdw>
              </a:effectLst>
            </a:endParaRPr>
          </a:p>
          <a:p>
            <a:pPr marL="0" indent="0">
              <a:buNone/>
            </a:pPr>
            <a:endParaRPr lang="en-US">
              <a:effectLst>
                <a:outerShdw blurRad="38100" dist="38100" dir="2700000" algn="tl">
                  <a:srgbClr val="000000">
                    <a:alpha val="43137"/>
                  </a:srgbClr>
                </a:outerShdw>
              </a:effectLst>
            </a:endParaRPr>
          </a:p>
        </p:txBody>
      </p:sp>
      <p:sp>
        <p:nvSpPr>
          <p:cNvPr id="4" name="TextBox 3"/>
          <p:cNvSpPr txBox="1"/>
          <p:nvPr/>
        </p:nvSpPr>
        <p:spPr>
          <a:xfrm>
            <a:off x="10437812" y="6287321"/>
            <a:ext cx="16652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3926378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General Personality Disorder</a:t>
            </a:r>
          </a:p>
        </p:txBody>
      </p:sp>
      <p:sp>
        <p:nvSpPr>
          <p:cNvPr id="3" name="Content Placeholder 2"/>
          <p:cNvSpPr>
            <a:spLocks noGrp="1"/>
          </p:cNvSpPr>
          <p:nvPr>
            <p:ph idx="1"/>
          </p:nvPr>
        </p:nvSpPr>
        <p:spPr/>
        <p:txBody>
          <a:bodyPr/>
          <a:lstStyle/>
          <a:p>
            <a:r>
              <a:rPr lang="en-US" sz="2400">
                <a:effectLst>
                  <a:outerShdw blurRad="38100" dist="38100" dir="2700000" algn="tl">
                    <a:srgbClr val="000000">
                      <a:alpha val="43137"/>
                    </a:srgbClr>
                  </a:outerShdw>
                </a:effectLst>
              </a:rPr>
              <a:t>Maladaptive and rigid personality that cause significant disruption in daily function- social, occupational other</a:t>
            </a:r>
          </a:p>
          <a:p>
            <a:r>
              <a:rPr lang="en-US" sz="2400">
                <a:effectLst>
                  <a:outerShdw blurRad="38100" dist="38100" dir="2700000" algn="tl">
                    <a:srgbClr val="000000">
                      <a:alpha val="43137"/>
                    </a:srgbClr>
                  </a:outerShdw>
                </a:effectLst>
              </a:rPr>
              <a:t>Onset of symptoms can be connected to at least adolescence (or younger) and are stable/enduring, long-term</a:t>
            </a:r>
          </a:p>
          <a:p>
            <a:r>
              <a:rPr lang="en-US" sz="2400">
                <a:effectLst>
                  <a:outerShdw blurRad="38100" dist="38100" dir="2700000" algn="tl">
                    <a:srgbClr val="000000">
                      <a:alpha val="43137"/>
                    </a:srgbClr>
                  </a:outerShdw>
                </a:effectLst>
              </a:rPr>
              <a:t>Includes cognitive distortions of self and others, challenges with affect (limited or expansive), interpersonal difficulties, and impulsivity</a:t>
            </a:r>
          </a:p>
          <a:p>
            <a:r>
              <a:rPr lang="en-US" sz="2400">
                <a:effectLst>
                  <a:outerShdw blurRad="38100" dist="38100" dir="2700000" algn="tl">
                    <a:srgbClr val="000000">
                      <a:alpha val="43137"/>
                    </a:srgbClr>
                  </a:outerShdw>
                </a:effectLst>
              </a:rPr>
              <a:t>Must not be associated with situations and circumstance. </a:t>
            </a:r>
          </a:p>
          <a:p>
            <a:endParaRPr lang="en-US">
              <a:effectLst>
                <a:outerShdw blurRad="38100" dist="38100" dir="2700000" algn="tl">
                  <a:srgbClr val="000000">
                    <a:alpha val="43137"/>
                  </a:srgbClr>
                </a:outerShdw>
              </a:effectLst>
            </a:endParaRPr>
          </a:p>
        </p:txBody>
      </p:sp>
      <p:sp>
        <p:nvSpPr>
          <p:cNvPr id="4" name="TextBox 3"/>
          <p:cNvSpPr txBox="1"/>
          <p:nvPr/>
        </p:nvSpPr>
        <p:spPr>
          <a:xfrm>
            <a:off x="7400954" y="6287321"/>
            <a:ext cx="4094944"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8417955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Cluster A Disorders</a:t>
            </a:r>
          </a:p>
        </p:txBody>
      </p:sp>
      <p:graphicFrame>
        <p:nvGraphicFramePr>
          <p:cNvPr id="6" name="Content Placeholder 2">
            <a:extLst>
              <a:ext uri="{FF2B5EF4-FFF2-40B4-BE49-F238E27FC236}">
                <a16:creationId xmlns:a16="http://schemas.microsoft.com/office/drawing/2014/main" id="{6DE1408C-C4BD-41AF-B110-008D78B46A4F}"/>
              </a:ext>
            </a:extLst>
          </p:cNvPr>
          <p:cNvGraphicFramePr>
            <a:graphicFrameLocks noGrp="1"/>
          </p:cNvGraphicFramePr>
          <p:nvPr>
            <p:ph idx="1"/>
          </p:nvPr>
        </p:nvGraphicFramePr>
        <p:xfrm>
          <a:off x="1096963" y="1846263"/>
          <a:ext cx="10055225"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0209212" y="6323341"/>
            <a:ext cx="16652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4224000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ffectLst>
                  <a:outerShdw blurRad="38100" dist="38100" dir="2700000" algn="tl">
                    <a:srgbClr val="000000">
                      <a:alpha val="43137"/>
                    </a:srgbClr>
                  </a:outerShdw>
                </a:effectLst>
              </a:rPr>
              <a:t>Cluster B</a:t>
            </a:r>
          </a:p>
        </p:txBody>
      </p:sp>
      <p:graphicFrame>
        <p:nvGraphicFramePr>
          <p:cNvPr id="6" name="Content Placeholder 2">
            <a:extLst>
              <a:ext uri="{FF2B5EF4-FFF2-40B4-BE49-F238E27FC236}">
                <a16:creationId xmlns:a16="http://schemas.microsoft.com/office/drawing/2014/main" id="{003BE8F5-030F-4E16-B7EF-F8B418B6F98A}"/>
              </a:ext>
            </a:extLst>
          </p:cNvPr>
          <p:cNvGraphicFramePr>
            <a:graphicFrameLocks noGrp="1"/>
          </p:cNvGraphicFramePr>
          <p:nvPr>
            <p:ph idx="1"/>
            <p:extLst>
              <p:ext uri="{D42A27DB-BD31-4B8C-83A1-F6EECF244321}">
                <p14:modId xmlns:p14="http://schemas.microsoft.com/office/powerpoint/2010/main" val="3240465381"/>
              </p:ext>
            </p:extLst>
          </p:nvPr>
        </p:nvGraphicFramePr>
        <p:xfrm>
          <a:off x="680144" y="2337157"/>
          <a:ext cx="9611357" cy="40628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10437812" y="6396978"/>
            <a:ext cx="14366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3654411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8907" y="1113764"/>
            <a:ext cx="3268897" cy="4624327"/>
          </a:xfrm>
        </p:spPr>
        <p:txBody>
          <a:bodyPr anchor="ctr">
            <a:normAutofit/>
          </a:bodyPr>
          <a:lstStyle/>
          <a:p>
            <a:r>
              <a:rPr lang="en-US" sz="3200" dirty="0">
                <a:solidFill>
                  <a:schemeClr val="tx1"/>
                </a:solidFill>
                <a:effectLst>
                  <a:outerShdw blurRad="38100" dist="38100" dir="2700000" algn="tl">
                    <a:srgbClr val="000000">
                      <a:alpha val="43137"/>
                    </a:srgbClr>
                  </a:outerShdw>
                </a:effectLst>
              </a:rPr>
              <a:t>Cluster B Continued</a:t>
            </a:r>
          </a:p>
        </p:txBody>
      </p:sp>
      <p:sp>
        <p:nvSpPr>
          <p:cNvPr id="3" name="Content Placeholder 2"/>
          <p:cNvSpPr>
            <a:spLocks noGrp="1"/>
          </p:cNvSpPr>
          <p:nvPr>
            <p:ph idx="1"/>
          </p:nvPr>
        </p:nvSpPr>
        <p:spPr>
          <a:xfrm>
            <a:off x="5154562" y="1828800"/>
            <a:ext cx="6106588" cy="3909291"/>
          </a:xfrm>
        </p:spPr>
        <p:txBody>
          <a:bodyPr anchor="ctr">
            <a:normAutofit/>
          </a:bodyPr>
          <a:lstStyle/>
          <a:p>
            <a:r>
              <a:rPr lang="en-US" sz="2200" dirty="0">
                <a:effectLst>
                  <a:outerShdw blurRad="38100" dist="38100" dir="2700000" algn="tl">
                    <a:srgbClr val="000000">
                      <a:alpha val="43137"/>
                    </a:srgbClr>
                  </a:outerShdw>
                </a:effectLst>
              </a:rPr>
              <a:t>Histrionic Personality Disorder</a:t>
            </a:r>
          </a:p>
          <a:p>
            <a:pPr lvl="1"/>
            <a:r>
              <a:rPr lang="en-US" sz="2200" dirty="0">
                <a:effectLst>
                  <a:outerShdw blurRad="38100" dist="38100" dir="2700000" algn="tl">
                    <a:srgbClr val="000000">
                      <a:alpha val="43137"/>
                    </a:srgbClr>
                  </a:outerShdw>
                </a:effectLst>
              </a:rPr>
              <a:t>Uncomfortable when not the center of attention</a:t>
            </a:r>
          </a:p>
          <a:p>
            <a:pPr lvl="1"/>
            <a:r>
              <a:rPr lang="en-US" sz="2200" dirty="0">
                <a:effectLst>
                  <a:outerShdw blurRad="38100" dist="38100" dir="2700000" algn="tl">
                    <a:srgbClr val="000000">
                      <a:alpha val="43137"/>
                    </a:srgbClr>
                  </a:outerShdw>
                </a:effectLst>
              </a:rPr>
              <a:t>Flirtatious and sexualized dress and behavior in general</a:t>
            </a:r>
          </a:p>
          <a:p>
            <a:pPr lvl="1"/>
            <a:r>
              <a:rPr lang="en-US" sz="2200" dirty="0">
                <a:effectLst>
                  <a:outerShdw blurRad="38100" dist="38100" dir="2700000" algn="tl">
                    <a:srgbClr val="000000">
                      <a:alpha val="43137"/>
                    </a:srgbClr>
                  </a:outerShdw>
                </a:effectLst>
              </a:rPr>
              <a:t>Overestimates the intimacy of relationships. </a:t>
            </a:r>
          </a:p>
          <a:p>
            <a:r>
              <a:rPr lang="en-US" sz="2400" dirty="0">
                <a:effectLst>
                  <a:outerShdw blurRad="38100" dist="38100" dir="2700000" algn="tl">
                    <a:srgbClr val="000000">
                      <a:alpha val="43137"/>
                    </a:srgbClr>
                  </a:outerShdw>
                </a:effectLst>
              </a:rPr>
              <a:t>Narcissistic Personality Disorder</a:t>
            </a:r>
          </a:p>
          <a:p>
            <a:pPr lvl="1"/>
            <a:r>
              <a:rPr lang="en-US" sz="2200" dirty="0">
                <a:effectLst>
                  <a:outerShdw blurRad="38100" dist="38100" dir="2700000" algn="tl">
                    <a:srgbClr val="000000">
                      <a:alpha val="43137"/>
                    </a:srgbClr>
                  </a:outerShdw>
                </a:effectLst>
              </a:rPr>
              <a:t>Grandiosity and need for admiration</a:t>
            </a:r>
          </a:p>
          <a:p>
            <a:pPr lvl="1"/>
            <a:r>
              <a:rPr lang="en-US" sz="2200" dirty="0">
                <a:effectLst>
                  <a:outerShdw blurRad="38100" dist="38100" dir="2700000" algn="tl">
                    <a:srgbClr val="000000">
                      <a:alpha val="43137"/>
                    </a:srgbClr>
                  </a:outerShdw>
                </a:effectLst>
              </a:rPr>
              <a:t>Sense of self-importance</a:t>
            </a:r>
          </a:p>
          <a:p>
            <a:pPr marL="0" indent="0">
              <a:buNone/>
            </a:pPr>
            <a:endParaRPr lang="en-US" sz="2400" dirty="0">
              <a:effectLst>
                <a:outerShdw blurRad="38100" dist="38100" dir="2700000" algn="tl">
                  <a:srgbClr val="000000">
                    <a:alpha val="43137"/>
                  </a:srgbClr>
                </a:outerShdw>
              </a:effectLst>
            </a:endParaRPr>
          </a:p>
        </p:txBody>
      </p:sp>
      <p:sp>
        <p:nvSpPr>
          <p:cNvPr id="6" name="TextBox 5">
            <a:extLst>
              <a:ext uri="{FF2B5EF4-FFF2-40B4-BE49-F238E27FC236}">
                <a16:creationId xmlns:a16="http://schemas.microsoft.com/office/drawing/2014/main" id="{B1122501-0A10-400E-80DB-254BE07FBF48}"/>
              </a:ext>
            </a:extLst>
          </p:cNvPr>
          <p:cNvSpPr txBox="1"/>
          <p:nvPr/>
        </p:nvSpPr>
        <p:spPr>
          <a:xfrm>
            <a:off x="10437812" y="6396978"/>
            <a:ext cx="14366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21785633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5FB0D-83F7-A949-0B7B-8E0D00811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70783-9AFB-9F41-80E4-8EB462EDB756}"/>
              </a:ext>
            </a:extLst>
          </p:cNvPr>
          <p:cNvSpPr>
            <a:spLocks noGrp="1"/>
          </p:cNvSpPr>
          <p:nvPr>
            <p:ph type="title"/>
          </p:nvPr>
        </p:nvSpPr>
        <p:spPr>
          <a:xfrm>
            <a:off x="958907" y="1113764"/>
            <a:ext cx="3268897" cy="4624327"/>
          </a:xfrm>
        </p:spPr>
        <p:txBody>
          <a:bodyPr anchor="ctr">
            <a:normAutofit/>
          </a:bodyPr>
          <a:lstStyle/>
          <a:p>
            <a:r>
              <a:rPr lang="en-US" sz="3200" dirty="0">
                <a:solidFill>
                  <a:schemeClr val="tx1"/>
                </a:solidFill>
                <a:effectLst>
                  <a:outerShdw blurRad="38100" dist="38100" dir="2700000" algn="tl">
                    <a:srgbClr val="000000">
                      <a:alpha val="43137"/>
                    </a:srgbClr>
                  </a:outerShdw>
                </a:effectLst>
              </a:rPr>
              <a:t>Cluster C</a:t>
            </a:r>
          </a:p>
        </p:txBody>
      </p:sp>
      <p:sp>
        <p:nvSpPr>
          <p:cNvPr id="3" name="Content Placeholder 2">
            <a:extLst>
              <a:ext uri="{FF2B5EF4-FFF2-40B4-BE49-F238E27FC236}">
                <a16:creationId xmlns:a16="http://schemas.microsoft.com/office/drawing/2014/main" id="{0B85AF41-C0F7-FD31-6D2C-14AE7BB8F4F0}"/>
              </a:ext>
            </a:extLst>
          </p:cNvPr>
          <p:cNvSpPr>
            <a:spLocks noGrp="1"/>
          </p:cNvSpPr>
          <p:nvPr>
            <p:ph idx="1"/>
          </p:nvPr>
        </p:nvSpPr>
        <p:spPr>
          <a:xfrm>
            <a:off x="3382027" y="1772651"/>
            <a:ext cx="7879123" cy="4624327"/>
          </a:xfrm>
        </p:spPr>
        <p:txBody>
          <a:bodyPr anchor="ctr">
            <a:normAutofit/>
          </a:bodyPr>
          <a:lstStyle/>
          <a:p>
            <a:r>
              <a:rPr lang="en-US" sz="2200" u="sng" dirty="0">
                <a:effectLst>
                  <a:outerShdw blurRad="38100" dist="38100" dir="2700000" algn="tl">
                    <a:srgbClr val="000000">
                      <a:alpha val="43137"/>
                    </a:srgbClr>
                  </a:outerShdw>
                </a:effectLst>
              </a:rPr>
              <a:t>Avoidant Personality Disorder- </a:t>
            </a:r>
            <a:r>
              <a:rPr lang="en-US" sz="2200" dirty="0">
                <a:effectLst>
                  <a:outerShdw blurRad="38100" dist="38100" dir="2700000" algn="tl">
                    <a:srgbClr val="000000">
                      <a:alpha val="43137"/>
                    </a:srgbClr>
                  </a:outerShdw>
                </a:effectLst>
              </a:rPr>
              <a:t>Persistent Social inhibition, fear of rejection keeps them from engaging, evaluate actions of others deeply</a:t>
            </a:r>
          </a:p>
          <a:p>
            <a:endParaRPr lang="en-US" sz="2200" dirty="0">
              <a:effectLst>
                <a:outerShdw blurRad="38100" dist="38100" dir="2700000" algn="tl">
                  <a:srgbClr val="000000">
                    <a:alpha val="43137"/>
                  </a:srgbClr>
                </a:outerShdw>
              </a:effectLst>
            </a:endParaRPr>
          </a:p>
          <a:p>
            <a:r>
              <a:rPr lang="en-US" sz="2200" u="sng" dirty="0">
                <a:effectLst>
                  <a:outerShdw blurRad="38100" dist="38100" dir="2700000" algn="tl">
                    <a:srgbClr val="000000">
                      <a:alpha val="43137"/>
                    </a:srgbClr>
                  </a:outerShdw>
                </a:effectLst>
              </a:rPr>
              <a:t>Dependent Personality Disorder- </a:t>
            </a:r>
            <a:r>
              <a:rPr lang="en-US" sz="2200" dirty="0">
                <a:effectLst>
                  <a:outerShdw blurRad="38100" dist="38100" dir="2700000" algn="tl">
                    <a:srgbClr val="000000">
                      <a:alpha val="43137"/>
                    </a:srgbClr>
                  </a:outerShdw>
                </a:effectLst>
              </a:rPr>
              <a:t>Need to be taken care of, stuck on every-day decisions, avoid disagreement with others, pessimistic and self-doubt</a:t>
            </a:r>
          </a:p>
          <a:p>
            <a:endParaRPr lang="en-US" sz="2200" dirty="0">
              <a:effectLst>
                <a:outerShdw blurRad="38100" dist="38100" dir="2700000" algn="tl">
                  <a:srgbClr val="000000">
                    <a:alpha val="43137"/>
                  </a:srgbClr>
                </a:outerShdw>
              </a:effectLst>
            </a:endParaRPr>
          </a:p>
          <a:p>
            <a:r>
              <a:rPr lang="en-US" sz="2200" u="sng" dirty="0">
                <a:effectLst>
                  <a:outerShdw blurRad="38100" dist="38100" dir="2700000" algn="tl">
                    <a:srgbClr val="000000">
                      <a:alpha val="43137"/>
                    </a:srgbClr>
                  </a:outerShdw>
                </a:effectLst>
              </a:rPr>
              <a:t>Obsessive Compulsive Personality Disorder- </a:t>
            </a:r>
            <a:r>
              <a:rPr lang="en-US" sz="2200" dirty="0">
                <a:effectLst>
                  <a:outerShdw blurRad="38100" dist="38100" dir="2700000" algn="tl">
                    <a:srgbClr val="000000">
                      <a:alpha val="43137"/>
                    </a:srgbClr>
                  </a:outerShdw>
                </a:effectLst>
              </a:rPr>
              <a:t>Need order, perfection, and control. Need rules and order to function and will ruminate when things are not “perfect”</a:t>
            </a:r>
          </a:p>
        </p:txBody>
      </p:sp>
      <p:sp>
        <p:nvSpPr>
          <p:cNvPr id="6" name="TextBox 5">
            <a:extLst>
              <a:ext uri="{FF2B5EF4-FFF2-40B4-BE49-F238E27FC236}">
                <a16:creationId xmlns:a16="http://schemas.microsoft.com/office/drawing/2014/main" id="{DF6C3FDC-1F13-ACA3-9C4B-307545776448}"/>
              </a:ext>
            </a:extLst>
          </p:cNvPr>
          <p:cNvSpPr txBox="1"/>
          <p:nvPr/>
        </p:nvSpPr>
        <p:spPr>
          <a:xfrm>
            <a:off x="10437812" y="6396978"/>
            <a:ext cx="1436658" cy="369236"/>
          </a:xfrm>
          <a:prstGeom prst="rect">
            <a:avLst/>
          </a:prstGeom>
          <a:noFill/>
        </p:spPr>
        <p:txBody>
          <a:bodyPr wrap="square" rtlCol="0">
            <a:spAutoFit/>
          </a:bodyPr>
          <a:lstStyle/>
          <a:p>
            <a:r>
              <a:rPr lang="en-US" sz="1799" dirty="0"/>
              <a:t>(APA, 2022)</a:t>
            </a:r>
          </a:p>
        </p:txBody>
      </p:sp>
    </p:spTree>
    <p:extLst>
      <p:ext uri="{BB962C8B-B14F-4D97-AF65-F5344CB8AC3E}">
        <p14:creationId xmlns:p14="http://schemas.microsoft.com/office/powerpoint/2010/main" val="3760422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6033" y="1073231"/>
            <a:ext cx="3053296" cy="4711539"/>
          </a:xfrm>
        </p:spPr>
        <p:txBody>
          <a:bodyPr anchor="ctr">
            <a:normAutofit/>
          </a:bodyPr>
          <a:lstStyle/>
          <a:p>
            <a:r>
              <a:rPr lang="en-US" sz="3200" dirty="0">
                <a:solidFill>
                  <a:schemeClr val="accent1"/>
                </a:solidFill>
                <a:effectLst>
                  <a:outerShdw blurRad="38100" dist="38100" dir="2700000" algn="tl">
                    <a:srgbClr val="000000">
                      <a:alpha val="43137"/>
                    </a:srgbClr>
                  </a:outerShdw>
                </a:effectLst>
              </a:rPr>
              <a:t>Diagnostic and Treatment Planning Exercise</a:t>
            </a:r>
          </a:p>
        </p:txBody>
      </p:sp>
      <p:sp>
        <p:nvSpPr>
          <p:cNvPr id="3" name="Content Placeholder 2"/>
          <p:cNvSpPr>
            <a:spLocks noGrp="1"/>
          </p:cNvSpPr>
          <p:nvPr>
            <p:ph idx="1"/>
          </p:nvPr>
        </p:nvSpPr>
        <p:spPr>
          <a:xfrm>
            <a:off x="4701404" y="1874897"/>
            <a:ext cx="6597863" cy="4325487"/>
          </a:xfrm>
        </p:spPr>
        <p:txBody>
          <a:bodyPr>
            <a:normAutofit/>
          </a:bodyPr>
          <a:lstStyle/>
          <a:p>
            <a:r>
              <a:rPr lang="en-US" sz="2400" dirty="0">
                <a:solidFill>
                  <a:srgbClr val="FFFFFF"/>
                </a:solidFill>
                <a:effectLst>
                  <a:outerShdw blurRad="38100" dist="38100" dir="2700000" algn="tl">
                    <a:srgbClr val="000000">
                      <a:alpha val="43137"/>
                    </a:srgbClr>
                  </a:outerShdw>
                </a:effectLst>
              </a:rPr>
              <a:t>Using the vignette you have created work through the diagnostic process and then developed a brief case formulation and treatment plan</a:t>
            </a:r>
          </a:p>
          <a:p>
            <a:pPr lvl="1"/>
            <a:r>
              <a:rPr lang="en-US" sz="2400" dirty="0">
                <a:solidFill>
                  <a:srgbClr val="FFFFFF"/>
                </a:solidFill>
                <a:effectLst>
                  <a:outerShdw blurRad="38100" dist="38100" dir="2700000" algn="tl">
                    <a:srgbClr val="000000">
                      <a:alpha val="43137"/>
                    </a:srgbClr>
                  </a:outerShdw>
                </a:effectLst>
              </a:rPr>
              <a:t>Identify relevant data </a:t>
            </a:r>
          </a:p>
          <a:p>
            <a:pPr lvl="1"/>
            <a:r>
              <a:rPr lang="en-US" sz="2400" dirty="0">
                <a:solidFill>
                  <a:srgbClr val="FFFFFF"/>
                </a:solidFill>
                <a:effectLst>
                  <a:outerShdw blurRad="38100" dist="38100" dir="2700000" algn="tl">
                    <a:srgbClr val="000000">
                      <a:alpha val="43137"/>
                    </a:srgbClr>
                  </a:outerShdw>
                </a:effectLst>
              </a:rPr>
              <a:t>Identify Problem(s) and define</a:t>
            </a:r>
          </a:p>
          <a:p>
            <a:pPr lvl="1"/>
            <a:r>
              <a:rPr lang="en-US" sz="2400" dirty="0">
                <a:solidFill>
                  <a:srgbClr val="FFFFFF"/>
                </a:solidFill>
                <a:effectLst>
                  <a:outerShdw blurRad="38100" dist="38100" dir="2700000" algn="tl">
                    <a:srgbClr val="000000">
                      <a:alpha val="43137"/>
                    </a:srgbClr>
                  </a:outerShdw>
                </a:effectLst>
              </a:rPr>
              <a:t>Write  goals and objectives</a:t>
            </a:r>
          </a:p>
          <a:p>
            <a:pPr lvl="1"/>
            <a:r>
              <a:rPr lang="en-US" sz="2400" dirty="0">
                <a:solidFill>
                  <a:srgbClr val="FFFFFF"/>
                </a:solidFill>
                <a:effectLst>
                  <a:outerShdw blurRad="38100" dist="38100" dir="2700000" algn="tl">
                    <a:srgbClr val="000000">
                      <a:alpha val="43137"/>
                    </a:srgbClr>
                  </a:outerShdw>
                </a:effectLst>
              </a:rPr>
              <a:t>Create interventions</a:t>
            </a:r>
          </a:p>
          <a:p>
            <a:pPr lvl="1"/>
            <a:r>
              <a:rPr lang="en-US" sz="2400" dirty="0">
                <a:solidFill>
                  <a:srgbClr val="FFFFFF"/>
                </a:solidFill>
                <a:effectLst>
                  <a:outerShdw blurRad="38100" dist="38100" dir="2700000" algn="tl">
                    <a:srgbClr val="000000">
                      <a:alpha val="43137"/>
                    </a:srgbClr>
                  </a:outerShdw>
                </a:effectLst>
              </a:rPr>
              <a:t>State how and when you would reevaluate </a:t>
            </a:r>
          </a:p>
          <a:p>
            <a:r>
              <a:rPr lang="en-US" sz="2400" dirty="0">
                <a:solidFill>
                  <a:srgbClr val="FFFFFF"/>
                </a:solidFill>
                <a:effectLst>
                  <a:outerShdw blurRad="38100" dist="38100" dir="2700000" algn="tl">
                    <a:srgbClr val="000000">
                      <a:alpha val="43137"/>
                    </a:srgbClr>
                  </a:outerShdw>
                </a:effectLst>
              </a:rPr>
              <a:t>What information is needed to complete this process?</a:t>
            </a:r>
          </a:p>
        </p:txBody>
      </p:sp>
    </p:spTree>
    <p:extLst>
      <p:ext uri="{BB962C8B-B14F-4D97-AF65-F5344CB8AC3E}">
        <p14:creationId xmlns:p14="http://schemas.microsoft.com/office/powerpoint/2010/main" val="9010678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3407</TotalTime>
  <Words>2533</Words>
  <Application>Microsoft Office PowerPoint</Application>
  <PresentationFormat>Custom</PresentationFormat>
  <Paragraphs>399</Paragraphs>
  <Slides>44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Century Gothic</vt:lpstr>
      <vt:lpstr>Times New Roman</vt:lpstr>
      <vt:lpstr>Calibri</vt:lpstr>
      <vt:lpstr>Calibri Light</vt:lpstr>
      <vt:lpstr>Retrospect</vt:lpstr>
      <vt:lpstr>Psychopathology</vt:lpstr>
      <vt:lpstr>Clinical interview Video </vt:lpstr>
      <vt:lpstr>Review   </vt:lpstr>
      <vt:lpstr>PowerPoint Presentation</vt:lpstr>
      <vt:lpstr>Practice…</vt:lpstr>
      <vt:lpstr>Eating Disorders</vt:lpstr>
      <vt:lpstr>Eating Disorders </vt:lpstr>
      <vt:lpstr>Eating Disorders</vt:lpstr>
      <vt:lpstr>Case Formulation</vt:lpstr>
      <vt:lpstr>Case Formulations</vt:lpstr>
      <vt:lpstr>Case Formulation</vt:lpstr>
      <vt:lpstr>Case Formulation</vt:lpstr>
      <vt:lpstr>Case Formulation  </vt:lpstr>
      <vt:lpstr>Case Formulation- Gather Data</vt:lpstr>
      <vt:lpstr>Case Formulation- Gather Data</vt:lpstr>
      <vt:lpstr>Case Formulation- Defining Problems</vt:lpstr>
      <vt:lpstr>Case Formulation-Defining the Problem</vt:lpstr>
      <vt:lpstr>Case Conceptualization- Defining the Problem</vt:lpstr>
      <vt:lpstr>Case Formulations- Setting Goals</vt:lpstr>
      <vt:lpstr>Case Formulation- Setting Goals</vt:lpstr>
      <vt:lpstr>Case Formulation-Putting It All Together</vt:lpstr>
      <vt:lpstr>Case Formulation-Putting It All Together</vt:lpstr>
      <vt:lpstr>PowerPoint Presentation</vt:lpstr>
      <vt:lpstr>PowerPoint Presentation</vt:lpstr>
      <vt:lpstr>Treatment Planning </vt:lpstr>
      <vt:lpstr>Treatment Planning </vt:lpstr>
      <vt:lpstr>Treatment Planning</vt:lpstr>
      <vt:lpstr>Treatment Planning </vt:lpstr>
      <vt:lpstr>Putting it All Together</vt:lpstr>
      <vt:lpstr>Bipolar Disorders  </vt:lpstr>
      <vt:lpstr>Bipolar I Disorder</vt:lpstr>
      <vt:lpstr>Bipolar II Disorder</vt:lpstr>
      <vt:lpstr>Personality Disorders</vt:lpstr>
      <vt:lpstr>Personality Disorders</vt:lpstr>
      <vt:lpstr>Domains of Personality </vt:lpstr>
      <vt:lpstr>Domains of Personality</vt:lpstr>
      <vt:lpstr>Considerations</vt:lpstr>
      <vt:lpstr>3 Clusters</vt:lpstr>
      <vt:lpstr>General Personality Disorder</vt:lpstr>
      <vt:lpstr>Cluster A Disorders</vt:lpstr>
      <vt:lpstr>Cluster B</vt:lpstr>
      <vt:lpstr>Cluster B Continued</vt:lpstr>
      <vt:lpstr>Cluster C</vt:lpstr>
      <vt:lpstr>Diagnostic and Treatment Planning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Pre-Practicum III Advanced Psychopathology</dc:title>
  <dc:creator>Robert Campbell</dc:creator>
  <cp:lastModifiedBy>Robert Campbell</cp:lastModifiedBy>
  <cp:revision>5</cp:revision>
  <cp:lastPrinted>2026-02-25T01:19:05Z</cp:lastPrinted>
  <dcterms:created xsi:type="dcterms:W3CDTF">2018-05-18T17:28:49Z</dcterms:created>
  <dcterms:modified xsi:type="dcterms:W3CDTF">2026-02-25T01:26:23Z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