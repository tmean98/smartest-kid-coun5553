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23"/>
  </p:notesMasterIdLst>
  <p:handoutMasterIdLst>
    <p:handoutMasterId r:id="rId24"/>
  </p:handoutMasterIdLst>
  <p:sldIdLst>
    <p:sldId id="256" r:id="rId5"/>
    <p:sldId id="295" r:id="rId6"/>
    <p:sldId id="307" r:id="rId7"/>
    <p:sldId id="281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258" r:id="rId16"/>
    <p:sldId id="259" r:id="rId17"/>
    <p:sldId id="260" r:id="rId18"/>
    <p:sldId id="261" r:id="rId19"/>
    <p:sldId id="263" r:id="rId20"/>
    <p:sldId id="264" r:id="rId21"/>
    <p:sldId id="265" r:id="rId22"/>
  </p:sldIdLst>
  <p:sldSz cx="12188825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0726" autoAdjust="0"/>
  </p:normalViewPr>
  <p:slideViewPr>
    <p:cSldViewPr snapToGrid="0">
      <p:cViewPr varScale="1">
        <p:scale>
          <a:sx n="56" d="100"/>
          <a:sy n="56" d="100"/>
        </p:scale>
        <p:origin x="2676" y="6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mpbell" userId="ecf2a988-d5fc-4072-947e-3fd9e73d9868" providerId="ADAL" clId="{E52B34DD-8A26-4AAB-878E-B0DDC833F59A}"/>
    <pc:docChg chg="modSld">
      <pc:chgData name="Robert Campbell" userId="ecf2a988-d5fc-4072-947e-3fd9e73d9868" providerId="ADAL" clId="{E52B34DD-8A26-4AAB-878E-B0DDC833F59A}" dt="2026-03-11T00:30:43.309" v="7" actId="6549"/>
      <pc:docMkLst>
        <pc:docMk/>
      </pc:docMkLst>
      <pc:sldChg chg="modNotesTx">
        <pc:chgData name="Robert Campbell" userId="ecf2a988-d5fc-4072-947e-3fd9e73d9868" providerId="ADAL" clId="{E52B34DD-8A26-4AAB-878E-B0DDC833F59A}" dt="2026-03-11T00:30:35.072" v="5" actId="6549"/>
        <pc:sldMkLst>
          <pc:docMk/>
          <pc:sldMk cId="1775389664" sldId="258"/>
        </pc:sldMkLst>
      </pc:sldChg>
      <pc:sldChg chg="modNotesTx">
        <pc:chgData name="Robert Campbell" userId="ecf2a988-d5fc-4072-947e-3fd9e73d9868" providerId="ADAL" clId="{E52B34DD-8A26-4AAB-878E-B0DDC833F59A}" dt="2026-03-11T00:30:38.596" v="6" actId="6549"/>
        <pc:sldMkLst>
          <pc:docMk/>
          <pc:sldMk cId="1278165811" sldId="259"/>
        </pc:sldMkLst>
      </pc:sldChg>
      <pc:sldChg chg="modNotesTx">
        <pc:chgData name="Robert Campbell" userId="ecf2a988-d5fc-4072-947e-3fd9e73d9868" providerId="ADAL" clId="{E52B34DD-8A26-4AAB-878E-B0DDC833F59A}" dt="2026-03-11T00:30:43.309" v="7" actId="6549"/>
        <pc:sldMkLst>
          <pc:docMk/>
          <pc:sldMk cId="2540323675" sldId="261"/>
        </pc:sldMkLst>
      </pc:sldChg>
      <pc:sldChg chg="modNotesTx">
        <pc:chgData name="Robert Campbell" userId="ecf2a988-d5fc-4072-947e-3fd9e73d9868" providerId="ADAL" clId="{E52B34DD-8A26-4AAB-878E-B0DDC833F59A}" dt="2026-03-11T00:29:53.943" v="0" actId="6549"/>
        <pc:sldMkLst>
          <pc:docMk/>
          <pc:sldMk cId="1555116026" sldId="281"/>
        </pc:sldMkLst>
      </pc:sldChg>
      <pc:sldChg chg="modNotesTx">
        <pc:chgData name="Robert Campbell" userId="ecf2a988-d5fc-4072-947e-3fd9e73d9868" providerId="ADAL" clId="{E52B34DD-8A26-4AAB-878E-B0DDC833F59A}" dt="2026-03-11T00:30:01.371" v="1" actId="6549"/>
        <pc:sldMkLst>
          <pc:docMk/>
          <pc:sldMk cId="3744929537" sldId="297"/>
        </pc:sldMkLst>
      </pc:sldChg>
      <pc:sldChg chg="modNotesTx">
        <pc:chgData name="Robert Campbell" userId="ecf2a988-d5fc-4072-947e-3fd9e73d9868" providerId="ADAL" clId="{E52B34DD-8A26-4AAB-878E-B0DDC833F59A}" dt="2026-03-11T00:30:22.537" v="2" actId="6549"/>
        <pc:sldMkLst>
          <pc:docMk/>
          <pc:sldMk cId="3945425198" sldId="300"/>
        </pc:sldMkLst>
      </pc:sldChg>
      <pc:sldChg chg="modNotesTx">
        <pc:chgData name="Robert Campbell" userId="ecf2a988-d5fc-4072-947e-3fd9e73d9868" providerId="ADAL" clId="{E52B34DD-8A26-4AAB-878E-B0DDC833F59A}" dt="2026-03-11T00:30:27.949" v="3" actId="6549"/>
        <pc:sldMkLst>
          <pc:docMk/>
          <pc:sldMk cId="1745866237" sldId="302"/>
        </pc:sldMkLst>
      </pc:sldChg>
      <pc:sldChg chg="modNotesTx">
        <pc:chgData name="Robert Campbell" userId="ecf2a988-d5fc-4072-947e-3fd9e73d9868" providerId="ADAL" clId="{E52B34DD-8A26-4AAB-878E-B0DDC833F59A}" dt="2026-03-11T00:30:31.310" v="4" actId="6549"/>
        <pc:sldMkLst>
          <pc:docMk/>
          <pc:sldMk cId="872459361" sldId="303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33C10A-D9C0-4E21-89A9-85B1D5DA5E5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6D1CD3C-A942-46E7-ADCD-E4C175D6F8DC}">
      <dgm:prSet/>
      <dgm:spPr/>
      <dgm:t>
        <a:bodyPr/>
        <a:lstStyle/>
        <a:p>
          <a:r>
            <a:rPr lang="en-US"/>
            <a:t>Delusional Disorder</a:t>
          </a:r>
        </a:p>
      </dgm:t>
    </dgm:pt>
    <dgm:pt modelId="{EA871C94-3B16-4199-9EE4-5300DF735A97}" type="parTrans" cxnId="{8B7476E8-27A6-4272-8DD4-77C8A0E197F6}">
      <dgm:prSet/>
      <dgm:spPr/>
      <dgm:t>
        <a:bodyPr/>
        <a:lstStyle/>
        <a:p>
          <a:endParaRPr lang="en-US"/>
        </a:p>
      </dgm:t>
    </dgm:pt>
    <dgm:pt modelId="{A5B5C9BC-F790-467A-95E3-374F0A059293}" type="sibTrans" cxnId="{8B7476E8-27A6-4272-8DD4-77C8A0E197F6}">
      <dgm:prSet/>
      <dgm:spPr/>
      <dgm:t>
        <a:bodyPr/>
        <a:lstStyle/>
        <a:p>
          <a:endParaRPr lang="en-US"/>
        </a:p>
      </dgm:t>
    </dgm:pt>
    <dgm:pt modelId="{972B0B0A-6FFC-4BEA-B938-B2D1D6AD1B1B}">
      <dgm:prSet/>
      <dgm:spPr/>
      <dgm:t>
        <a:bodyPr/>
        <a:lstStyle/>
        <a:p>
          <a:r>
            <a:rPr lang="en-US"/>
            <a:t>One or more delusions for a month or longer but Criteria A for schizophrenia has not been met</a:t>
          </a:r>
        </a:p>
      </dgm:t>
    </dgm:pt>
    <dgm:pt modelId="{8FA27D62-93C2-48F2-BBD8-03B60520EDA0}" type="parTrans" cxnId="{8400B27D-1E1F-4FE1-ACA1-BD863C39914A}">
      <dgm:prSet/>
      <dgm:spPr/>
      <dgm:t>
        <a:bodyPr/>
        <a:lstStyle/>
        <a:p>
          <a:endParaRPr lang="en-US"/>
        </a:p>
      </dgm:t>
    </dgm:pt>
    <dgm:pt modelId="{4CE29791-CBE2-4E47-B0BD-A088522109C3}" type="sibTrans" cxnId="{8400B27D-1E1F-4FE1-ACA1-BD863C39914A}">
      <dgm:prSet/>
      <dgm:spPr/>
      <dgm:t>
        <a:bodyPr/>
        <a:lstStyle/>
        <a:p>
          <a:endParaRPr lang="en-US"/>
        </a:p>
      </dgm:t>
    </dgm:pt>
    <dgm:pt modelId="{9CA7D2FF-3C7F-4619-8AC5-C68C18962568}">
      <dgm:prSet/>
      <dgm:spPr/>
      <dgm:t>
        <a:bodyPr/>
        <a:lstStyle/>
        <a:p>
          <a:r>
            <a:rPr lang="en-US"/>
            <a:t>Brief Psychotic Disorder </a:t>
          </a:r>
        </a:p>
      </dgm:t>
    </dgm:pt>
    <dgm:pt modelId="{0CF865E0-22AB-4DEF-97D7-71086D518A67}" type="parTrans" cxnId="{9856D0BD-9FFB-4E57-9084-3FCB538D6E05}">
      <dgm:prSet/>
      <dgm:spPr/>
      <dgm:t>
        <a:bodyPr/>
        <a:lstStyle/>
        <a:p>
          <a:endParaRPr lang="en-US"/>
        </a:p>
      </dgm:t>
    </dgm:pt>
    <dgm:pt modelId="{034A45B9-D020-42F4-A118-99D06F3125D2}" type="sibTrans" cxnId="{9856D0BD-9FFB-4E57-9084-3FCB538D6E05}">
      <dgm:prSet/>
      <dgm:spPr/>
      <dgm:t>
        <a:bodyPr/>
        <a:lstStyle/>
        <a:p>
          <a:endParaRPr lang="en-US"/>
        </a:p>
      </dgm:t>
    </dgm:pt>
    <dgm:pt modelId="{9F66C79A-36E1-4A22-9FF8-FAF8D7EACA82}">
      <dgm:prSet/>
      <dgm:spPr/>
      <dgm:t>
        <a:bodyPr/>
        <a:lstStyle/>
        <a:p>
          <a:r>
            <a:rPr lang="en-US"/>
            <a:t>Experience one of the primary symptoms of schizophrenia for at least a day but less than a month </a:t>
          </a:r>
        </a:p>
      </dgm:t>
    </dgm:pt>
    <dgm:pt modelId="{5A02A8C0-AFD5-457C-B2E1-FE72F192BC29}" type="parTrans" cxnId="{EBA7879F-C425-4766-8D51-660FE1DB6210}">
      <dgm:prSet/>
      <dgm:spPr/>
      <dgm:t>
        <a:bodyPr/>
        <a:lstStyle/>
        <a:p>
          <a:endParaRPr lang="en-US"/>
        </a:p>
      </dgm:t>
    </dgm:pt>
    <dgm:pt modelId="{7D2E29CF-5C8A-4772-87BB-3D76706471E4}" type="sibTrans" cxnId="{EBA7879F-C425-4766-8D51-660FE1DB6210}">
      <dgm:prSet/>
      <dgm:spPr/>
      <dgm:t>
        <a:bodyPr/>
        <a:lstStyle/>
        <a:p>
          <a:endParaRPr lang="en-US"/>
        </a:p>
      </dgm:t>
    </dgm:pt>
    <dgm:pt modelId="{89199DF6-3692-4A58-B5C3-06D3E3857112}">
      <dgm:prSet/>
      <dgm:spPr/>
      <dgm:t>
        <a:bodyPr/>
        <a:lstStyle/>
        <a:p>
          <a:r>
            <a:rPr lang="en-US"/>
            <a:t>Onset is sudden</a:t>
          </a:r>
        </a:p>
      </dgm:t>
    </dgm:pt>
    <dgm:pt modelId="{6C64D795-2C60-4C95-AF21-FE8F3A57D370}" type="parTrans" cxnId="{9566A0AD-3633-462C-8758-103B94A76AF4}">
      <dgm:prSet/>
      <dgm:spPr/>
      <dgm:t>
        <a:bodyPr/>
        <a:lstStyle/>
        <a:p>
          <a:endParaRPr lang="en-US"/>
        </a:p>
      </dgm:t>
    </dgm:pt>
    <dgm:pt modelId="{B0941584-63A9-4845-90FF-F2225D854966}" type="sibTrans" cxnId="{9566A0AD-3633-462C-8758-103B94A76AF4}">
      <dgm:prSet/>
      <dgm:spPr/>
      <dgm:t>
        <a:bodyPr/>
        <a:lstStyle/>
        <a:p>
          <a:endParaRPr lang="en-US"/>
        </a:p>
      </dgm:t>
    </dgm:pt>
    <dgm:pt modelId="{1DEDDA14-8650-4320-B535-82100D4FAF0C}">
      <dgm:prSet/>
      <dgm:spPr/>
      <dgm:t>
        <a:bodyPr/>
        <a:lstStyle/>
        <a:p>
          <a:r>
            <a:rPr lang="en-US"/>
            <a:t>Schizophreniform Disorder</a:t>
          </a:r>
        </a:p>
      </dgm:t>
    </dgm:pt>
    <dgm:pt modelId="{D5A4134A-E767-42D8-9BF7-28062289F537}" type="parTrans" cxnId="{DD94A864-0C74-4F7D-A669-B8714DB2100B}">
      <dgm:prSet/>
      <dgm:spPr/>
      <dgm:t>
        <a:bodyPr/>
        <a:lstStyle/>
        <a:p>
          <a:endParaRPr lang="en-US"/>
        </a:p>
      </dgm:t>
    </dgm:pt>
    <dgm:pt modelId="{FEC1F809-B1EF-4567-9B4C-34B9FABD9B1D}" type="sibTrans" cxnId="{DD94A864-0C74-4F7D-A669-B8714DB2100B}">
      <dgm:prSet/>
      <dgm:spPr/>
      <dgm:t>
        <a:bodyPr/>
        <a:lstStyle/>
        <a:p>
          <a:endParaRPr lang="en-US"/>
        </a:p>
      </dgm:t>
    </dgm:pt>
    <dgm:pt modelId="{1E388571-2C94-4F07-8258-CD8F2CEB90FE}">
      <dgm:prSet/>
      <dgm:spPr/>
      <dgm:t>
        <a:bodyPr/>
        <a:lstStyle/>
        <a:p>
          <a:r>
            <a:rPr lang="en-US"/>
            <a:t>Same expression of Schizophrenia but does not meet duration</a:t>
          </a:r>
        </a:p>
      </dgm:t>
    </dgm:pt>
    <dgm:pt modelId="{595E8BC3-0391-4A20-8726-B7585914FB2C}" type="parTrans" cxnId="{01BE41AA-1DDD-4D3C-9EE8-7DCE017DD870}">
      <dgm:prSet/>
      <dgm:spPr/>
      <dgm:t>
        <a:bodyPr/>
        <a:lstStyle/>
        <a:p>
          <a:endParaRPr lang="en-US"/>
        </a:p>
      </dgm:t>
    </dgm:pt>
    <dgm:pt modelId="{FDD57F9B-AF37-4AE8-A4B8-7CB30C94562D}" type="sibTrans" cxnId="{01BE41AA-1DDD-4D3C-9EE8-7DCE017DD870}">
      <dgm:prSet/>
      <dgm:spPr/>
      <dgm:t>
        <a:bodyPr/>
        <a:lstStyle/>
        <a:p>
          <a:endParaRPr lang="en-US"/>
        </a:p>
      </dgm:t>
    </dgm:pt>
    <dgm:pt modelId="{A2123D6A-0F9E-4396-809A-10EE3A7C6472}" type="pres">
      <dgm:prSet presAssocID="{C633C10A-D9C0-4E21-89A9-85B1D5DA5E5E}" presName="Name0" presStyleCnt="0">
        <dgm:presLayoutVars>
          <dgm:dir/>
          <dgm:animLvl val="lvl"/>
          <dgm:resizeHandles val="exact"/>
        </dgm:presLayoutVars>
      </dgm:prSet>
      <dgm:spPr/>
    </dgm:pt>
    <dgm:pt modelId="{CDBD2546-7B95-4105-9FE7-585CF8F7036E}" type="pres">
      <dgm:prSet presAssocID="{66D1CD3C-A942-46E7-ADCD-E4C175D6F8DC}" presName="composite" presStyleCnt="0"/>
      <dgm:spPr/>
    </dgm:pt>
    <dgm:pt modelId="{FB3A599B-6ACD-400B-9943-D18CC2A5ACEE}" type="pres">
      <dgm:prSet presAssocID="{66D1CD3C-A942-46E7-ADCD-E4C175D6F8D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E5309C6-2D4A-4DF5-BDB0-F068B76E19F0}" type="pres">
      <dgm:prSet presAssocID="{66D1CD3C-A942-46E7-ADCD-E4C175D6F8DC}" presName="desTx" presStyleLbl="alignAccFollowNode1" presStyleIdx="0" presStyleCnt="3">
        <dgm:presLayoutVars>
          <dgm:bulletEnabled val="1"/>
        </dgm:presLayoutVars>
      </dgm:prSet>
      <dgm:spPr/>
    </dgm:pt>
    <dgm:pt modelId="{EE55A33C-2250-4E25-BC3D-626EFA600B7F}" type="pres">
      <dgm:prSet presAssocID="{A5B5C9BC-F790-467A-95E3-374F0A059293}" presName="space" presStyleCnt="0"/>
      <dgm:spPr/>
    </dgm:pt>
    <dgm:pt modelId="{E2879F8E-C2FD-4C10-94A2-B0CCA27B7486}" type="pres">
      <dgm:prSet presAssocID="{9CA7D2FF-3C7F-4619-8AC5-C68C18962568}" presName="composite" presStyleCnt="0"/>
      <dgm:spPr/>
    </dgm:pt>
    <dgm:pt modelId="{54C7C4E8-D7E7-4A97-BCF6-BC4E97A38BF0}" type="pres">
      <dgm:prSet presAssocID="{9CA7D2FF-3C7F-4619-8AC5-C68C1896256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1F2EFA3-6712-4A07-828F-AB1F212AC8EB}" type="pres">
      <dgm:prSet presAssocID="{9CA7D2FF-3C7F-4619-8AC5-C68C18962568}" presName="desTx" presStyleLbl="alignAccFollowNode1" presStyleIdx="1" presStyleCnt="3">
        <dgm:presLayoutVars>
          <dgm:bulletEnabled val="1"/>
        </dgm:presLayoutVars>
      </dgm:prSet>
      <dgm:spPr/>
    </dgm:pt>
    <dgm:pt modelId="{1A5A2670-CF03-4CF6-ADE7-7D23F2AFFFCC}" type="pres">
      <dgm:prSet presAssocID="{034A45B9-D020-42F4-A118-99D06F3125D2}" presName="space" presStyleCnt="0"/>
      <dgm:spPr/>
    </dgm:pt>
    <dgm:pt modelId="{5DEF4E3D-F8DF-40D8-9F42-94E2E8615116}" type="pres">
      <dgm:prSet presAssocID="{1DEDDA14-8650-4320-B535-82100D4FAF0C}" presName="composite" presStyleCnt="0"/>
      <dgm:spPr/>
    </dgm:pt>
    <dgm:pt modelId="{0356FF9B-6B30-4824-AB95-B758D08503E4}" type="pres">
      <dgm:prSet presAssocID="{1DEDDA14-8650-4320-B535-82100D4FAF0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026ED39-483E-4763-95C9-23A2F8D99D27}" type="pres">
      <dgm:prSet presAssocID="{1DEDDA14-8650-4320-B535-82100D4FAF0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7CBB71C-E9DA-4067-8E0F-99EA9FBD8B13}" type="presOf" srcId="{1E388571-2C94-4F07-8258-CD8F2CEB90FE}" destId="{4026ED39-483E-4763-95C9-23A2F8D99D27}" srcOrd="0" destOrd="0" presId="urn:microsoft.com/office/officeart/2005/8/layout/hList1"/>
    <dgm:cxn modelId="{AE042E23-8D65-48C9-B240-3E46526ED92B}" type="presOf" srcId="{972B0B0A-6FFC-4BEA-B938-B2D1D6AD1B1B}" destId="{7E5309C6-2D4A-4DF5-BDB0-F068B76E19F0}" srcOrd="0" destOrd="0" presId="urn:microsoft.com/office/officeart/2005/8/layout/hList1"/>
    <dgm:cxn modelId="{BA410524-E181-4097-9B76-C4D38D7D091A}" type="presOf" srcId="{C633C10A-D9C0-4E21-89A9-85B1D5DA5E5E}" destId="{A2123D6A-0F9E-4396-809A-10EE3A7C6472}" srcOrd="0" destOrd="0" presId="urn:microsoft.com/office/officeart/2005/8/layout/hList1"/>
    <dgm:cxn modelId="{DD94A864-0C74-4F7D-A669-B8714DB2100B}" srcId="{C633C10A-D9C0-4E21-89A9-85B1D5DA5E5E}" destId="{1DEDDA14-8650-4320-B535-82100D4FAF0C}" srcOrd="2" destOrd="0" parTransId="{D5A4134A-E767-42D8-9BF7-28062289F537}" sibTransId="{FEC1F809-B1EF-4567-9B4C-34B9FABD9B1D}"/>
    <dgm:cxn modelId="{E517267B-5A62-42BE-A924-F0F622976CF4}" type="presOf" srcId="{9CA7D2FF-3C7F-4619-8AC5-C68C18962568}" destId="{54C7C4E8-D7E7-4A97-BCF6-BC4E97A38BF0}" srcOrd="0" destOrd="0" presId="urn:microsoft.com/office/officeart/2005/8/layout/hList1"/>
    <dgm:cxn modelId="{8400B27D-1E1F-4FE1-ACA1-BD863C39914A}" srcId="{66D1CD3C-A942-46E7-ADCD-E4C175D6F8DC}" destId="{972B0B0A-6FFC-4BEA-B938-B2D1D6AD1B1B}" srcOrd="0" destOrd="0" parTransId="{8FA27D62-93C2-48F2-BBD8-03B60520EDA0}" sibTransId="{4CE29791-CBE2-4E47-B0BD-A088522109C3}"/>
    <dgm:cxn modelId="{EC5A4484-3B74-4CA9-859E-27711F2A5398}" type="presOf" srcId="{9F66C79A-36E1-4A22-9FF8-FAF8D7EACA82}" destId="{C1F2EFA3-6712-4A07-828F-AB1F212AC8EB}" srcOrd="0" destOrd="0" presId="urn:microsoft.com/office/officeart/2005/8/layout/hList1"/>
    <dgm:cxn modelId="{8F3F1693-67D0-42B2-995F-CCE249E3042F}" type="presOf" srcId="{1DEDDA14-8650-4320-B535-82100D4FAF0C}" destId="{0356FF9B-6B30-4824-AB95-B758D08503E4}" srcOrd="0" destOrd="0" presId="urn:microsoft.com/office/officeart/2005/8/layout/hList1"/>
    <dgm:cxn modelId="{EBA7879F-C425-4766-8D51-660FE1DB6210}" srcId="{9CA7D2FF-3C7F-4619-8AC5-C68C18962568}" destId="{9F66C79A-36E1-4A22-9FF8-FAF8D7EACA82}" srcOrd="0" destOrd="0" parTransId="{5A02A8C0-AFD5-457C-B2E1-FE72F192BC29}" sibTransId="{7D2E29CF-5C8A-4772-87BB-3D76706471E4}"/>
    <dgm:cxn modelId="{01BE41AA-1DDD-4D3C-9EE8-7DCE017DD870}" srcId="{1DEDDA14-8650-4320-B535-82100D4FAF0C}" destId="{1E388571-2C94-4F07-8258-CD8F2CEB90FE}" srcOrd="0" destOrd="0" parTransId="{595E8BC3-0391-4A20-8726-B7585914FB2C}" sibTransId="{FDD57F9B-AF37-4AE8-A4B8-7CB30C94562D}"/>
    <dgm:cxn modelId="{9566A0AD-3633-462C-8758-103B94A76AF4}" srcId="{9F66C79A-36E1-4A22-9FF8-FAF8D7EACA82}" destId="{89199DF6-3692-4A58-B5C3-06D3E3857112}" srcOrd="0" destOrd="0" parTransId="{6C64D795-2C60-4C95-AF21-FE8F3A57D370}" sibTransId="{B0941584-63A9-4845-90FF-F2225D854966}"/>
    <dgm:cxn modelId="{9856D0BD-9FFB-4E57-9084-3FCB538D6E05}" srcId="{C633C10A-D9C0-4E21-89A9-85B1D5DA5E5E}" destId="{9CA7D2FF-3C7F-4619-8AC5-C68C18962568}" srcOrd="1" destOrd="0" parTransId="{0CF865E0-22AB-4DEF-97D7-71086D518A67}" sibTransId="{034A45B9-D020-42F4-A118-99D06F3125D2}"/>
    <dgm:cxn modelId="{42B8AAC7-9461-4BF1-B479-5F5F830B19A3}" type="presOf" srcId="{89199DF6-3692-4A58-B5C3-06D3E3857112}" destId="{C1F2EFA3-6712-4A07-828F-AB1F212AC8EB}" srcOrd="0" destOrd="1" presId="urn:microsoft.com/office/officeart/2005/8/layout/hList1"/>
    <dgm:cxn modelId="{8B7476E8-27A6-4272-8DD4-77C8A0E197F6}" srcId="{C633C10A-D9C0-4E21-89A9-85B1D5DA5E5E}" destId="{66D1CD3C-A942-46E7-ADCD-E4C175D6F8DC}" srcOrd="0" destOrd="0" parTransId="{EA871C94-3B16-4199-9EE4-5300DF735A97}" sibTransId="{A5B5C9BC-F790-467A-95E3-374F0A059293}"/>
    <dgm:cxn modelId="{4F86FDF6-1A35-4015-B63C-2A3AD822E296}" type="presOf" srcId="{66D1CD3C-A942-46E7-ADCD-E4C175D6F8DC}" destId="{FB3A599B-6ACD-400B-9943-D18CC2A5ACEE}" srcOrd="0" destOrd="0" presId="urn:microsoft.com/office/officeart/2005/8/layout/hList1"/>
    <dgm:cxn modelId="{60D57B46-930E-4A9F-A153-1742E8A0CE86}" type="presParOf" srcId="{A2123D6A-0F9E-4396-809A-10EE3A7C6472}" destId="{CDBD2546-7B95-4105-9FE7-585CF8F7036E}" srcOrd="0" destOrd="0" presId="urn:microsoft.com/office/officeart/2005/8/layout/hList1"/>
    <dgm:cxn modelId="{EE2798B1-E857-4D9C-8688-4B4C5D243AC0}" type="presParOf" srcId="{CDBD2546-7B95-4105-9FE7-585CF8F7036E}" destId="{FB3A599B-6ACD-400B-9943-D18CC2A5ACEE}" srcOrd="0" destOrd="0" presId="urn:microsoft.com/office/officeart/2005/8/layout/hList1"/>
    <dgm:cxn modelId="{BD6B0BF2-C912-4F4E-815E-F222E4158F1D}" type="presParOf" srcId="{CDBD2546-7B95-4105-9FE7-585CF8F7036E}" destId="{7E5309C6-2D4A-4DF5-BDB0-F068B76E19F0}" srcOrd="1" destOrd="0" presId="urn:microsoft.com/office/officeart/2005/8/layout/hList1"/>
    <dgm:cxn modelId="{40910F3F-7025-4F4E-93A5-E0D8D74271A3}" type="presParOf" srcId="{A2123D6A-0F9E-4396-809A-10EE3A7C6472}" destId="{EE55A33C-2250-4E25-BC3D-626EFA600B7F}" srcOrd="1" destOrd="0" presId="urn:microsoft.com/office/officeart/2005/8/layout/hList1"/>
    <dgm:cxn modelId="{92591655-79AD-4263-92A3-E2AADF67608C}" type="presParOf" srcId="{A2123D6A-0F9E-4396-809A-10EE3A7C6472}" destId="{E2879F8E-C2FD-4C10-94A2-B0CCA27B7486}" srcOrd="2" destOrd="0" presId="urn:microsoft.com/office/officeart/2005/8/layout/hList1"/>
    <dgm:cxn modelId="{F1A2282A-A623-445A-AC96-59F3054B5999}" type="presParOf" srcId="{E2879F8E-C2FD-4C10-94A2-B0CCA27B7486}" destId="{54C7C4E8-D7E7-4A97-BCF6-BC4E97A38BF0}" srcOrd="0" destOrd="0" presId="urn:microsoft.com/office/officeart/2005/8/layout/hList1"/>
    <dgm:cxn modelId="{DBD396C2-17E0-47FC-9D80-A58FE7811490}" type="presParOf" srcId="{E2879F8E-C2FD-4C10-94A2-B0CCA27B7486}" destId="{C1F2EFA3-6712-4A07-828F-AB1F212AC8EB}" srcOrd="1" destOrd="0" presId="urn:microsoft.com/office/officeart/2005/8/layout/hList1"/>
    <dgm:cxn modelId="{DEA5A37F-E7C0-418A-A3E7-04BC6059A177}" type="presParOf" srcId="{A2123D6A-0F9E-4396-809A-10EE3A7C6472}" destId="{1A5A2670-CF03-4CF6-ADE7-7D23F2AFFFCC}" srcOrd="3" destOrd="0" presId="urn:microsoft.com/office/officeart/2005/8/layout/hList1"/>
    <dgm:cxn modelId="{E58419AD-AD31-4A62-8E83-6A01EB071157}" type="presParOf" srcId="{A2123D6A-0F9E-4396-809A-10EE3A7C6472}" destId="{5DEF4E3D-F8DF-40D8-9F42-94E2E8615116}" srcOrd="4" destOrd="0" presId="urn:microsoft.com/office/officeart/2005/8/layout/hList1"/>
    <dgm:cxn modelId="{7FEC4276-5DCB-4A79-80F6-3D6A423122A8}" type="presParOf" srcId="{5DEF4E3D-F8DF-40D8-9F42-94E2E8615116}" destId="{0356FF9B-6B30-4824-AB95-B758D08503E4}" srcOrd="0" destOrd="0" presId="urn:microsoft.com/office/officeart/2005/8/layout/hList1"/>
    <dgm:cxn modelId="{F4C03BEE-5375-4670-BF65-78BEF5B2A799}" type="presParOf" srcId="{5DEF4E3D-F8DF-40D8-9F42-94E2E8615116}" destId="{4026ED39-483E-4763-95C9-23A2F8D99D2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DA485B-2388-4A30-8526-FEE31BDE956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CF50B1-3022-4863-8941-FF689C831A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Concern about having or acquiring a condition</a:t>
          </a:r>
        </a:p>
      </dgm:t>
    </dgm:pt>
    <dgm:pt modelId="{3A04300C-E17C-4D80-A60C-7F1DBCF595B4}" type="parTrans" cxnId="{9AAF0EA8-4669-44FE-BA57-272AB563473A}">
      <dgm:prSet/>
      <dgm:spPr/>
      <dgm:t>
        <a:bodyPr/>
        <a:lstStyle/>
        <a:p>
          <a:endParaRPr lang="en-US"/>
        </a:p>
      </dgm:t>
    </dgm:pt>
    <dgm:pt modelId="{89DEBD8A-54AC-482A-84A7-2A8696C3749A}" type="sibTrans" cxnId="{9AAF0EA8-4669-44FE-BA57-272AB563473A}">
      <dgm:prSet/>
      <dgm:spPr/>
      <dgm:t>
        <a:bodyPr/>
        <a:lstStyle/>
        <a:p>
          <a:endParaRPr lang="en-US"/>
        </a:p>
      </dgm:t>
    </dgm:pt>
    <dgm:pt modelId="{6E88EEE5-5CDA-4B16-9606-11AA49D7970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Typically no experience of symptoms, mild if present</a:t>
          </a:r>
        </a:p>
      </dgm:t>
    </dgm:pt>
    <dgm:pt modelId="{0A624B2B-C81C-4591-BC9C-2E784EFF5455}" type="parTrans" cxnId="{075E73CE-A42D-475C-B590-4471785D62FF}">
      <dgm:prSet/>
      <dgm:spPr/>
      <dgm:t>
        <a:bodyPr/>
        <a:lstStyle/>
        <a:p>
          <a:endParaRPr lang="en-US"/>
        </a:p>
      </dgm:t>
    </dgm:pt>
    <dgm:pt modelId="{4AE4762D-9A3E-4A4C-8AE4-67B36AB1F1D2}" type="sibTrans" cxnId="{075E73CE-A42D-475C-B590-4471785D62FF}">
      <dgm:prSet/>
      <dgm:spPr/>
      <dgm:t>
        <a:bodyPr/>
        <a:lstStyle/>
        <a:p>
          <a:endParaRPr lang="en-US"/>
        </a:p>
      </dgm:t>
    </dgm:pt>
    <dgm:pt modelId="{97D7790E-8846-46DF-9F29-12653D646EA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If a medical condition is present, the distress is beyond typical experience. </a:t>
          </a:r>
        </a:p>
      </dgm:t>
    </dgm:pt>
    <dgm:pt modelId="{6A72491B-1A87-4A86-9C97-B5552233F9AB}" type="parTrans" cxnId="{E38EC7B7-4A1E-473E-9C53-0B504412A6B0}">
      <dgm:prSet/>
      <dgm:spPr/>
      <dgm:t>
        <a:bodyPr/>
        <a:lstStyle/>
        <a:p>
          <a:endParaRPr lang="en-US"/>
        </a:p>
      </dgm:t>
    </dgm:pt>
    <dgm:pt modelId="{7E795117-7C00-40CE-81B4-F6E3DE8F28DC}" type="sibTrans" cxnId="{E38EC7B7-4A1E-473E-9C53-0B504412A6B0}">
      <dgm:prSet/>
      <dgm:spPr/>
      <dgm:t>
        <a:bodyPr/>
        <a:lstStyle/>
        <a:p>
          <a:endParaRPr lang="en-US"/>
        </a:p>
      </dgm:t>
    </dgm:pt>
    <dgm:pt modelId="{EB338C8F-2B03-4309-AB49-93DCE40D12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is this differentiated from SSD?</a:t>
          </a:r>
        </a:p>
      </dgm:t>
    </dgm:pt>
    <dgm:pt modelId="{1473D874-B989-446B-883F-1BA79B35C6E5}" type="parTrans" cxnId="{1708B8F3-67C2-4F63-B8CB-12F08BA564FE}">
      <dgm:prSet/>
      <dgm:spPr/>
      <dgm:t>
        <a:bodyPr/>
        <a:lstStyle/>
        <a:p>
          <a:endParaRPr lang="en-US"/>
        </a:p>
      </dgm:t>
    </dgm:pt>
    <dgm:pt modelId="{950148A5-081C-4642-9868-C02468E8A87E}" type="sibTrans" cxnId="{1708B8F3-67C2-4F63-B8CB-12F08BA564FE}">
      <dgm:prSet/>
      <dgm:spPr/>
      <dgm:t>
        <a:bodyPr/>
        <a:lstStyle/>
        <a:p>
          <a:endParaRPr lang="en-US"/>
        </a:p>
      </dgm:t>
    </dgm:pt>
    <dgm:pt modelId="{F15252F8-44C6-40AA-9280-1FF448CC53DF}" type="pres">
      <dgm:prSet presAssocID="{E6DA485B-2388-4A30-8526-FEE31BDE956A}" presName="root" presStyleCnt="0">
        <dgm:presLayoutVars>
          <dgm:dir/>
          <dgm:resizeHandles val="exact"/>
        </dgm:presLayoutVars>
      </dgm:prSet>
      <dgm:spPr/>
    </dgm:pt>
    <dgm:pt modelId="{31196E5D-EA30-4D13-BC51-F3E1A34E03FD}" type="pres">
      <dgm:prSet presAssocID="{9DCF50B1-3022-4863-8941-FF689C831A59}" presName="compNode" presStyleCnt="0"/>
      <dgm:spPr/>
    </dgm:pt>
    <dgm:pt modelId="{A8AB17D6-F9A4-4DC2-B31A-E84C3D6174C2}" type="pres">
      <dgm:prSet presAssocID="{9DCF50B1-3022-4863-8941-FF689C831A59}" presName="bgRect" presStyleLbl="bgShp" presStyleIdx="0" presStyleCnt="2"/>
      <dgm:spPr/>
    </dgm:pt>
    <dgm:pt modelId="{9A2BA9C0-0A60-4B77-A858-F3A757E1C386}" type="pres">
      <dgm:prSet presAssocID="{9DCF50B1-3022-4863-8941-FF689C831A5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DF3B4A9-0440-4A20-AD65-BF62A4A6F687}" type="pres">
      <dgm:prSet presAssocID="{9DCF50B1-3022-4863-8941-FF689C831A59}" presName="spaceRect" presStyleCnt="0"/>
      <dgm:spPr/>
    </dgm:pt>
    <dgm:pt modelId="{0DEDBFB2-32B5-430D-971D-0B3271B66926}" type="pres">
      <dgm:prSet presAssocID="{9DCF50B1-3022-4863-8941-FF689C831A59}" presName="parTx" presStyleLbl="revTx" presStyleIdx="0" presStyleCnt="3">
        <dgm:presLayoutVars>
          <dgm:chMax val="0"/>
          <dgm:chPref val="0"/>
        </dgm:presLayoutVars>
      </dgm:prSet>
      <dgm:spPr/>
    </dgm:pt>
    <dgm:pt modelId="{CFFC2255-6526-4EA7-83FB-1FCA35199254}" type="pres">
      <dgm:prSet presAssocID="{9DCF50B1-3022-4863-8941-FF689C831A59}" presName="desTx" presStyleLbl="revTx" presStyleIdx="1" presStyleCnt="3">
        <dgm:presLayoutVars/>
      </dgm:prSet>
      <dgm:spPr/>
    </dgm:pt>
    <dgm:pt modelId="{9B3A610F-577D-44D1-A10E-BCA4B4B67C94}" type="pres">
      <dgm:prSet presAssocID="{89DEBD8A-54AC-482A-84A7-2A8696C3749A}" presName="sibTrans" presStyleCnt="0"/>
      <dgm:spPr/>
    </dgm:pt>
    <dgm:pt modelId="{831F1A35-C0AD-4890-8F1F-48A0C5E2E5BA}" type="pres">
      <dgm:prSet presAssocID="{EB338C8F-2B03-4309-AB49-93DCE40D12C4}" presName="compNode" presStyleCnt="0"/>
      <dgm:spPr/>
    </dgm:pt>
    <dgm:pt modelId="{3BC568B6-07C6-41CF-8D21-FA2DA3546B31}" type="pres">
      <dgm:prSet presAssocID="{EB338C8F-2B03-4309-AB49-93DCE40D12C4}" presName="bgRect" presStyleLbl="bgShp" presStyleIdx="1" presStyleCnt="2" custLinFactNeighborX="0"/>
      <dgm:spPr/>
    </dgm:pt>
    <dgm:pt modelId="{1C38A392-83A4-4AFD-A34E-7E1A538479EB}" type="pres">
      <dgm:prSet presAssocID="{EB338C8F-2B03-4309-AB49-93DCE40D12C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47F58B-9FAE-4288-BCCF-A6526F18D781}" type="pres">
      <dgm:prSet presAssocID="{EB338C8F-2B03-4309-AB49-93DCE40D12C4}" presName="spaceRect" presStyleCnt="0"/>
      <dgm:spPr/>
    </dgm:pt>
    <dgm:pt modelId="{7B1667F4-8F94-4E01-AF0C-BCF3FA5FC6A9}" type="pres">
      <dgm:prSet presAssocID="{EB338C8F-2B03-4309-AB49-93DCE40D12C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8729259-6BEE-48F7-AD60-A0E4E6A2532D}" type="presOf" srcId="{97D7790E-8846-46DF-9F29-12653D646EAA}" destId="{CFFC2255-6526-4EA7-83FB-1FCA35199254}" srcOrd="0" destOrd="1" presId="urn:microsoft.com/office/officeart/2018/2/layout/IconVerticalSolidList"/>
    <dgm:cxn modelId="{F15DBA8C-B2EA-41F7-B9BF-22100967D124}" type="presOf" srcId="{E6DA485B-2388-4A30-8526-FEE31BDE956A}" destId="{F15252F8-44C6-40AA-9280-1FF448CC53DF}" srcOrd="0" destOrd="0" presId="urn:microsoft.com/office/officeart/2018/2/layout/IconVerticalSolidList"/>
    <dgm:cxn modelId="{9AAF0EA8-4669-44FE-BA57-272AB563473A}" srcId="{E6DA485B-2388-4A30-8526-FEE31BDE956A}" destId="{9DCF50B1-3022-4863-8941-FF689C831A59}" srcOrd="0" destOrd="0" parTransId="{3A04300C-E17C-4D80-A60C-7F1DBCF595B4}" sibTransId="{89DEBD8A-54AC-482A-84A7-2A8696C3749A}"/>
    <dgm:cxn modelId="{E38EC7B7-4A1E-473E-9C53-0B504412A6B0}" srcId="{9DCF50B1-3022-4863-8941-FF689C831A59}" destId="{97D7790E-8846-46DF-9F29-12653D646EAA}" srcOrd="1" destOrd="0" parTransId="{6A72491B-1A87-4A86-9C97-B5552233F9AB}" sibTransId="{7E795117-7C00-40CE-81B4-F6E3DE8F28DC}"/>
    <dgm:cxn modelId="{90C982C7-B185-47A0-8999-210B433E938F}" type="presOf" srcId="{9DCF50B1-3022-4863-8941-FF689C831A59}" destId="{0DEDBFB2-32B5-430D-971D-0B3271B66926}" srcOrd="0" destOrd="0" presId="urn:microsoft.com/office/officeart/2018/2/layout/IconVerticalSolidList"/>
    <dgm:cxn modelId="{075E73CE-A42D-475C-B590-4471785D62FF}" srcId="{9DCF50B1-3022-4863-8941-FF689C831A59}" destId="{6E88EEE5-5CDA-4B16-9606-11AA49D7970A}" srcOrd="0" destOrd="0" parTransId="{0A624B2B-C81C-4591-BC9C-2E784EFF5455}" sibTransId="{4AE4762D-9A3E-4A4C-8AE4-67B36AB1F1D2}"/>
    <dgm:cxn modelId="{1708B8F3-67C2-4F63-B8CB-12F08BA564FE}" srcId="{E6DA485B-2388-4A30-8526-FEE31BDE956A}" destId="{EB338C8F-2B03-4309-AB49-93DCE40D12C4}" srcOrd="1" destOrd="0" parTransId="{1473D874-B989-446B-883F-1BA79B35C6E5}" sibTransId="{950148A5-081C-4642-9868-C02468E8A87E}"/>
    <dgm:cxn modelId="{E5C17BFE-C938-4DBD-A754-33268020CBE7}" type="presOf" srcId="{6E88EEE5-5CDA-4B16-9606-11AA49D7970A}" destId="{CFFC2255-6526-4EA7-83FB-1FCA35199254}" srcOrd="0" destOrd="0" presId="urn:microsoft.com/office/officeart/2018/2/layout/IconVerticalSolidList"/>
    <dgm:cxn modelId="{B4C870FF-6C2F-4ACC-BB10-530863BC9DB1}" type="presOf" srcId="{EB338C8F-2B03-4309-AB49-93DCE40D12C4}" destId="{7B1667F4-8F94-4E01-AF0C-BCF3FA5FC6A9}" srcOrd="0" destOrd="0" presId="urn:microsoft.com/office/officeart/2018/2/layout/IconVerticalSolidList"/>
    <dgm:cxn modelId="{C6C4D4BE-4AA9-4150-9D4D-E2BB4EB04129}" type="presParOf" srcId="{F15252F8-44C6-40AA-9280-1FF448CC53DF}" destId="{31196E5D-EA30-4D13-BC51-F3E1A34E03FD}" srcOrd="0" destOrd="0" presId="urn:microsoft.com/office/officeart/2018/2/layout/IconVerticalSolidList"/>
    <dgm:cxn modelId="{706FB6C2-15C8-46E5-99C6-EB0BAD5BCFF9}" type="presParOf" srcId="{31196E5D-EA30-4D13-BC51-F3E1A34E03FD}" destId="{A8AB17D6-F9A4-4DC2-B31A-E84C3D6174C2}" srcOrd="0" destOrd="0" presId="urn:microsoft.com/office/officeart/2018/2/layout/IconVerticalSolidList"/>
    <dgm:cxn modelId="{69C01BA6-3E84-46C0-9F2E-2A25A950EFA9}" type="presParOf" srcId="{31196E5D-EA30-4D13-BC51-F3E1A34E03FD}" destId="{9A2BA9C0-0A60-4B77-A858-F3A757E1C386}" srcOrd="1" destOrd="0" presId="urn:microsoft.com/office/officeart/2018/2/layout/IconVerticalSolidList"/>
    <dgm:cxn modelId="{E202E2F8-CC0E-4F8A-9F8E-694162CD2FD4}" type="presParOf" srcId="{31196E5D-EA30-4D13-BC51-F3E1A34E03FD}" destId="{DDF3B4A9-0440-4A20-AD65-BF62A4A6F687}" srcOrd="2" destOrd="0" presId="urn:microsoft.com/office/officeart/2018/2/layout/IconVerticalSolidList"/>
    <dgm:cxn modelId="{2F43A7AB-4F5A-4BDC-9C97-08E04293965B}" type="presParOf" srcId="{31196E5D-EA30-4D13-BC51-F3E1A34E03FD}" destId="{0DEDBFB2-32B5-430D-971D-0B3271B66926}" srcOrd="3" destOrd="0" presId="urn:microsoft.com/office/officeart/2018/2/layout/IconVerticalSolidList"/>
    <dgm:cxn modelId="{8DC5FEDD-496F-4039-8990-595A4CE8B066}" type="presParOf" srcId="{31196E5D-EA30-4D13-BC51-F3E1A34E03FD}" destId="{CFFC2255-6526-4EA7-83FB-1FCA35199254}" srcOrd="4" destOrd="0" presId="urn:microsoft.com/office/officeart/2018/2/layout/IconVerticalSolidList"/>
    <dgm:cxn modelId="{9507D814-09BA-4977-923A-9896F2A03701}" type="presParOf" srcId="{F15252F8-44C6-40AA-9280-1FF448CC53DF}" destId="{9B3A610F-577D-44D1-A10E-BCA4B4B67C94}" srcOrd="1" destOrd="0" presId="urn:microsoft.com/office/officeart/2018/2/layout/IconVerticalSolidList"/>
    <dgm:cxn modelId="{C092DC76-03C4-4670-A90B-07842C17FC33}" type="presParOf" srcId="{F15252F8-44C6-40AA-9280-1FF448CC53DF}" destId="{831F1A35-C0AD-4890-8F1F-48A0C5E2E5BA}" srcOrd="2" destOrd="0" presId="urn:microsoft.com/office/officeart/2018/2/layout/IconVerticalSolidList"/>
    <dgm:cxn modelId="{E742F7B7-573D-4340-A40F-33D0F042240F}" type="presParOf" srcId="{831F1A35-C0AD-4890-8F1F-48A0C5E2E5BA}" destId="{3BC568B6-07C6-41CF-8D21-FA2DA3546B31}" srcOrd="0" destOrd="0" presId="urn:microsoft.com/office/officeart/2018/2/layout/IconVerticalSolidList"/>
    <dgm:cxn modelId="{C7057038-2D8E-40AB-BD19-ED7F9133F0E2}" type="presParOf" srcId="{831F1A35-C0AD-4890-8F1F-48A0C5E2E5BA}" destId="{1C38A392-83A4-4AFD-A34E-7E1A538479EB}" srcOrd="1" destOrd="0" presId="urn:microsoft.com/office/officeart/2018/2/layout/IconVerticalSolidList"/>
    <dgm:cxn modelId="{E94F1B39-7853-4563-B5D2-A4BA4E758744}" type="presParOf" srcId="{831F1A35-C0AD-4890-8F1F-48A0C5E2E5BA}" destId="{0547F58B-9FAE-4288-BCCF-A6526F18D781}" srcOrd="2" destOrd="0" presId="urn:microsoft.com/office/officeart/2018/2/layout/IconVerticalSolidList"/>
    <dgm:cxn modelId="{AD4B346A-6A4C-450D-BDB0-72962CF339B3}" type="presParOf" srcId="{831F1A35-C0AD-4890-8F1F-48A0C5E2E5BA}" destId="{7B1667F4-8F94-4E01-AF0C-BCF3FA5FC6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5BE5DF-F1AE-447A-8B2B-E00F4D92FC4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CC83E6-60A4-4D65-96C9-0FCD0D9E6CAC}">
      <dgm:prSet/>
      <dgm:spPr/>
      <dgm:t>
        <a:bodyPr/>
        <a:lstStyle/>
        <a:p>
          <a:r>
            <a:rPr lang="en-US"/>
            <a:t>What is Culture?</a:t>
          </a:r>
        </a:p>
      </dgm:t>
    </dgm:pt>
    <dgm:pt modelId="{9FF422FA-2D03-48F2-8B08-1D3AAB235F7C}" type="parTrans" cxnId="{874B135F-86BD-4495-994B-696A0A018CB7}">
      <dgm:prSet/>
      <dgm:spPr/>
      <dgm:t>
        <a:bodyPr/>
        <a:lstStyle/>
        <a:p>
          <a:endParaRPr lang="en-US"/>
        </a:p>
      </dgm:t>
    </dgm:pt>
    <dgm:pt modelId="{08D30D2F-AE35-4D8E-B329-C9837380E2D1}" type="sibTrans" cxnId="{874B135F-86BD-4495-994B-696A0A018CB7}">
      <dgm:prSet/>
      <dgm:spPr/>
      <dgm:t>
        <a:bodyPr/>
        <a:lstStyle/>
        <a:p>
          <a:endParaRPr lang="en-US"/>
        </a:p>
      </dgm:t>
    </dgm:pt>
    <dgm:pt modelId="{56DD09F8-3963-4045-96E9-1E48829C01E1}">
      <dgm:prSet/>
      <dgm:spPr/>
      <dgm:t>
        <a:bodyPr/>
        <a:lstStyle/>
        <a:p>
          <a:r>
            <a:rPr lang="en-US"/>
            <a:t>Behavioral norms, meanings, values and more</a:t>
          </a:r>
        </a:p>
      </dgm:t>
    </dgm:pt>
    <dgm:pt modelId="{99FB62AF-3458-43F9-995D-1EC1D549D920}" type="parTrans" cxnId="{E74C7F26-9868-452A-86DC-02E19045A1B0}">
      <dgm:prSet/>
      <dgm:spPr/>
      <dgm:t>
        <a:bodyPr/>
        <a:lstStyle/>
        <a:p>
          <a:endParaRPr lang="en-US"/>
        </a:p>
      </dgm:t>
    </dgm:pt>
    <dgm:pt modelId="{C3506F3D-36E5-4E78-9561-3FD15AC4C243}" type="sibTrans" cxnId="{E74C7F26-9868-452A-86DC-02E19045A1B0}">
      <dgm:prSet/>
      <dgm:spPr/>
      <dgm:t>
        <a:bodyPr/>
        <a:lstStyle/>
        <a:p>
          <a:endParaRPr lang="en-US"/>
        </a:p>
      </dgm:t>
    </dgm:pt>
    <dgm:pt modelId="{9854C8AF-4510-4A30-8990-D3A7F95E6527}">
      <dgm:prSet/>
      <dgm:spPr/>
      <dgm:t>
        <a:bodyPr/>
        <a:lstStyle/>
        <a:p>
          <a:r>
            <a:rPr lang="en-US"/>
            <a:t>DSM</a:t>
          </a:r>
        </a:p>
      </dgm:t>
    </dgm:pt>
    <dgm:pt modelId="{0B9ED0C1-F1C3-4DED-916A-BD0357C75709}" type="parTrans" cxnId="{904DFFBB-A733-4B67-8E63-142F7545B79A}">
      <dgm:prSet/>
      <dgm:spPr/>
      <dgm:t>
        <a:bodyPr/>
        <a:lstStyle/>
        <a:p>
          <a:endParaRPr lang="en-US"/>
        </a:p>
      </dgm:t>
    </dgm:pt>
    <dgm:pt modelId="{78015405-5BAE-4498-9B6F-10D0298B5561}" type="sibTrans" cxnId="{904DFFBB-A733-4B67-8E63-142F7545B79A}">
      <dgm:prSet/>
      <dgm:spPr/>
      <dgm:t>
        <a:bodyPr/>
        <a:lstStyle/>
        <a:p>
          <a:endParaRPr lang="en-US"/>
        </a:p>
      </dgm:t>
    </dgm:pt>
    <dgm:pt modelId="{0A2118F8-CA9D-4F53-B17C-30A001F49B26}">
      <dgm:prSet/>
      <dgm:spPr/>
      <dgm:t>
        <a:bodyPr/>
        <a:lstStyle/>
        <a:p>
          <a:r>
            <a:rPr lang="en-US"/>
            <a:t>Knowledge, rules and practices</a:t>
          </a:r>
        </a:p>
      </dgm:t>
    </dgm:pt>
    <dgm:pt modelId="{EAE768CC-B42E-4FB2-B92F-573FA16772F2}" type="parTrans" cxnId="{EF845EC9-096D-4BF7-ADB7-0EE8B31AE02E}">
      <dgm:prSet/>
      <dgm:spPr/>
      <dgm:t>
        <a:bodyPr/>
        <a:lstStyle/>
        <a:p>
          <a:endParaRPr lang="en-US"/>
        </a:p>
      </dgm:t>
    </dgm:pt>
    <dgm:pt modelId="{00525996-4A59-4A97-AB14-90B45CD687F8}" type="sibTrans" cxnId="{EF845EC9-096D-4BF7-ADB7-0EE8B31AE02E}">
      <dgm:prSet/>
      <dgm:spPr/>
      <dgm:t>
        <a:bodyPr/>
        <a:lstStyle/>
        <a:p>
          <a:endParaRPr lang="en-US"/>
        </a:p>
      </dgm:t>
    </dgm:pt>
    <dgm:pt modelId="{1B308C42-7D44-49FB-A1E2-8989239F683B}">
      <dgm:prSet/>
      <dgm:spPr/>
      <dgm:t>
        <a:bodyPr/>
        <a:lstStyle/>
        <a:p>
          <a:r>
            <a:rPr lang="en-US"/>
            <a:t>Includes language religion, spirituality and family structures</a:t>
          </a:r>
        </a:p>
      </dgm:t>
    </dgm:pt>
    <dgm:pt modelId="{ADFD3A60-F19E-47CD-962E-A4199226693F}" type="parTrans" cxnId="{67208F70-0776-4982-B66B-0CCC3CB8F1C7}">
      <dgm:prSet/>
      <dgm:spPr/>
      <dgm:t>
        <a:bodyPr/>
        <a:lstStyle/>
        <a:p>
          <a:endParaRPr lang="en-US"/>
        </a:p>
      </dgm:t>
    </dgm:pt>
    <dgm:pt modelId="{4D93A457-5606-4CFC-862A-A5328735A693}" type="sibTrans" cxnId="{67208F70-0776-4982-B66B-0CCC3CB8F1C7}">
      <dgm:prSet/>
      <dgm:spPr/>
      <dgm:t>
        <a:bodyPr/>
        <a:lstStyle/>
        <a:p>
          <a:endParaRPr lang="en-US"/>
        </a:p>
      </dgm:t>
    </dgm:pt>
    <dgm:pt modelId="{EA439016-F102-4069-A9AF-ED2D3FE60855}">
      <dgm:prSet/>
      <dgm:spPr/>
      <dgm:t>
        <a:bodyPr/>
        <a:lstStyle/>
        <a:p>
          <a:r>
            <a:rPr lang="en-US"/>
            <a:t>Cultural Psychiatry</a:t>
          </a:r>
        </a:p>
      </dgm:t>
    </dgm:pt>
    <dgm:pt modelId="{E77BA44A-28AC-48A7-AAE8-D0129A180095}" type="parTrans" cxnId="{66280848-E32B-4ADE-BE63-ABD5CB84A3DC}">
      <dgm:prSet/>
      <dgm:spPr/>
      <dgm:t>
        <a:bodyPr/>
        <a:lstStyle/>
        <a:p>
          <a:endParaRPr lang="en-US"/>
        </a:p>
      </dgm:t>
    </dgm:pt>
    <dgm:pt modelId="{77B22B79-AD20-4442-A5D3-C125C7D04F87}" type="sibTrans" cxnId="{66280848-E32B-4ADE-BE63-ABD5CB84A3DC}">
      <dgm:prSet/>
      <dgm:spPr/>
      <dgm:t>
        <a:bodyPr/>
        <a:lstStyle/>
        <a:p>
          <a:endParaRPr lang="en-US"/>
        </a:p>
      </dgm:t>
    </dgm:pt>
    <dgm:pt modelId="{EAED89A4-C3AF-43FE-A675-4795F59FA63D}">
      <dgm:prSet/>
      <dgm:spPr/>
      <dgm:t>
        <a:bodyPr/>
        <a:lstStyle/>
        <a:p>
          <a:r>
            <a:rPr lang="en-US"/>
            <a:t>Using the lens of culture to define psychopathology</a:t>
          </a:r>
        </a:p>
      </dgm:t>
    </dgm:pt>
    <dgm:pt modelId="{91E69EAA-1844-4437-98BD-9E920B39600B}" type="parTrans" cxnId="{64081DAA-213B-42EB-A0C6-00E2A33F6B21}">
      <dgm:prSet/>
      <dgm:spPr/>
      <dgm:t>
        <a:bodyPr/>
        <a:lstStyle/>
        <a:p>
          <a:endParaRPr lang="en-US"/>
        </a:p>
      </dgm:t>
    </dgm:pt>
    <dgm:pt modelId="{AEC86B08-B4A7-46FC-A900-53EA0A098943}" type="sibTrans" cxnId="{64081DAA-213B-42EB-A0C6-00E2A33F6B21}">
      <dgm:prSet/>
      <dgm:spPr/>
      <dgm:t>
        <a:bodyPr/>
        <a:lstStyle/>
        <a:p>
          <a:endParaRPr lang="en-US"/>
        </a:p>
      </dgm:t>
    </dgm:pt>
    <dgm:pt modelId="{8B1751AF-B3A4-405C-9358-48F27D97D4C5}">
      <dgm:prSet/>
      <dgm:spPr/>
      <dgm:t>
        <a:bodyPr/>
        <a:lstStyle/>
        <a:p>
          <a:r>
            <a:rPr lang="en-US"/>
            <a:t>Be cautions to include all cultures- Majority and Minority</a:t>
          </a:r>
        </a:p>
      </dgm:t>
    </dgm:pt>
    <dgm:pt modelId="{65F0C40C-E02C-4AC4-B392-0B77F758D50A}" type="parTrans" cxnId="{8C02CC27-5E49-4EA9-9583-A603D4DEDC94}">
      <dgm:prSet/>
      <dgm:spPr/>
      <dgm:t>
        <a:bodyPr/>
        <a:lstStyle/>
        <a:p>
          <a:endParaRPr lang="en-US"/>
        </a:p>
      </dgm:t>
    </dgm:pt>
    <dgm:pt modelId="{D2D8B830-F1A8-4E9D-BAF8-6A44F9ADAFAD}" type="sibTrans" cxnId="{8C02CC27-5E49-4EA9-9583-A603D4DEDC94}">
      <dgm:prSet/>
      <dgm:spPr/>
      <dgm:t>
        <a:bodyPr/>
        <a:lstStyle/>
        <a:p>
          <a:endParaRPr lang="en-US"/>
        </a:p>
      </dgm:t>
    </dgm:pt>
    <dgm:pt modelId="{D0F9769B-5889-4C78-87DA-204E76082E91}" type="pres">
      <dgm:prSet presAssocID="{085BE5DF-F1AE-447A-8B2B-E00F4D92FC4E}" presName="linear" presStyleCnt="0">
        <dgm:presLayoutVars>
          <dgm:animLvl val="lvl"/>
          <dgm:resizeHandles val="exact"/>
        </dgm:presLayoutVars>
      </dgm:prSet>
      <dgm:spPr/>
    </dgm:pt>
    <dgm:pt modelId="{50D5097F-F833-4ED6-A780-E138FFF512A9}" type="pres">
      <dgm:prSet presAssocID="{85CC83E6-60A4-4D65-96C9-0FCD0D9E6CA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1BA07BB-8527-4393-8EFE-D085F0DB071E}" type="pres">
      <dgm:prSet presAssocID="{85CC83E6-60A4-4D65-96C9-0FCD0D9E6CAC}" presName="childText" presStyleLbl="revTx" presStyleIdx="0" presStyleCnt="2">
        <dgm:presLayoutVars>
          <dgm:bulletEnabled val="1"/>
        </dgm:presLayoutVars>
      </dgm:prSet>
      <dgm:spPr/>
    </dgm:pt>
    <dgm:pt modelId="{49F7F603-B130-4F7B-AD79-3B7A05868A08}" type="pres">
      <dgm:prSet presAssocID="{9854C8AF-4510-4A30-8990-D3A7F95E652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2EEB8C5-2398-41DB-8C60-ACF5B4D6011F}" type="pres">
      <dgm:prSet presAssocID="{78015405-5BAE-4498-9B6F-10D0298B5561}" presName="spacer" presStyleCnt="0"/>
      <dgm:spPr/>
    </dgm:pt>
    <dgm:pt modelId="{88726E50-CCCD-4AF6-96E0-38A7010D2B2B}" type="pres">
      <dgm:prSet presAssocID="{0A2118F8-CA9D-4F53-B17C-30A001F49B2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1F77972-9C08-481F-BC24-785D6D25FABA}" type="pres">
      <dgm:prSet presAssocID="{00525996-4A59-4A97-AB14-90B45CD687F8}" presName="spacer" presStyleCnt="0"/>
      <dgm:spPr/>
    </dgm:pt>
    <dgm:pt modelId="{A9431021-B5C2-400C-97D6-9399378E3591}" type="pres">
      <dgm:prSet presAssocID="{1B308C42-7D44-49FB-A1E2-8989239F683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A70097A-B3AD-4E09-BAD6-F0A6FA65F75A}" type="pres">
      <dgm:prSet presAssocID="{4D93A457-5606-4CFC-862A-A5328735A693}" presName="spacer" presStyleCnt="0"/>
      <dgm:spPr/>
    </dgm:pt>
    <dgm:pt modelId="{A8BA5FDE-326F-45CF-AC53-5DD38BEBD0D4}" type="pres">
      <dgm:prSet presAssocID="{EA439016-F102-4069-A9AF-ED2D3FE6085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89D109AC-B6F7-4AED-8B16-16093E6840E3}" type="pres">
      <dgm:prSet presAssocID="{EA439016-F102-4069-A9AF-ED2D3FE6085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FEB2B0C-0CC9-46CB-8BD7-633CC63FB40A}" type="presOf" srcId="{EA439016-F102-4069-A9AF-ED2D3FE60855}" destId="{A8BA5FDE-326F-45CF-AC53-5DD38BEBD0D4}" srcOrd="0" destOrd="0" presId="urn:microsoft.com/office/officeart/2005/8/layout/vList2"/>
    <dgm:cxn modelId="{D7F00210-1198-4600-8C9C-3479AE3953A5}" type="presOf" srcId="{0A2118F8-CA9D-4F53-B17C-30A001F49B26}" destId="{88726E50-CCCD-4AF6-96E0-38A7010D2B2B}" srcOrd="0" destOrd="0" presId="urn:microsoft.com/office/officeart/2005/8/layout/vList2"/>
    <dgm:cxn modelId="{E74C7F26-9868-452A-86DC-02E19045A1B0}" srcId="{85CC83E6-60A4-4D65-96C9-0FCD0D9E6CAC}" destId="{56DD09F8-3963-4045-96E9-1E48829C01E1}" srcOrd="0" destOrd="0" parTransId="{99FB62AF-3458-43F9-995D-1EC1D549D920}" sibTransId="{C3506F3D-36E5-4E78-9561-3FD15AC4C243}"/>
    <dgm:cxn modelId="{8C02CC27-5E49-4EA9-9583-A603D4DEDC94}" srcId="{EA439016-F102-4069-A9AF-ED2D3FE60855}" destId="{8B1751AF-B3A4-405C-9358-48F27D97D4C5}" srcOrd="1" destOrd="0" parTransId="{65F0C40C-E02C-4AC4-B392-0B77F758D50A}" sibTransId="{D2D8B830-F1A8-4E9D-BAF8-6A44F9ADAFAD}"/>
    <dgm:cxn modelId="{874B135F-86BD-4495-994B-696A0A018CB7}" srcId="{085BE5DF-F1AE-447A-8B2B-E00F4D92FC4E}" destId="{85CC83E6-60A4-4D65-96C9-0FCD0D9E6CAC}" srcOrd="0" destOrd="0" parTransId="{9FF422FA-2D03-48F2-8B08-1D3AAB235F7C}" sibTransId="{08D30D2F-AE35-4D8E-B329-C9837380E2D1}"/>
    <dgm:cxn modelId="{66280848-E32B-4ADE-BE63-ABD5CB84A3DC}" srcId="{085BE5DF-F1AE-447A-8B2B-E00F4D92FC4E}" destId="{EA439016-F102-4069-A9AF-ED2D3FE60855}" srcOrd="4" destOrd="0" parTransId="{E77BA44A-28AC-48A7-AAE8-D0129A180095}" sibTransId="{77B22B79-AD20-4442-A5D3-C125C7D04F87}"/>
    <dgm:cxn modelId="{01C20C4B-1843-4EF5-8998-04D241A13FEE}" type="presOf" srcId="{1B308C42-7D44-49FB-A1E2-8989239F683B}" destId="{A9431021-B5C2-400C-97D6-9399378E3591}" srcOrd="0" destOrd="0" presId="urn:microsoft.com/office/officeart/2005/8/layout/vList2"/>
    <dgm:cxn modelId="{67208F70-0776-4982-B66B-0CCC3CB8F1C7}" srcId="{085BE5DF-F1AE-447A-8B2B-E00F4D92FC4E}" destId="{1B308C42-7D44-49FB-A1E2-8989239F683B}" srcOrd="3" destOrd="0" parTransId="{ADFD3A60-F19E-47CD-962E-A4199226693F}" sibTransId="{4D93A457-5606-4CFC-862A-A5328735A693}"/>
    <dgm:cxn modelId="{FE448475-6D81-4E8E-BD3F-6F999A8DEA2B}" type="presOf" srcId="{85CC83E6-60A4-4D65-96C9-0FCD0D9E6CAC}" destId="{50D5097F-F833-4ED6-A780-E138FFF512A9}" srcOrd="0" destOrd="0" presId="urn:microsoft.com/office/officeart/2005/8/layout/vList2"/>
    <dgm:cxn modelId="{9614BAA1-A6C9-4615-A560-C6ED3FFFE898}" type="presOf" srcId="{8B1751AF-B3A4-405C-9358-48F27D97D4C5}" destId="{89D109AC-B6F7-4AED-8B16-16093E6840E3}" srcOrd="0" destOrd="1" presId="urn:microsoft.com/office/officeart/2005/8/layout/vList2"/>
    <dgm:cxn modelId="{64081DAA-213B-42EB-A0C6-00E2A33F6B21}" srcId="{EA439016-F102-4069-A9AF-ED2D3FE60855}" destId="{EAED89A4-C3AF-43FE-A675-4795F59FA63D}" srcOrd="0" destOrd="0" parTransId="{91E69EAA-1844-4437-98BD-9E920B39600B}" sibTransId="{AEC86B08-B4A7-46FC-A900-53EA0A098943}"/>
    <dgm:cxn modelId="{4ACA65B2-2AC5-48FF-9842-EBBC1ACB6CBC}" type="presOf" srcId="{EAED89A4-C3AF-43FE-A675-4795F59FA63D}" destId="{89D109AC-B6F7-4AED-8B16-16093E6840E3}" srcOrd="0" destOrd="0" presId="urn:microsoft.com/office/officeart/2005/8/layout/vList2"/>
    <dgm:cxn modelId="{139634BB-0443-4B16-AD8B-65A626059182}" type="presOf" srcId="{085BE5DF-F1AE-447A-8B2B-E00F4D92FC4E}" destId="{D0F9769B-5889-4C78-87DA-204E76082E91}" srcOrd="0" destOrd="0" presId="urn:microsoft.com/office/officeart/2005/8/layout/vList2"/>
    <dgm:cxn modelId="{904DFFBB-A733-4B67-8E63-142F7545B79A}" srcId="{085BE5DF-F1AE-447A-8B2B-E00F4D92FC4E}" destId="{9854C8AF-4510-4A30-8990-D3A7F95E6527}" srcOrd="1" destOrd="0" parTransId="{0B9ED0C1-F1C3-4DED-916A-BD0357C75709}" sibTransId="{78015405-5BAE-4498-9B6F-10D0298B5561}"/>
    <dgm:cxn modelId="{EF845EC9-096D-4BF7-ADB7-0EE8B31AE02E}" srcId="{085BE5DF-F1AE-447A-8B2B-E00F4D92FC4E}" destId="{0A2118F8-CA9D-4F53-B17C-30A001F49B26}" srcOrd="2" destOrd="0" parTransId="{EAE768CC-B42E-4FB2-B92F-573FA16772F2}" sibTransId="{00525996-4A59-4A97-AB14-90B45CD687F8}"/>
    <dgm:cxn modelId="{66D181E1-BCEC-4AD8-AC90-38A010E5701F}" type="presOf" srcId="{9854C8AF-4510-4A30-8990-D3A7F95E6527}" destId="{49F7F603-B130-4F7B-AD79-3B7A05868A08}" srcOrd="0" destOrd="0" presId="urn:microsoft.com/office/officeart/2005/8/layout/vList2"/>
    <dgm:cxn modelId="{304B70E4-8128-4E1C-A2A2-29F800CECEE4}" type="presOf" srcId="{56DD09F8-3963-4045-96E9-1E48829C01E1}" destId="{81BA07BB-8527-4393-8EFE-D085F0DB071E}" srcOrd="0" destOrd="0" presId="urn:microsoft.com/office/officeart/2005/8/layout/vList2"/>
    <dgm:cxn modelId="{5AC8FC31-33B7-4048-9EFE-D91087867D90}" type="presParOf" srcId="{D0F9769B-5889-4C78-87DA-204E76082E91}" destId="{50D5097F-F833-4ED6-A780-E138FFF512A9}" srcOrd="0" destOrd="0" presId="urn:microsoft.com/office/officeart/2005/8/layout/vList2"/>
    <dgm:cxn modelId="{9CBF9307-33ED-4D4B-BF60-3354D4FF4C8F}" type="presParOf" srcId="{D0F9769B-5889-4C78-87DA-204E76082E91}" destId="{81BA07BB-8527-4393-8EFE-D085F0DB071E}" srcOrd="1" destOrd="0" presId="urn:microsoft.com/office/officeart/2005/8/layout/vList2"/>
    <dgm:cxn modelId="{278BB556-239C-4F8B-AEF1-B05C4AC42D6D}" type="presParOf" srcId="{D0F9769B-5889-4C78-87DA-204E76082E91}" destId="{49F7F603-B130-4F7B-AD79-3B7A05868A08}" srcOrd="2" destOrd="0" presId="urn:microsoft.com/office/officeart/2005/8/layout/vList2"/>
    <dgm:cxn modelId="{326085D0-7B34-484D-BE8F-A3FD0E9F1E6E}" type="presParOf" srcId="{D0F9769B-5889-4C78-87DA-204E76082E91}" destId="{72EEB8C5-2398-41DB-8C60-ACF5B4D6011F}" srcOrd="3" destOrd="0" presId="urn:microsoft.com/office/officeart/2005/8/layout/vList2"/>
    <dgm:cxn modelId="{CB39437F-1555-4C6F-8DCB-FE187416854E}" type="presParOf" srcId="{D0F9769B-5889-4C78-87DA-204E76082E91}" destId="{88726E50-CCCD-4AF6-96E0-38A7010D2B2B}" srcOrd="4" destOrd="0" presId="urn:microsoft.com/office/officeart/2005/8/layout/vList2"/>
    <dgm:cxn modelId="{4DC73772-B62C-4F20-B28C-6E2C3F679111}" type="presParOf" srcId="{D0F9769B-5889-4C78-87DA-204E76082E91}" destId="{A1F77972-9C08-481F-BC24-785D6D25FABA}" srcOrd="5" destOrd="0" presId="urn:microsoft.com/office/officeart/2005/8/layout/vList2"/>
    <dgm:cxn modelId="{28B81856-F65C-4BCD-8C20-D6A9B6E84DF9}" type="presParOf" srcId="{D0F9769B-5889-4C78-87DA-204E76082E91}" destId="{A9431021-B5C2-400C-97D6-9399378E3591}" srcOrd="6" destOrd="0" presId="urn:microsoft.com/office/officeart/2005/8/layout/vList2"/>
    <dgm:cxn modelId="{DCF0DC3E-AEFF-44C5-BB7A-5293F609422D}" type="presParOf" srcId="{D0F9769B-5889-4C78-87DA-204E76082E91}" destId="{0A70097A-B3AD-4E09-BAD6-F0A6FA65F75A}" srcOrd="7" destOrd="0" presId="urn:microsoft.com/office/officeart/2005/8/layout/vList2"/>
    <dgm:cxn modelId="{181C6800-EB64-4F0F-A810-50973BAB46F4}" type="presParOf" srcId="{D0F9769B-5889-4C78-87DA-204E76082E91}" destId="{A8BA5FDE-326F-45CF-AC53-5DD38BEBD0D4}" srcOrd="8" destOrd="0" presId="urn:microsoft.com/office/officeart/2005/8/layout/vList2"/>
    <dgm:cxn modelId="{A8D13ABB-BE87-49A6-8670-C9DE31734CC4}" type="presParOf" srcId="{D0F9769B-5889-4C78-87DA-204E76082E91}" destId="{89D109AC-B6F7-4AED-8B16-16093E6840E3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50CB6B-D6F0-487E-9EC6-AFA7CA012E7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3C511A1-7DFB-4347-8536-AD87ADA8C290}">
      <dgm:prSet/>
      <dgm:spPr/>
      <dgm:t>
        <a:bodyPr/>
        <a:lstStyle/>
        <a:p>
          <a:r>
            <a:rPr lang="en-US"/>
            <a:t>Identify pathogenic triggers</a:t>
          </a:r>
        </a:p>
      </dgm:t>
    </dgm:pt>
    <dgm:pt modelId="{B75BB487-49A8-4A0C-B624-BAE6E180CF30}" type="parTrans" cxnId="{D50C98E9-7F83-47C5-B821-18C908069EC1}">
      <dgm:prSet/>
      <dgm:spPr/>
      <dgm:t>
        <a:bodyPr/>
        <a:lstStyle/>
        <a:p>
          <a:endParaRPr lang="en-US"/>
        </a:p>
      </dgm:t>
    </dgm:pt>
    <dgm:pt modelId="{BFF88AF9-0B80-41F3-B3B0-893122840A43}" type="sibTrans" cxnId="{D50C98E9-7F83-47C5-B821-18C908069EC1}">
      <dgm:prSet/>
      <dgm:spPr/>
      <dgm:t>
        <a:bodyPr/>
        <a:lstStyle/>
        <a:p>
          <a:endParaRPr lang="en-US"/>
        </a:p>
      </dgm:t>
    </dgm:pt>
    <dgm:pt modelId="{81196EE3-32B4-484B-9392-9FEA6BF1CDF6}">
      <dgm:prSet/>
      <dgm:spPr/>
      <dgm:t>
        <a:bodyPr/>
        <a:lstStyle/>
        <a:p>
          <a:r>
            <a:rPr lang="en-US"/>
            <a:t>War, poverty, values, practices</a:t>
          </a:r>
        </a:p>
      </dgm:t>
    </dgm:pt>
    <dgm:pt modelId="{42177CA0-6C37-4777-995B-D96D8B133054}" type="parTrans" cxnId="{A0129E2C-1E68-49A5-97B7-338BE8A63773}">
      <dgm:prSet/>
      <dgm:spPr/>
      <dgm:t>
        <a:bodyPr/>
        <a:lstStyle/>
        <a:p>
          <a:endParaRPr lang="en-US"/>
        </a:p>
      </dgm:t>
    </dgm:pt>
    <dgm:pt modelId="{CAFB4F5B-9E7A-483C-8043-518E1448DAAE}" type="sibTrans" cxnId="{A0129E2C-1E68-49A5-97B7-338BE8A63773}">
      <dgm:prSet/>
      <dgm:spPr/>
      <dgm:t>
        <a:bodyPr/>
        <a:lstStyle/>
        <a:p>
          <a:endParaRPr lang="en-US"/>
        </a:p>
      </dgm:t>
    </dgm:pt>
    <dgm:pt modelId="{1441ECC6-5985-48F6-B73C-A58BF8F92E0A}">
      <dgm:prSet/>
      <dgm:spPr/>
      <dgm:t>
        <a:bodyPr/>
        <a:lstStyle/>
        <a:p>
          <a:r>
            <a:rPr lang="en-US"/>
            <a:t>Attitudes toward/barriers to seeking help </a:t>
          </a:r>
        </a:p>
      </dgm:t>
    </dgm:pt>
    <dgm:pt modelId="{AE555345-F0E8-470B-BB92-BB48066BCC74}" type="parTrans" cxnId="{FF968541-94FD-4C00-BD40-C5382D9A3F12}">
      <dgm:prSet/>
      <dgm:spPr/>
      <dgm:t>
        <a:bodyPr/>
        <a:lstStyle/>
        <a:p>
          <a:endParaRPr lang="en-US"/>
        </a:p>
      </dgm:t>
    </dgm:pt>
    <dgm:pt modelId="{63832C6A-2BB4-41B2-BD9E-622CCF56CFC1}" type="sibTrans" cxnId="{FF968541-94FD-4C00-BD40-C5382D9A3F12}">
      <dgm:prSet/>
      <dgm:spPr/>
      <dgm:t>
        <a:bodyPr/>
        <a:lstStyle/>
        <a:p>
          <a:endParaRPr lang="en-US"/>
        </a:p>
      </dgm:t>
    </dgm:pt>
    <dgm:pt modelId="{F00E5DCB-4ACD-4C1B-A5C2-97A64216FE3A}">
      <dgm:prSet/>
      <dgm:spPr/>
      <dgm:t>
        <a:bodyPr/>
        <a:lstStyle/>
        <a:p>
          <a:r>
            <a:rPr lang="en-US"/>
            <a:t>Understand cultural influences</a:t>
          </a:r>
        </a:p>
      </dgm:t>
    </dgm:pt>
    <dgm:pt modelId="{35C90A23-7ADC-4346-B5F6-D6E60F50E919}" type="parTrans" cxnId="{9FBBF1E3-1405-4CAE-92FC-53FF641B94B4}">
      <dgm:prSet/>
      <dgm:spPr/>
      <dgm:t>
        <a:bodyPr/>
        <a:lstStyle/>
        <a:p>
          <a:endParaRPr lang="en-US"/>
        </a:p>
      </dgm:t>
    </dgm:pt>
    <dgm:pt modelId="{3A541392-0B7F-481F-9CFA-4648E2E749E8}" type="sibTrans" cxnId="{9FBBF1E3-1405-4CAE-92FC-53FF641B94B4}">
      <dgm:prSet/>
      <dgm:spPr/>
      <dgm:t>
        <a:bodyPr/>
        <a:lstStyle/>
        <a:p>
          <a:endParaRPr lang="en-US"/>
        </a:p>
      </dgm:t>
    </dgm:pt>
    <dgm:pt modelId="{BF4E640B-0E4C-4911-ACBF-AE7C0CDCD29B}">
      <dgm:prSet/>
      <dgm:spPr/>
      <dgm:t>
        <a:bodyPr/>
        <a:lstStyle/>
        <a:p>
          <a:r>
            <a:rPr lang="en-US"/>
            <a:t>Micro-Culture- Family </a:t>
          </a:r>
        </a:p>
      </dgm:t>
    </dgm:pt>
    <dgm:pt modelId="{B290264B-AEF1-4CC7-BABC-37F7C0CEDE23}" type="parTrans" cxnId="{4FE18A6D-1981-4D8A-A198-40BC337CDB86}">
      <dgm:prSet/>
      <dgm:spPr/>
      <dgm:t>
        <a:bodyPr/>
        <a:lstStyle/>
        <a:p>
          <a:endParaRPr lang="en-US"/>
        </a:p>
      </dgm:t>
    </dgm:pt>
    <dgm:pt modelId="{3694C86C-C983-41A9-99B2-05D5369E7E08}" type="sibTrans" cxnId="{4FE18A6D-1981-4D8A-A198-40BC337CDB86}">
      <dgm:prSet/>
      <dgm:spPr/>
      <dgm:t>
        <a:bodyPr/>
        <a:lstStyle/>
        <a:p>
          <a:endParaRPr lang="en-US"/>
        </a:p>
      </dgm:t>
    </dgm:pt>
    <dgm:pt modelId="{4284ACFA-88DC-45D9-A890-E1F9ABB7F732}">
      <dgm:prSet/>
      <dgm:spPr/>
      <dgm:t>
        <a:bodyPr/>
        <a:lstStyle/>
        <a:p>
          <a:r>
            <a:rPr lang="en-US"/>
            <a:t>Roles, hierarchies, practices, values</a:t>
          </a:r>
        </a:p>
      </dgm:t>
    </dgm:pt>
    <dgm:pt modelId="{45CE7FB2-F554-4FA9-9814-DCD4ED62FEE6}" type="parTrans" cxnId="{0CED6E5B-A09B-464E-A8D8-593DCCAEFFC7}">
      <dgm:prSet/>
      <dgm:spPr/>
      <dgm:t>
        <a:bodyPr/>
        <a:lstStyle/>
        <a:p>
          <a:endParaRPr lang="en-US"/>
        </a:p>
      </dgm:t>
    </dgm:pt>
    <dgm:pt modelId="{A4742766-2886-4FEF-813B-5894FD167617}" type="sibTrans" cxnId="{0CED6E5B-A09B-464E-A8D8-593DCCAEFFC7}">
      <dgm:prSet/>
      <dgm:spPr/>
      <dgm:t>
        <a:bodyPr/>
        <a:lstStyle/>
        <a:p>
          <a:endParaRPr lang="en-US"/>
        </a:p>
      </dgm:t>
    </dgm:pt>
    <dgm:pt modelId="{99022A42-C721-4722-A623-3AE2AF7C0DB4}">
      <dgm:prSet/>
      <dgm:spPr/>
      <dgm:t>
        <a:bodyPr/>
        <a:lstStyle/>
        <a:p>
          <a:r>
            <a:rPr lang="en-US"/>
            <a:t>Macro-culture/Macro-environment</a:t>
          </a:r>
        </a:p>
      </dgm:t>
    </dgm:pt>
    <dgm:pt modelId="{413091FC-37DF-4B77-B98D-E584813CDD41}" type="parTrans" cxnId="{C38863EE-6ABF-4DBA-8FD9-791F19C86B7F}">
      <dgm:prSet/>
      <dgm:spPr/>
      <dgm:t>
        <a:bodyPr/>
        <a:lstStyle/>
        <a:p>
          <a:endParaRPr lang="en-US"/>
        </a:p>
      </dgm:t>
    </dgm:pt>
    <dgm:pt modelId="{4A6D2FAE-2406-4742-8750-6F1854ACEEC1}" type="sibTrans" cxnId="{C38863EE-6ABF-4DBA-8FD9-791F19C86B7F}">
      <dgm:prSet/>
      <dgm:spPr/>
      <dgm:t>
        <a:bodyPr/>
        <a:lstStyle/>
        <a:p>
          <a:endParaRPr lang="en-US"/>
        </a:p>
      </dgm:t>
    </dgm:pt>
    <dgm:pt modelId="{1126A6A9-1D51-4491-807D-F932FACB9800}">
      <dgm:prSet/>
      <dgm:spPr/>
      <dgm:t>
        <a:bodyPr/>
        <a:lstStyle/>
        <a:p>
          <a:r>
            <a:rPr lang="en-US"/>
            <a:t>Media, socio-political, public behavior</a:t>
          </a:r>
        </a:p>
      </dgm:t>
    </dgm:pt>
    <dgm:pt modelId="{B15F0C44-E6A8-4E27-A571-660782610AF0}" type="parTrans" cxnId="{FE95310E-E8AB-4C10-8C9C-F0F0A2E2D272}">
      <dgm:prSet/>
      <dgm:spPr/>
      <dgm:t>
        <a:bodyPr/>
        <a:lstStyle/>
        <a:p>
          <a:endParaRPr lang="en-US"/>
        </a:p>
      </dgm:t>
    </dgm:pt>
    <dgm:pt modelId="{5D4FB38C-ABFB-4843-8970-E00AADDC03BB}" type="sibTrans" cxnId="{FE95310E-E8AB-4C10-8C9C-F0F0A2E2D272}">
      <dgm:prSet/>
      <dgm:spPr/>
      <dgm:t>
        <a:bodyPr/>
        <a:lstStyle/>
        <a:p>
          <a:endParaRPr lang="en-US"/>
        </a:p>
      </dgm:t>
    </dgm:pt>
    <dgm:pt modelId="{957A342B-D664-4997-9B62-8DF4A9057E5C}" type="pres">
      <dgm:prSet presAssocID="{7650CB6B-D6F0-487E-9EC6-AFA7CA012E74}" presName="Name0" presStyleCnt="0">
        <dgm:presLayoutVars>
          <dgm:dir/>
          <dgm:animLvl val="lvl"/>
          <dgm:resizeHandles val="exact"/>
        </dgm:presLayoutVars>
      </dgm:prSet>
      <dgm:spPr/>
    </dgm:pt>
    <dgm:pt modelId="{38FBFDC0-B707-4EAA-9764-19490EE611A6}" type="pres">
      <dgm:prSet presAssocID="{83C511A1-7DFB-4347-8536-AD87ADA8C290}" presName="composite" presStyleCnt="0"/>
      <dgm:spPr/>
    </dgm:pt>
    <dgm:pt modelId="{0E44661C-3237-4F11-9B16-1AD4182A7EDD}" type="pres">
      <dgm:prSet presAssocID="{83C511A1-7DFB-4347-8536-AD87ADA8C29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26FB1FD-1767-4837-A994-A31F10D9A5FB}" type="pres">
      <dgm:prSet presAssocID="{83C511A1-7DFB-4347-8536-AD87ADA8C290}" presName="desTx" presStyleLbl="alignAccFollowNode1" presStyleIdx="0" presStyleCnt="2">
        <dgm:presLayoutVars>
          <dgm:bulletEnabled val="1"/>
        </dgm:presLayoutVars>
      </dgm:prSet>
      <dgm:spPr/>
    </dgm:pt>
    <dgm:pt modelId="{3AA500DA-240B-43C7-9C6C-CA55865206BF}" type="pres">
      <dgm:prSet presAssocID="{BFF88AF9-0B80-41F3-B3B0-893122840A43}" presName="space" presStyleCnt="0"/>
      <dgm:spPr/>
    </dgm:pt>
    <dgm:pt modelId="{C64201BE-BED3-4EDD-9DE1-AE3725B3D24A}" type="pres">
      <dgm:prSet presAssocID="{F00E5DCB-4ACD-4C1B-A5C2-97A64216FE3A}" presName="composite" presStyleCnt="0"/>
      <dgm:spPr/>
    </dgm:pt>
    <dgm:pt modelId="{B04BABDF-A3B2-4987-AAB5-89976B806941}" type="pres">
      <dgm:prSet presAssocID="{F00E5DCB-4ACD-4C1B-A5C2-97A64216FE3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CE6B7CC-9017-4134-85A7-D9EBA55DE342}" type="pres">
      <dgm:prSet presAssocID="{F00E5DCB-4ACD-4C1B-A5C2-97A64216FE3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E95310E-E8AB-4C10-8C9C-F0F0A2E2D272}" srcId="{99022A42-C721-4722-A623-3AE2AF7C0DB4}" destId="{1126A6A9-1D51-4491-807D-F932FACB9800}" srcOrd="0" destOrd="0" parTransId="{B15F0C44-E6A8-4E27-A571-660782610AF0}" sibTransId="{5D4FB38C-ABFB-4843-8970-E00AADDC03BB}"/>
    <dgm:cxn modelId="{8C491A17-7567-4429-ADC5-A311A0B22C44}" type="presOf" srcId="{BF4E640B-0E4C-4911-ACBF-AE7C0CDCD29B}" destId="{8CE6B7CC-9017-4134-85A7-D9EBA55DE342}" srcOrd="0" destOrd="0" presId="urn:microsoft.com/office/officeart/2005/8/layout/hList1"/>
    <dgm:cxn modelId="{C225B520-164E-4857-8BCF-FE43FACF0B5E}" type="presOf" srcId="{F00E5DCB-4ACD-4C1B-A5C2-97A64216FE3A}" destId="{B04BABDF-A3B2-4987-AAB5-89976B806941}" srcOrd="0" destOrd="0" presId="urn:microsoft.com/office/officeart/2005/8/layout/hList1"/>
    <dgm:cxn modelId="{A0129E2C-1E68-49A5-97B7-338BE8A63773}" srcId="{83C511A1-7DFB-4347-8536-AD87ADA8C290}" destId="{81196EE3-32B4-484B-9392-9FEA6BF1CDF6}" srcOrd="0" destOrd="0" parTransId="{42177CA0-6C37-4777-995B-D96D8B133054}" sibTransId="{CAFB4F5B-9E7A-483C-8043-518E1448DAAE}"/>
    <dgm:cxn modelId="{AB0B883A-CD37-47B5-B906-BE98AE58FA21}" type="presOf" srcId="{1126A6A9-1D51-4491-807D-F932FACB9800}" destId="{8CE6B7CC-9017-4134-85A7-D9EBA55DE342}" srcOrd="0" destOrd="3" presId="urn:microsoft.com/office/officeart/2005/8/layout/hList1"/>
    <dgm:cxn modelId="{0CED6E5B-A09B-464E-A8D8-593DCCAEFFC7}" srcId="{BF4E640B-0E4C-4911-ACBF-AE7C0CDCD29B}" destId="{4284ACFA-88DC-45D9-A890-E1F9ABB7F732}" srcOrd="0" destOrd="0" parTransId="{45CE7FB2-F554-4FA9-9814-DCD4ED62FEE6}" sibTransId="{A4742766-2886-4FEF-813B-5894FD167617}"/>
    <dgm:cxn modelId="{FF968541-94FD-4C00-BD40-C5382D9A3F12}" srcId="{83C511A1-7DFB-4347-8536-AD87ADA8C290}" destId="{1441ECC6-5985-48F6-B73C-A58BF8F92E0A}" srcOrd="1" destOrd="0" parTransId="{AE555345-F0E8-470B-BB92-BB48066BCC74}" sibTransId="{63832C6A-2BB4-41B2-BD9E-622CCF56CFC1}"/>
    <dgm:cxn modelId="{1F6C7666-E01C-45BD-A1D4-54FE56CF170C}" type="presOf" srcId="{83C511A1-7DFB-4347-8536-AD87ADA8C290}" destId="{0E44661C-3237-4F11-9B16-1AD4182A7EDD}" srcOrd="0" destOrd="0" presId="urn:microsoft.com/office/officeart/2005/8/layout/hList1"/>
    <dgm:cxn modelId="{D73EF868-3CB9-441E-A40A-600A08C1160C}" type="presOf" srcId="{81196EE3-32B4-484B-9392-9FEA6BF1CDF6}" destId="{826FB1FD-1767-4837-A994-A31F10D9A5FB}" srcOrd="0" destOrd="0" presId="urn:microsoft.com/office/officeart/2005/8/layout/hList1"/>
    <dgm:cxn modelId="{0E312049-CE7C-415B-8797-ACCF1FC6CEB9}" type="presOf" srcId="{1441ECC6-5985-48F6-B73C-A58BF8F92E0A}" destId="{826FB1FD-1767-4837-A994-A31F10D9A5FB}" srcOrd="0" destOrd="1" presId="urn:microsoft.com/office/officeart/2005/8/layout/hList1"/>
    <dgm:cxn modelId="{4FE18A6D-1981-4D8A-A198-40BC337CDB86}" srcId="{F00E5DCB-4ACD-4C1B-A5C2-97A64216FE3A}" destId="{BF4E640B-0E4C-4911-ACBF-AE7C0CDCD29B}" srcOrd="0" destOrd="0" parTransId="{B290264B-AEF1-4CC7-BABC-37F7C0CEDE23}" sibTransId="{3694C86C-C983-41A9-99B2-05D5369E7E08}"/>
    <dgm:cxn modelId="{0A44BB6E-A510-4788-A3CD-13AE0D2344EF}" type="presOf" srcId="{4284ACFA-88DC-45D9-A890-E1F9ABB7F732}" destId="{8CE6B7CC-9017-4134-85A7-D9EBA55DE342}" srcOrd="0" destOrd="1" presId="urn:microsoft.com/office/officeart/2005/8/layout/hList1"/>
    <dgm:cxn modelId="{03B32F75-59D8-44B8-94B1-C9AAA8A04BE8}" type="presOf" srcId="{99022A42-C721-4722-A623-3AE2AF7C0DB4}" destId="{8CE6B7CC-9017-4134-85A7-D9EBA55DE342}" srcOrd="0" destOrd="2" presId="urn:microsoft.com/office/officeart/2005/8/layout/hList1"/>
    <dgm:cxn modelId="{65BC6F77-DF36-45FF-8C1A-3F4689704824}" type="presOf" srcId="{7650CB6B-D6F0-487E-9EC6-AFA7CA012E74}" destId="{957A342B-D664-4997-9B62-8DF4A9057E5C}" srcOrd="0" destOrd="0" presId="urn:microsoft.com/office/officeart/2005/8/layout/hList1"/>
    <dgm:cxn modelId="{9FBBF1E3-1405-4CAE-92FC-53FF641B94B4}" srcId="{7650CB6B-D6F0-487E-9EC6-AFA7CA012E74}" destId="{F00E5DCB-4ACD-4C1B-A5C2-97A64216FE3A}" srcOrd="1" destOrd="0" parTransId="{35C90A23-7ADC-4346-B5F6-D6E60F50E919}" sibTransId="{3A541392-0B7F-481F-9CFA-4648E2E749E8}"/>
    <dgm:cxn modelId="{D50C98E9-7F83-47C5-B821-18C908069EC1}" srcId="{7650CB6B-D6F0-487E-9EC6-AFA7CA012E74}" destId="{83C511A1-7DFB-4347-8536-AD87ADA8C290}" srcOrd="0" destOrd="0" parTransId="{B75BB487-49A8-4A0C-B624-BAE6E180CF30}" sibTransId="{BFF88AF9-0B80-41F3-B3B0-893122840A43}"/>
    <dgm:cxn modelId="{C38863EE-6ABF-4DBA-8FD9-791F19C86B7F}" srcId="{F00E5DCB-4ACD-4C1B-A5C2-97A64216FE3A}" destId="{99022A42-C721-4722-A623-3AE2AF7C0DB4}" srcOrd="1" destOrd="0" parTransId="{413091FC-37DF-4B77-B98D-E584813CDD41}" sibTransId="{4A6D2FAE-2406-4742-8750-6F1854ACEEC1}"/>
    <dgm:cxn modelId="{EF101006-7A79-44BC-B9C5-6FFA010C333F}" type="presParOf" srcId="{957A342B-D664-4997-9B62-8DF4A9057E5C}" destId="{38FBFDC0-B707-4EAA-9764-19490EE611A6}" srcOrd="0" destOrd="0" presId="urn:microsoft.com/office/officeart/2005/8/layout/hList1"/>
    <dgm:cxn modelId="{291C3868-47D7-4523-94AB-8CC2351142C8}" type="presParOf" srcId="{38FBFDC0-B707-4EAA-9764-19490EE611A6}" destId="{0E44661C-3237-4F11-9B16-1AD4182A7EDD}" srcOrd="0" destOrd="0" presId="urn:microsoft.com/office/officeart/2005/8/layout/hList1"/>
    <dgm:cxn modelId="{362EED20-9469-4FF6-8866-139B0C04AE31}" type="presParOf" srcId="{38FBFDC0-B707-4EAA-9764-19490EE611A6}" destId="{826FB1FD-1767-4837-A994-A31F10D9A5FB}" srcOrd="1" destOrd="0" presId="urn:microsoft.com/office/officeart/2005/8/layout/hList1"/>
    <dgm:cxn modelId="{A3219D14-8CF1-46A2-8738-9443959FE810}" type="presParOf" srcId="{957A342B-D664-4997-9B62-8DF4A9057E5C}" destId="{3AA500DA-240B-43C7-9C6C-CA55865206BF}" srcOrd="1" destOrd="0" presId="urn:microsoft.com/office/officeart/2005/8/layout/hList1"/>
    <dgm:cxn modelId="{CE88A73D-A458-46CB-8538-1DACD251A3BA}" type="presParOf" srcId="{957A342B-D664-4997-9B62-8DF4A9057E5C}" destId="{C64201BE-BED3-4EDD-9DE1-AE3725B3D24A}" srcOrd="2" destOrd="0" presId="urn:microsoft.com/office/officeart/2005/8/layout/hList1"/>
    <dgm:cxn modelId="{381CDD4C-FD34-4B82-B64A-7968819D3FC1}" type="presParOf" srcId="{C64201BE-BED3-4EDD-9DE1-AE3725B3D24A}" destId="{B04BABDF-A3B2-4987-AAB5-89976B806941}" srcOrd="0" destOrd="0" presId="urn:microsoft.com/office/officeart/2005/8/layout/hList1"/>
    <dgm:cxn modelId="{8CDA8932-D976-43E8-B78B-816D798455BE}" type="presParOf" srcId="{C64201BE-BED3-4EDD-9DE1-AE3725B3D24A}" destId="{8CE6B7CC-9017-4134-85A7-D9EBA55DE34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3A599B-6ACD-400B-9943-D18CC2A5ACEE}">
      <dsp:nvSpPr>
        <dsp:cNvPr id="0" name=""/>
        <dsp:cNvSpPr/>
      </dsp:nvSpPr>
      <dsp:spPr>
        <a:xfrm>
          <a:off x="3142" y="200509"/>
          <a:ext cx="3063870" cy="877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Delusional Disorder</a:t>
          </a:r>
        </a:p>
      </dsp:txBody>
      <dsp:txXfrm>
        <a:off x="3142" y="200509"/>
        <a:ext cx="3063870" cy="877983"/>
      </dsp:txXfrm>
    </dsp:sp>
    <dsp:sp modelId="{7E5309C6-2D4A-4DF5-BDB0-F068B76E19F0}">
      <dsp:nvSpPr>
        <dsp:cNvPr id="0" name=""/>
        <dsp:cNvSpPr/>
      </dsp:nvSpPr>
      <dsp:spPr>
        <a:xfrm>
          <a:off x="3142" y="1078493"/>
          <a:ext cx="3063870" cy="27707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One or more delusions for a month or longer but Criteria A for schizophrenia has not been met</a:t>
          </a:r>
        </a:p>
      </dsp:txBody>
      <dsp:txXfrm>
        <a:off x="3142" y="1078493"/>
        <a:ext cx="3063870" cy="2770734"/>
      </dsp:txXfrm>
    </dsp:sp>
    <dsp:sp modelId="{54C7C4E8-D7E7-4A97-BCF6-BC4E97A38BF0}">
      <dsp:nvSpPr>
        <dsp:cNvPr id="0" name=""/>
        <dsp:cNvSpPr/>
      </dsp:nvSpPr>
      <dsp:spPr>
        <a:xfrm>
          <a:off x="3495955" y="200509"/>
          <a:ext cx="3063870" cy="877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Brief Psychotic Disorder </a:t>
          </a:r>
        </a:p>
      </dsp:txBody>
      <dsp:txXfrm>
        <a:off x="3495955" y="200509"/>
        <a:ext cx="3063870" cy="877983"/>
      </dsp:txXfrm>
    </dsp:sp>
    <dsp:sp modelId="{C1F2EFA3-6712-4A07-828F-AB1F212AC8EB}">
      <dsp:nvSpPr>
        <dsp:cNvPr id="0" name=""/>
        <dsp:cNvSpPr/>
      </dsp:nvSpPr>
      <dsp:spPr>
        <a:xfrm>
          <a:off x="3495955" y="1078493"/>
          <a:ext cx="3063870" cy="27707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Experience one of the primary symptoms of schizophrenia for at least a day but less than a month 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Onset is sudden</a:t>
          </a:r>
        </a:p>
      </dsp:txBody>
      <dsp:txXfrm>
        <a:off x="3495955" y="1078493"/>
        <a:ext cx="3063870" cy="2770734"/>
      </dsp:txXfrm>
    </dsp:sp>
    <dsp:sp modelId="{0356FF9B-6B30-4824-AB95-B758D08503E4}">
      <dsp:nvSpPr>
        <dsp:cNvPr id="0" name=""/>
        <dsp:cNvSpPr/>
      </dsp:nvSpPr>
      <dsp:spPr>
        <a:xfrm>
          <a:off x="6988767" y="200509"/>
          <a:ext cx="3063870" cy="877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Schizophreniform Disorder</a:t>
          </a:r>
        </a:p>
      </dsp:txBody>
      <dsp:txXfrm>
        <a:off x="6988767" y="200509"/>
        <a:ext cx="3063870" cy="877983"/>
      </dsp:txXfrm>
    </dsp:sp>
    <dsp:sp modelId="{4026ED39-483E-4763-95C9-23A2F8D99D27}">
      <dsp:nvSpPr>
        <dsp:cNvPr id="0" name=""/>
        <dsp:cNvSpPr/>
      </dsp:nvSpPr>
      <dsp:spPr>
        <a:xfrm>
          <a:off x="6988767" y="1078493"/>
          <a:ext cx="3063870" cy="27707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Same expression of Schizophrenia but does not meet duration</a:t>
          </a:r>
        </a:p>
      </dsp:txBody>
      <dsp:txXfrm>
        <a:off x="6988767" y="1078493"/>
        <a:ext cx="3063870" cy="2770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B17D6-F9A4-4DC2-B31A-E84C3D6174C2}">
      <dsp:nvSpPr>
        <dsp:cNvPr id="0" name=""/>
        <dsp:cNvSpPr/>
      </dsp:nvSpPr>
      <dsp:spPr>
        <a:xfrm>
          <a:off x="0" y="660750"/>
          <a:ext cx="10055781" cy="1212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BA9C0-0A60-4B77-A858-F3A757E1C386}">
      <dsp:nvSpPr>
        <dsp:cNvPr id="0" name=""/>
        <dsp:cNvSpPr/>
      </dsp:nvSpPr>
      <dsp:spPr>
        <a:xfrm>
          <a:off x="366796" y="933574"/>
          <a:ext cx="666902" cy="6669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DBFB2-32B5-430D-971D-0B3271B66926}">
      <dsp:nvSpPr>
        <dsp:cNvPr id="0" name=""/>
        <dsp:cNvSpPr/>
      </dsp:nvSpPr>
      <dsp:spPr>
        <a:xfrm>
          <a:off x="1400494" y="660750"/>
          <a:ext cx="4525101" cy="121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28" tIns="128328" rIns="128328" bIns="12832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Concern about having or acquiring a condition</a:t>
          </a:r>
        </a:p>
      </dsp:txBody>
      <dsp:txXfrm>
        <a:off x="1400494" y="660750"/>
        <a:ext cx="4525101" cy="1212549"/>
      </dsp:txXfrm>
    </dsp:sp>
    <dsp:sp modelId="{CFFC2255-6526-4EA7-83FB-1FCA35199254}">
      <dsp:nvSpPr>
        <dsp:cNvPr id="0" name=""/>
        <dsp:cNvSpPr/>
      </dsp:nvSpPr>
      <dsp:spPr>
        <a:xfrm>
          <a:off x="5925595" y="660750"/>
          <a:ext cx="4128816" cy="121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28" tIns="128328" rIns="128328" bIns="12832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Typically no experience of symptoms, mild if present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If a medical condition is present, the distress is beyond typical experience. </a:t>
          </a:r>
        </a:p>
      </dsp:txBody>
      <dsp:txXfrm>
        <a:off x="5925595" y="660750"/>
        <a:ext cx="4128816" cy="1212549"/>
      </dsp:txXfrm>
    </dsp:sp>
    <dsp:sp modelId="{3BC568B6-07C6-41CF-8D21-FA2DA3546B31}">
      <dsp:nvSpPr>
        <dsp:cNvPr id="0" name=""/>
        <dsp:cNvSpPr/>
      </dsp:nvSpPr>
      <dsp:spPr>
        <a:xfrm>
          <a:off x="0" y="2176437"/>
          <a:ext cx="10055781" cy="1212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38A392-83A4-4AFD-A34E-7E1A538479EB}">
      <dsp:nvSpPr>
        <dsp:cNvPr id="0" name=""/>
        <dsp:cNvSpPr/>
      </dsp:nvSpPr>
      <dsp:spPr>
        <a:xfrm>
          <a:off x="366796" y="2449260"/>
          <a:ext cx="666902" cy="6669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667F4-8F94-4E01-AF0C-BCF3FA5FC6A9}">
      <dsp:nvSpPr>
        <dsp:cNvPr id="0" name=""/>
        <dsp:cNvSpPr/>
      </dsp:nvSpPr>
      <dsp:spPr>
        <a:xfrm>
          <a:off x="1400494" y="2176437"/>
          <a:ext cx="8653917" cy="121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28" tIns="128328" rIns="128328" bIns="12832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is this differentiated from SSD?</a:t>
          </a:r>
        </a:p>
      </dsp:txBody>
      <dsp:txXfrm>
        <a:off x="1400494" y="2176437"/>
        <a:ext cx="8653917" cy="12125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5097F-F833-4ED6-A780-E138FFF512A9}">
      <dsp:nvSpPr>
        <dsp:cNvPr id="0" name=""/>
        <dsp:cNvSpPr/>
      </dsp:nvSpPr>
      <dsp:spPr>
        <a:xfrm>
          <a:off x="0" y="25638"/>
          <a:ext cx="1051286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is Culture?</a:t>
          </a:r>
        </a:p>
      </dsp:txBody>
      <dsp:txXfrm>
        <a:off x="28557" y="54195"/>
        <a:ext cx="10455747" cy="527886"/>
      </dsp:txXfrm>
    </dsp:sp>
    <dsp:sp modelId="{81BA07BB-8527-4393-8EFE-D085F0DB071E}">
      <dsp:nvSpPr>
        <dsp:cNvPr id="0" name=""/>
        <dsp:cNvSpPr/>
      </dsp:nvSpPr>
      <dsp:spPr>
        <a:xfrm>
          <a:off x="0" y="610638"/>
          <a:ext cx="10512861" cy="41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78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Behavioral norms, meanings, values and more</a:t>
          </a:r>
        </a:p>
      </dsp:txBody>
      <dsp:txXfrm>
        <a:off x="0" y="610638"/>
        <a:ext cx="10512861" cy="414000"/>
      </dsp:txXfrm>
    </dsp:sp>
    <dsp:sp modelId="{49F7F603-B130-4F7B-AD79-3B7A05868A08}">
      <dsp:nvSpPr>
        <dsp:cNvPr id="0" name=""/>
        <dsp:cNvSpPr/>
      </dsp:nvSpPr>
      <dsp:spPr>
        <a:xfrm>
          <a:off x="0" y="1024638"/>
          <a:ext cx="1051286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DSM</a:t>
          </a:r>
        </a:p>
      </dsp:txBody>
      <dsp:txXfrm>
        <a:off x="28557" y="1053195"/>
        <a:ext cx="10455747" cy="527886"/>
      </dsp:txXfrm>
    </dsp:sp>
    <dsp:sp modelId="{88726E50-CCCD-4AF6-96E0-38A7010D2B2B}">
      <dsp:nvSpPr>
        <dsp:cNvPr id="0" name=""/>
        <dsp:cNvSpPr/>
      </dsp:nvSpPr>
      <dsp:spPr>
        <a:xfrm>
          <a:off x="0" y="1681638"/>
          <a:ext cx="1051286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Knowledge, rules and practices</a:t>
          </a:r>
        </a:p>
      </dsp:txBody>
      <dsp:txXfrm>
        <a:off x="28557" y="1710195"/>
        <a:ext cx="10455747" cy="527886"/>
      </dsp:txXfrm>
    </dsp:sp>
    <dsp:sp modelId="{A9431021-B5C2-400C-97D6-9399378E3591}">
      <dsp:nvSpPr>
        <dsp:cNvPr id="0" name=""/>
        <dsp:cNvSpPr/>
      </dsp:nvSpPr>
      <dsp:spPr>
        <a:xfrm>
          <a:off x="0" y="2338638"/>
          <a:ext cx="1051286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Includes language religion, spirituality and family structures</a:t>
          </a:r>
        </a:p>
      </dsp:txBody>
      <dsp:txXfrm>
        <a:off x="28557" y="2367195"/>
        <a:ext cx="10455747" cy="527886"/>
      </dsp:txXfrm>
    </dsp:sp>
    <dsp:sp modelId="{A8BA5FDE-326F-45CF-AC53-5DD38BEBD0D4}">
      <dsp:nvSpPr>
        <dsp:cNvPr id="0" name=""/>
        <dsp:cNvSpPr/>
      </dsp:nvSpPr>
      <dsp:spPr>
        <a:xfrm>
          <a:off x="0" y="2995638"/>
          <a:ext cx="1051286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Cultural Psychiatry</a:t>
          </a:r>
        </a:p>
      </dsp:txBody>
      <dsp:txXfrm>
        <a:off x="28557" y="3024195"/>
        <a:ext cx="10455747" cy="527886"/>
      </dsp:txXfrm>
    </dsp:sp>
    <dsp:sp modelId="{89D109AC-B6F7-4AED-8B16-16093E6840E3}">
      <dsp:nvSpPr>
        <dsp:cNvPr id="0" name=""/>
        <dsp:cNvSpPr/>
      </dsp:nvSpPr>
      <dsp:spPr>
        <a:xfrm>
          <a:off x="0" y="3580638"/>
          <a:ext cx="10512861" cy="659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78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Using the lens of culture to define psychopathology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Be cautions to include all cultures- Majority and Minority</a:t>
          </a:r>
        </a:p>
      </dsp:txBody>
      <dsp:txXfrm>
        <a:off x="0" y="3580638"/>
        <a:ext cx="10512861" cy="659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4661C-3237-4F11-9B16-1AD4182A7EDD}">
      <dsp:nvSpPr>
        <dsp:cNvPr id="0" name=""/>
        <dsp:cNvSpPr/>
      </dsp:nvSpPr>
      <dsp:spPr>
        <a:xfrm>
          <a:off x="44" y="96974"/>
          <a:ext cx="4271742" cy="10262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Identify pathogenic triggers</a:t>
          </a:r>
        </a:p>
      </dsp:txBody>
      <dsp:txXfrm>
        <a:off x="44" y="96974"/>
        <a:ext cx="4271742" cy="1026277"/>
      </dsp:txXfrm>
    </dsp:sp>
    <dsp:sp modelId="{826FB1FD-1767-4837-A994-A31F10D9A5FB}">
      <dsp:nvSpPr>
        <dsp:cNvPr id="0" name=""/>
        <dsp:cNvSpPr/>
      </dsp:nvSpPr>
      <dsp:spPr>
        <a:xfrm>
          <a:off x="44" y="1123251"/>
          <a:ext cx="4271742" cy="37314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War, poverty, values, practices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Attitudes toward/barriers to seeking help </a:t>
          </a:r>
        </a:p>
      </dsp:txBody>
      <dsp:txXfrm>
        <a:off x="44" y="1123251"/>
        <a:ext cx="4271742" cy="3731484"/>
      </dsp:txXfrm>
    </dsp:sp>
    <dsp:sp modelId="{B04BABDF-A3B2-4987-AAB5-89976B806941}">
      <dsp:nvSpPr>
        <dsp:cNvPr id="0" name=""/>
        <dsp:cNvSpPr/>
      </dsp:nvSpPr>
      <dsp:spPr>
        <a:xfrm>
          <a:off x="4869831" y="96974"/>
          <a:ext cx="4271742" cy="10262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Understand cultural influences</a:t>
          </a:r>
        </a:p>
      </dsp:txBody>
      <dsp:txXfrm>
        <a:off x="4869831" y="96974"/>
        <a:ext cx="4271742" cy="1026277"/>
      </dsp:txXfrm>
    </dsp:sp>
    <dsp:sp modelId="{8CE6B7CC-9017-4134-85A7-D9EBA55DE342}">
      <dsp:nvSpPr>
        <dsp:cNvPr id="0" name=""/>
        <dsp:cNvSpPr/>
      </dsp:nvSpPr>
      <dsp:spPr>
        <a:xfrm>
          <a:off x="4869831" y="1123251"/>
          <a:ext cx="4271742" cy="37314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Micro-Culture- Family </a:t>
          </a: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Roles, hierarchies, practices, values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Macro-culture/Macro-environment</a:t>
          </a: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Media, socio-political, public behavior</a:t>
          </a:r>
        </a:p>
      </dsp:txBody>
      <dsp:txXfrm>
        <a:off x="4869831" y="1123251"/>
        <a:ext cx="4271742" cy="3731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C482589-CB2F-4003-801D-095B67490E73}" type="datetimeFigureOut">
              <a:rPr lang="en-US"/>
              <a:t>3/10/2026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4A4844B-5D5D-4D8E-9E71-6B297DF4019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8986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A7D4DBF-746C-4C25-853D-8A1CBE8404F4}" type="datetimeFigureOut">
              <a:rPr lang="en-US"/>
              <a:t>3/10/2026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DE0FDE7-FE71-46E3-9512-437B13AD5F4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697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E0FDE7-FE71-46E3-9512-437B13AD5F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27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0FDE7-FE71-46E3-9512-437B13AD5F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35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0FDE7-FE71-46E3-9512-437B13AD5F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53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0FDE7-FE71-46E3-9512-437B13AD5F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87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0FDE7-FE71-46E3-9512-437B13AD5F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6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0FDE7-FE71-46E3-9512-437B13AD5F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3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0FDE7-FE71-46E3-9512-437B13AD5F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7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86BF3-AA66-43B8-8B3D-2DC54CE402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61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86BF3-AA66-43B8-8B3D-2DC54CE402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42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86BF3-AA66-43B8-8B3D-2DC54CE402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05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286BF3-AA66-43B8-8B3D-2DC54CE402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57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266150-FA26-45B5-BF0B-186B42A09DC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72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266150-FA26-45B5-BF0B-186B42A09D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66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266150-FA26-45B5-BF0B-186B42A09DC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12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266150-FA26-45B5-BF0B-186B42A09D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00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266150-FA26-45B5-BF0B-186B42A09DC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72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266150-FA26-45B5-BF0B-186B42A09DC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26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266150-FA26-45B5-BF0B-186B42A09DC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6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3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1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8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0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1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2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6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6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9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308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62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2623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05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8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2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DC1F7-A9E9-4D8B-8C97-C74523B2CF2A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9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fstede-insights.com/product/compare-countries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thnomed.org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Psychopathology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813" y="4876800"/>
            <a:ext cx="8077199" cy="990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solidFill>
                  <a:srgbClr val="96B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 6- Cultural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6008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C14F-14C3-4980-91FA-8F02BDD6D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Interview Practice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7197F-74C9-44E8-9AB1-6696873C6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Groups of 3</a:t>
            </a:r>
          </a:p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Therapist, One Client, Others are observers</a:t>
            </a:r>
          </a:p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Truly role play therapist conducting clinical interview</a:t>
            </a:r>
          </a:p>
          <a:p>
            <a:pPr lvl="1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About 7-10 minutes</a:t>
            </a:r>
          </a:p>
          <a:p>
            <a:pPr lvl="1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Explore Multiple Domains- history, present experience, thoughts, feelings, physical.  Ask about suicidal ideation. Ask about culture if appropriate.</a:t>
            </a:r>
          </a:p>
          <a:p>
            <a:pPr lvl="1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 not jump to a diagnosis, practice exploring to confirm. </a:t>
            </a:r>
          </a:p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Observers can provide feedback after the “session”</a:t>
            </a:r>
          </a:p>
          <a:p>
            <a:pPr lvl="1"/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173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DB54-D3C2-4C08-8F14-8B5FE8A0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Interview Practice Continued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CFB9-ED18-456D-A320-81A06C3BD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94" y="1845734"/>
            <a:ext cx="10055781" cy="446616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70000"/>
              </a:lnSpc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open and closed questions to explore symptoms</a:t>
            </a:r>
          </a:p>
          <a:p>
            <a:pPr>
              <a:lnSpc>
                <a:spcPct val="70000"/>
              </a:lnSpc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CONFRIM experience do not speculate</a:t>
            </a:r>
          </a:p>
          <a:p>
            <a:pPr>
              <a:lnSpc>
                <a:spcPct val="70000"/>
              </a:lnSpc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Verify- intensity, frequency, duration, impact (clinical significance), insight, awareness, </a:t>
            </a:r>
          </a:p>
          <a:p>
            <a:pPr>
              <a:lnSpc>
                <a:spcPct val="70000"/>
              </a:lnSpc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Remember the steps of differential diagnosis</a:t>
            </a:r>
          </a:p>
          <a:p>
            <a:pPr lvl="1">
              <a:lnSpc>
                <a:spcPct val="70000"/>
              </a:lnSpc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Malingering/factitious, substances, medical, diagnosis, adjustment, no disorder</a:t>
            </a:r>
          </a:p>
          <a:p>
            <a:pPr lvl="1">
              <a:lnSpc>
                <a:spcPct val="70000"/>
              </a:lnSpc>
            </a:pP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70000"/>
              </a:lnSpc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Focus on the questions you will need to ask to get the information needed.</a:t>
            </a:r>
          </a:p>
          <a:p>
            <a:pPr>
              <a:lnSpc>
                <a:spcPct val="70000"/>
              </a:lnSpc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do I need to know and what question will get the information I need</a:t>
            </a:r>
          </a:p>
        </p:txBody>
      </p:sp>
    </p:spTree>
    <p:extLst>
      <p:ext uri="{BB962C8B-B14F-4D97-AF65-F5344CB8AC3E}">
        <p14:creationId xmlns:p14="http://schemas.microsoft.com/office/powerpoint/2010/main" val="267409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8E2E-7D03-4330-8602-76033E8F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Schizophrenia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A662E-E281-4EDD-B0B0-766A4327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Features- Positive Symptoms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Delusions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Hallucinations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Disorganized Thinking and Speech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Disorganized or Abnormal Behavior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B0188C-9596-4491-B927-F9DC489015CF}"/>
              </a:ext>
            </a:extLst>
          </p:cNvPr>
          <p:cNvSpPr txBox="1"/>
          <p:nvPr/>
        </p:nvSpPr>
        <p:spPr>
          <a:xfrm>
            <a:off x="7537825" y="6385960"/>
            <a:ext cx="3889198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Castonguay, Oltmanns, &amp; Lott 2021</a:t>
            </a:r>
          </a:p>
        </p:txBody>
      </p:sp>
    </p:spTree>
    <p:extLst>
      <p:ext uri="{BB962C8B-B14F-4D97-AF65-F5344CB8AC3E}">
        <p14:creationId xmlns:p14="http://schemas.microsoft.com/office/powerpoint/2010/main" val="155511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8E2E-7D03-4330-8602-76033E8F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Schizophrenia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A662E-E281-4EDD-B0B0-766A4327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Features- Negative Symptoms</a:t>
            </a:r>
          </a:p>
          <a:p>
            <a:pPr lvl="1"/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Asociality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decreased interest in close relationships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Avolition- Reduced motivation or persistence for everyday activities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Blunted Affect- lack of outward expression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Alogia- Limited speech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325A8-1E98-F3D8-4AD2-A31E68D6BBE5}"/>
              </a:ext>
            </a:extLst>
          </p:cNvPr>
          <p:cNvSpPr txBox="1"/>
          <p:nvPr/>
        </p:nvSpPr>
        <p:spPr>
          <a:xfrm>
            <a:off x="7537825" y="6385960"/>
            <a:ext cx="3889198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Castonguay , </a:t>
            </a:r>
            <a:r>
              <a:rPr lang="en-US" sz="1799" dirty="0" err="1"/>
              <a:t>Oltmanns</a:t>
            </a:r>
            <a:r>
              <a:rPr lang="en-US" sz="1799" dirty="0"/>
              <a:t>, &amp; Lott 2021</a:t>
            </a:r>
          </a:p>
        </p:txBody>
      </p:sp>
    </p:spTree>
    <p:extLst>
      <p:ext uri="{BB962C8B-B14F-4D97-AF65-F5344CB8AC3E}">
        <p14:creationId xmlns:p14="http://schemas.microsoft.com/office/powerpoint/2010/main" val="374492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BAB8-025B-4DBB-AEA6-8046C492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Schizophrenia Disorders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054A815-D2E8-49C9-ADFC-75812371D7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569" y="2121749"/>
          <a:ext cx="10055781" cy="4049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507FA06-EBC8-48E3-90AF-9BB685BF0DA0}"/>
              </a:ext>
            </a:extLst>
          </p:cNvPr>
          <p:cNvSpPr txBox="1"/>
          <p:nvPr/>
        </p:nvSpPr>
        <p:spPr>
          <a:xfrm>
            <a:off x="9903420" y="6385960"/>
            <a:ext cx="1675963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261206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BAB8-025B-4DBB-AEA6-8046C492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Schizophrenia 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3CB2E-637A-4438-97CE-321D6F6E7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Schizoaffective Disorder</a:t>
            </a:r>
          </a:p>
          <a:p>
            <a:pPr lvl="1"/>
            <a:r>
              <a:rPr lang="en-US" sz="27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Meets criteria A for Schizophrenia, but includes a mood disorder for the duration of the psychotic episode</a:t>
            </a:r>
          </a:p>
          <a:p>
            <a:pPr lvl="1"/>
            <a:r>
              <a:rPr lang="en-US" sz="27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Depression must be pervasive as low mood and disengagement is common in Schizophrenia. 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7FA06-EBC8-48E3-90AF-9BB685BF0DA0}"/>
              </a:ext>
            </a:extLst>
          </p:cNvPr>
          <p:cNvSpPr txBox="1"/>
          <p:nvPr/>
        </p:nvSpPr>
        <p:spPr>
          <a:xfrm>
            <a:off x="9827240" y="6385960"/>
            <a:ext cx="1675963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423245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Somatic Symptom Related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Feature of Distress From Somatic Symptoms</a:t>
            </a:r>
          </a:p>
          <a:p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Common in Medical Settings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come by referral</a:t>
            </a:r>
          </a:p>
          <a:p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Includes 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Somatic Symptom Disorder, 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Illness Anxiety Disorder, 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 Neurological Symptom Disorder (Conversion Disorder,0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Factitious Disorder, and 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Psychological Factors Affecting Medical Conditions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C02EA-1518-4F22-8CC7-8DE920079C48}"/>
              </a:ext>
            </a:extLst>
          </p:cNvPr>
          <p:cNvSpPr txBox="1"/>
          <p:nvPr/>
        </p:nvSpPr>
        <p:spPr>
          <a:xfrm>
            <a:off x="9743628" y="5887204"/>
            <a:ext cx="1607215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(APA, 2022</a:t>
            </a:r>
          </a:p>
        </p:txBody>
      </p:sp>
    </p:spTree>
    <p:extLst>
      <p:ext uri="{BB962C8B-B14F-4D97-AF65-F5344CB8AC3E}">
        <p14:creationId xmlns:p14="http://schemas.microsoft.com/office/powerpoint/2010/main" val="394542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Somatic Symptom Disorder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Distress from one or more somatic complaint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Pain is common, can be specific or general complaint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related to medical condition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occur in conjunction with medical diagnosis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Suffering is real even without a medical cause</a:t>
            </a:r>
          </a:p>
          <a:p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Significant/excessive worry about somatic experience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Misattribution of typical experience to be something more serious</a:t>
            </a:r>
          </a:p>
          <a:p>
            <a:pPr lvl="1"/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Actions taken to seek reassurance and get help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C02EA-1518-4F22-8CC7-8DE920079C48}"/>
              </a:ext>
            </a:extLst>
          </p:cNvPr>
          <p:cNvSpPr txBox="1"/>
          <p:nvPr/>
        </p:nvSpPr>
        <p:spPr>
          <a:xfrm>
            <a:off x="9743628" y="5887204"/>
            <a:ext cx="1607215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193512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Illness Anxiety Disorder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CB1FBE3-62D9-49C9-9686-522F5FE8B2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932088"/>
              </p:ext>
            </p:extLst>
          </p:nvPr>
        </p:nvGraphicFramePr>
        <p:xfrm>
          <a:off x="1069569" y="2121749"/>
          <a:ext cx="10055781" cy="4049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4EC02EA-1518-4F22-8CC7-8DE920079C48}"/>
              </a:ext>
            </a:extLst>
          </p:cNvPr>
          <p:cNvSpPr txBox="1"/>
          <p:nvPr/>
        </p:nvSpPr>
        <p:spPr>
          <a:xfrm>
            <a:off x="9743628" y="5887204"/>
            <a:ext cx="1607215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(APA</a:t>
            </a:r>
            <a:r>
              <a:rPr lang="en-US" sz="1799"/>
              <a:t>, 2022)</a:t>
            </a:r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174586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 Neurological Symptom Disorder (Conversion Disorder)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Motor or Sensory symptoms without identifiable physical cause</a:t>
            </a:r>
          </a:p>
          <a:p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be clear evidence the symptom is not a result of a neurological issue</a:t>
            </a:r>
          </a:p>
          <a:p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Onset may be related to stress or trauma</a:t>
            </a:r>
          </a:p>
          <a:p>
            <a:r>
              <a:rPr lang="en-US" sz="23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Often incudes dissociative experiences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C02EA-1518-4F22-8CC7-8DE920079C48}"/>
              </a:ext>
            </a:extLst>
          </p:cNvPr>
          <p:cNvSpPr txBox="1"/>
          <p:nvPr/>
        </p:nvSpPr>
        <p:spPr>
          <a:xfrm>
            <a:off x="9743628" y="5887204"/>
            <a:ext cx="1607215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87245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998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Culture</a:t>
            </a:r>
          </a:p>
        </p:txBody>
      </p:sp>
      <p:graphicFrame>
        <p:nvGraphicFramePr>
          <p:cNvPr id="20" name="Content Placeholder 13">
            <a:extLst>
              <a:ext uri="{FF2B5EF4-FFF2-40B4-BE49-F238E27FC236}">
                <a16:creationId xmlns:a16="http://schemas.microsoft.com/office/drawing/2014/main" id="{8CDF0B59-DCCF-4027-B35A-E7E119140F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3604" y="1905397"/>
          <a:ext cx="10512861" cy="4266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523412" y="6426718"/>
            <a:ext cx="1980684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/>
              <a:t>Alarcon, 2009</a:t>
            </a:r>
          </a:p>
        </p:txBody>
      </p:sp>
    </p:spTree>
    <p:extLst>
      <p:ext uri="{BB962C8B-B14F-4D97-AF65-F5344CB8AC3E}">
        <p14:creationId xmlns:p14="http://schemas.microsoft.com/office/powerpoint/2010/main" val="177538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998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Task As Clinicians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E1E495D-B655-475D-A4CA-1E8CD07BBC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3603" y="1905397"/>
          <a:ext cx="9141619" cy="4951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10199" y="6386778"/>
            <a:ext cx="1980684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/>
              <a:t>Alarcon, 2009</a:t>
            </a:r>
          </a:p>
        </p:txBody>
      </p:sp>
    </p:spTree>
    <p:extLst>
      <p:ext uri="{BB962C8B-B14F-4D97-AF65-F5344CB8AC3E}">
        <p14:creationId xmlns:p14="http://schemas.microsoft.com/office/powerpoint/2010/main" val="127816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998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Task As Clinicians</a:t>
            </a:r>
            <a:endParaRPr lang="en-US" sz="5998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604" y="1905397"/>
            <a:ext cx="10663634" cy="4633189"/>
          </a:xfrm>
        </p:spPr>
        <p:txBody>
          <a:bodyPr>
            <a:no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pathoplastic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factors (symptom expression)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Terminology and definitions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 for the narrative – client/therapist interaction</a:t>
            </a:r>
          </a:p>
          <a:p>
            <a:pPr lvl="2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differential, saving face, preservation of image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Cultural explanation for how and why illness occurs</a:t>
            </a:r>
          </a:p>
          <a:p>
            <a:pPr lvl="2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Biological vs. spiritual causes</a:t>
            </a:r>
          </a:p>
          <a:p>
            <a:pPr lvl="2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Generational transmission</a:t>
            </a:r>
          </a:p>
          <a:p>
            <a:pPr lvl="2"/>
            <a:endParaRPr lang="en-US" sz="2800" dirty="0"/>
          </a:p>
          <a:p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0206554" y="6367768"/>
            <a:ext cx="1980684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/>
              <a:t>Alarcon, 2009</a:t>
            </a:r>
          </a:p>
        </p:txBody>
      </p:sp>
    </p:spTree>
    <p:extLst>
      <p:ext uri="{BB962C8B-B14F-4D97-AF65-F5344CB8AC3E}">
        <p14:creationId xmlns:p14="http://schemas.microsoft.com/office/powerpoint/2010/main" val="429324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998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of Ethnic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603" y="1905397"/>
            <a:ext cx="9141619" cy="4656101"/>
          </a:xfrm>
        </p:spPr>
        <p:txBody>
          <a:bodyPr>
            <a:normAutofit fontScale="92500" lnSpcReduction="10000"/>
          </a:bodyPr>
          <a:lstStyle/>
          <a:p>
            <a:r>
              <a:rPr lang="en-US" sz="35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Acculturation</a:t>
            </a:r>
          </a:p>
          <a:p>
            <a:pPr lvl="1"/>
            <a:r>
              <a:rPr lang="en-US" sz="31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Identification with home culture &amp; host culture</a:t>
            </a:r>
          </a:p>
          <a:p>
            <a:pPr lvl="1"/>
            <a:r>
              <a:rPr lang="en-US" sz="31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Stages- Ambivalence, ethnic exploration, multicultural acceptance</a:t>
            </a:r>
          </a:p>
          <a:p>
            <a:pPr lvl="1"/>
            <a:r>
              <a:rPr lang="en-US" sz="31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of solid cultural identity</a:t>
            </a:r>
          </a:p>
          <a:p>
            <a:pPr lvl="2"/>
            <a:r>
              <a:rPr lang="en-US" sz="29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Higher ethnic identity = higher self-esteem &amp; protective factors</a:t>
            </a:r>
          </a:p>
          <a:p>
            <a:pPr lvl="1"/>
            <a:r>
              <a:rPr lang="en-US" sz="31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of acculturations difficulties</a:t>
            </a:r>
          </a:p>
          <a:p>
            <a:pPr lvl="2"/>
            <a:r>
              <a:rPr lang="en-US" sz="29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Higher rate of expressed pathology</a:t>
            </a:r>
          </a:p>
          <a:p>
            <a:pPr lvl="1"/>
            <a:endParaRPr lang="en-US" sz="3199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51276" y="6335511"/>
            <a:ext cx="3885188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/>
              <a:t>Chapman, </a:t>
            </a:r>
            <a:r>
              <a:rPr lang="en-US" sz="1799" err="1"/>
              <a:t>Delapp</a:t>
            </a:r>
            <a:r>
              <a:rPr lang="en-US" sz="1799"/>
              <a:t>, &amp; Williams , 2014</a:t>
            </a:r>
          </a:p>
        </p:txBody>
      </p:sp>
    </p:spTree>
    <p:extLst>
      <p:ext uri="{BB962C8B-B14F-4D97-AF65-F5344CB8AC3E}">
        <p14:creationId xmlns:p14="http://schemas.microsoft.com/office/powerpoint/2010/main" val="254032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99" y="643466"/>
            <a:ext cx="2770552" cy="522562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Adjust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9885" y="643466"/>
            <a:ext cx="6894178" cy="52256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do we incorporate culture into assessment and diagnosis?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Approach diagnosis with multicultural lens</a:t>
            </a:r>
          </a:p>
          <a:p>
            <a:pPr lvl="2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ethnocentric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Ask relevant questions of client and self </a:t>
            </a:r>
          </a:p>
          <a:p>
            <a:pPr lvl="2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the client’s perspective?</a:t>
            </a:r>
          </a:p>
          <a:p>
            <a:pPr lvl="2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is my culture influencing how I see this client’s pathology?</a:t>
            </a:r>
          </a:p>
        </p:txBody>
      </p:sp>
    </p:spTree>
    <p:extLst>
      <p:ext uri="{BB962C8B-B14F-4D97-AF65-F5344CB8AC3E}">
        <p14:creationId xmlns:p14="http://schemas.microsoft.com/office/powerpoint/2010/main" val="3532285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998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760" y="1845734"/>
            <a:ext cx="3820161" cy="4023360"/>
          </a:xfrm>
        </p:spPr>
        <p:txBody>
          <a:bodyPr>
            <a:normAutofit fontScale="92500" lnSpcReduction="20000"/>
          </a:bodyPr>
          <a:lstStyle/>
          <a:p>
            <a:r>
              <a:rPr lang="en-US" sz="35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Hofstede Indices</a:t>
            </a:r>
            <a:endParaRPr lang="en-US" sz="3599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31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Compare cultures on various dimensions</a:t>
            </a:r>
          </a:p>
          <a:p>
            <a:pPr lvl="2"/>
            <a:r>
              <a:rPr lang="en-US" sz="299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we interact, worldview, power dynamics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23" y="696902"/>
            <a:ext cx="7293674" cy="546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7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241" y="605896"/>
            <a:ext cx="3084041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4740781" y="605896"/>
            <a:ext cx="6411992" cy="5646208"/>
          </a:xfrm>
        </p:spPr>
        <p:txBody>
          <a:bodyPr anchor="ctr">
            <a:normAutofit/>
          </a:bodyPr>
          <a:lstStyle/>
          <a:p>
            <a:r>
              <a:rPr lang="en-US" sz="3200" dirty="0">
                <a:hlinkClick r:id="rId3"/>
              </a:rPr>
              <a:t>Ethnomed.org</a:t>
            </a:r>
            <a:endParaRPr lang="en-US" sz="3200" dirty="0"/>
          </a:p>
          <a:p>
            <a:pPr lvl="1"/>
            <a:r>
              <a:rPr lang="en-US" sz="3200" dirty="0"/>
              <a:t>Explore history, culture, health perspectives</a:t>
            </a:r>
          </a:p>
          <a:p>
            <a:pPr lvl="1"/>
            <a:r>
              <a:rPr lang="en-US" sz="3200" dirty="0"/>
              <a:t>Not exhaustive but a good start</a:t>
            </a:r>
          </a:p>
          <a:p>
            <a:r>
              <a:rPr lang="en-US" sz="3200" dirty="0"/>
              <a:t>DSM 5 Cultural Interview</a:t>
            </a:r>
          </a:p>
        </p:txBody>
      </p:sp>
    </p:spTree>
    <p:extLst>
      <p:ext uri="{BB962C8B-B14F-4D97-AF65-F5344CB8AC3E}">
        <p14:creationId xmlns:p14="http://schemas.microsoft.com/office/powerpoint/2010/main" val="2718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DDAEFC8D976C4FB6F382A1C2EEBBF5" ma:contentTypeVersion="12" ma:contentTypeDescription="Create a new document." ma:contentTypeScope="" ma:versionID="f76ae13385f17dac50ea52e0c151acb1">
  <xsd:schema xmlns:xsd="http://www.w3.org/2001/XMLSchema" xmlns:xs="http://www.w3.org/2001/XMLSchema" xmlns:p="http://schemas.microsoft.com/office/2006/metadata/properties" xmlns:ns3="8cbdc006-41eb-4d7f-b199-172e6709308c" xmlns:ns4="dd1d4fd1-2ee7-44ff-8b26-28b204d969a9" targetNamespace="http://schemas.microsoft.com/office/2006/metadata/properties" ma:root="true" ma:fieldsID="2e49b525173310c1de61e466e631fcfe" ns3:_="" ns4:_="">
    <xsd:import namespace="8cbdc006-41eb-4d7f-b199-172e6709308c"/>
    <xsd:import namespace="dd1d4fd1-2ee7-44ff-8b26-28b204d969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dc006-41eb-4d7f-b199-172e67093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1d4fd1-2ee7-44ff-8b26-28b204d969a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5EEE0B-9F1F-4D8B-9E96-B6C886502D5B}">
  <ds:schemaRefs>
    <ds:schemaRef ds:uri="8cbdc006-41eb-4d7f-b199-172e6709308c"/>
    <ds:schemaRef ds:uri="dd1d4fd1-2ee7-44ff-8b26-28b204d969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335E791-7449-4708-8DE9-182EC4D8A134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8cbdc006-41eb-4d7f-b199-172e6709308c"/>
    <ds:schemaRef ds:uri="http://www.w3.org/XML/1998/namespace"/>
    <ds:schemaRef ds:uri="http://schemas.microsoft.com/office/infopath/2007/PartnerControls"/>
    <ds:schemaRef ds:uri="dd1d4fd1-2ee7-44ff-8b26-28b204d969a9"/>
  </ds:schemaRefs>
</ds:datastoreItem>
</file>

<file path=customXml/itemProps3.xml><?xml version="1.0" encoding="utf-8"?>
<ds:datastoreItem xmlns:ds="http://schemas.openxmlformats.org/officeDocument/2006/customXml" ds:itemID="{D5AD1A9E-6852-4411-8909-A9B52D6955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4556</TotalTime>
  <Words>824</Words>
  <Application>Microsoft Office PowerPoint</Application>
  <PresentationFormat>Custom</PresentationFormat>
  <Paragraphs>154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</vt:lpstr>
      <vt:lpstr>Trebuchet MS</vt:lpstr>
      <vt:lpstr>Wingdings 3</vt:lpstr>
      <vt:lpstr>Facet</vt:lpstr>
      <vt:lpstr>Psychopathology</vt:lpstr>
      <vt:lpstr>Clinical Interview Practice </vt:lpstr>
      <vt:lpstr>Clinical Interview Practice Continued </vt:lpstr>
      <vt:lpstr>Schizophrenia</vt:lpstr>
      <vt:lpstr>Schizophrenia</vt:lpstr>
      <vt:lpstr>Schizophrenia Disorders</vt:lpstr>
      <vt:lpstr>Schizophrenia Disorders</vt:lpstr>
      <vt:lpstr>Somatic Symptom Related Disorders</vt:lpstr>
      <vt:lpstr>Somatic Symptom Disorder</vt:lpstr>
      <vt:lpstr>Illness Anxiety Disorder</vt:lpstr>
      <vt:lpstr>Functional Neurological Symptom Disorder (Conversion Disorder)</vt:lpstr>
      <vt:lpstr>Culture</vt:lpstr>
      <vt:lpstr>Our Task As Clinicians</vt:lpstr>
      <vt:lpstr>Our Task As Clinicians</vt:lpstr>
      <vt:lpstr>Impact of Ethnic Identity</vt:lpstr>
      <vt:lpstr>Adjust Approach</vt:lpstr>
      <vt:lpstr>Resources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Pre-Practicum III Advanced Psychopathology</dc:title>
  <dc:creator>Robert Campbell</dc:creator>
  <cp:lastModifiedBy>Robert Campbell</cp:lastModifiedBy>
  <cp:revision>7</cp:revision>
  <cp:lastPrinted>2026-03-11T00:22:33Z</cp:lastPrinted>
  <dcterms:created xsi:type="dcterms:W3CDTF">2018-06-12T17:42:03Z</dcterms:created>
  <dcterms:modified xsi:type="dcterms:W3CDTF">2026-03-11T00:30:49Z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0x01010084DDAEFC8D976C4FB6F382A1C2EEBBF5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