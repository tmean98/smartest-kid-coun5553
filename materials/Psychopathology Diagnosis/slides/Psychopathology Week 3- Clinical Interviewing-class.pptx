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9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6" r:id="rId1"/>
  </p:sldMasterIdLst>
  <p:notesMasterIdLst>
    <p:notesMasterId r:id="rId23"/>
  </p:notesMasterIdLst>
  <p:sldIdLst>
    <p:sldId id="256" r:id="rId2"/>
    <p:sldId id="299" r:id="rId3"/>
    <p:sldId id="257" r:id="rId4"/>
    <p:sldId id="258" r:id="rId5"/>
    <p:sldId id="288" r:id="rId6"/>
    <p:sldId id="289" r:id="rId7"/>
    <p:sldId id="290" r:id="rId8"/>
    <p:sldId id="259" r:id="rId9"/>
    <p:sldId id="260" r:id="rId10"/>
    <p:sldId id="261" r:id="rId11"/>
    <p:sldId id="262" r:id="rId12"/>
    <p:sldId id="263" r:id="rId13"/>
    <p:sldId id="291" r:id="rId14"/>
    <p:sldId id="292" r:id="rId15"/>
    <p:sldId id="300" r:id="rId16"/>
    <p:sldId id="293" r:id="rId17"/>
    <p:sldId id="273" r:id="rId18"/>
    <p:sldId id="286" r:id="rId19"/>
    <p:sldId id="281" r:id="rId20"/>
    <p:sldId id="287" r:id="rId21"/>
    <p:sldId id="294" r:id="rId22"/>
  </p:sldIdLst>
  <p:sldSz cx="12192000" cy="6858000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65922" autoAdjust="0"/>
  </p:normalViewPr>
  <p:slideViewPr>
    <p:cSldViewPr snapToGrid="0">
      <p:cViewPr varScale="1">
        <p:scale>
          <a:sx n="73" d="100"/>
          <a:sy n="73" d="100"/>
        </p:scale>
        <p:origin x="10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 Campbell" userId="ecf2a988-d5fc-4072-947e-3fd9e73d9868" providerId="ADAL" clId="{E52B34DD-8A26-4AAB-878E-B0DDC833F59A}"/>
    <pc:docChg chg="undo custSel modSld">
      <pc:chgData name="Robert Campbell" userId="ecf2a988-d5fc-4072-947e-3fd9e73d9868" providerId="ADAL" clId="{E52B34DD-8A26-4AAB-878E-B0DDC833F59A}" dt="2026-01-28T00:45:31.508" v="11" actId="6549"/>
      <pc:docMkLst>
        <pc:docMk/>
      </pc:docMkLst>
      <pc:sldChg chg="modNotesTx">
        <pc:chgData name="Robert Campbell" userId="ecf2a988-d5fc-4072-947e-3fd9e73d9868" providerId="ADAL" clId="{E52B34DD-8A26-4AAB-878E-B0DDC833F59A}" dt="2026-01-28T00:44:23.666" v="0" actId="6549"/>
        <pc:sldMkLst>
          <pc:docMk/>
          <pc:sldMk cId="129504209" sldId="257"/>
        </pc:sldMkLst>
      </pc:sldChg>
      <pc:sldChg chg="modNotesTx">
        <pc:chgData name="Robert Campbell" userId="ecf2a988-d5fc-4072-947e-3fd9e73d9868" providerId="ADAL" clId="{E52B34DD-8A26-4AAB-878E-B0DDC833F59A}" dt="2026-01-28T00:44:27.032" v="1" actId="6549"/>
        <pc:sldMkLst>
          <pc:docMk/>
          <pc:sldMk cId="3396061664" sldId="258"/>
        </pc:sldMkLst>
      </pc:sldChg>
      <pc:sldChg chg="modNotesTx">
        <pc:chgData name="Robert Campbell" userId="ecf2a988-d5fc-4072-947e-3fd9e73d9868" providerId="ADAL" clId="{E52B34DD-8A26-4AAB-878E-B0DDC833F59A}" dt="2026-01-28T00:45:02.005" v="6" actId="6549"/>
        <pc:sldMkLst>
          <pc:docMk/>
          <pc:sldMk cId="3858889919" sldId="259"/>
        </pc:sldMkLst>
      </pc:sldChg>
      <pc:sldChg chg="modNotesTx">
        <pc:chgData name="Robert Campbell" userId="ecf2a988-d5fc-4072-947e-3fd9e73d9868" providerId="ADAL" clId="{E52B34DD-8A26-4AAB-878E-B0DDC833F59A}" dt="2026-01-28T00:45:05.189" v="7" actId="6549"/>
        <pc:sldMkLst>
          <pc:docMk/>
          <pc:sldMk cId="1370805814" sldId="260"/>
        </pc:sldMkLst>
      </pc:sldChg>
      <pc:sldChg chg="modNotesTx">
        <pc:chgData name="Robert Campbell" userId="ecf2a988-d5fc-4072-947e-3fd9e73d9868" providerId="ADAL" clId="{E52B34DD-8A26-4AAB-878E-B0DDC833F59A}" dt="2026-01-28T00:45:12.871" v="8" actId="6549"/>
        <pc:sldMkLst>
          <pc:docMk/>
          <pc:sldMk cId="3832984832" sldId="263"/>
        </pc:sldMkLst>
      </pc:sldChg>
      <pc:sldChg chg="modNotesTx">
        <pc:chgData name="Robert Campbell" userId="ecf2a988-d5fc-4072-947e-3fd9e73d9868" providerId="ADAL" clId="{E52B34DD-8A26-4AAB-878E-B0DDC833F59A}" dt="2026-01-28T00:45:21.500" v="9" actId="6549"/>
        <pc:sldMkLst>
          <pc:docMk/>
          <pc:sldMk cId="3407683401" sldId="273"/>
        </pc:sldMkLst>
      </pc:sldChg>
      <pc:sldChg chg="modNotesTx">
        <pc:chgData name="Robert Campbell" userId="ecf2a988-d5fc-4072-947e-3fd9e73d9868" providerId="ADAL" clId="{E52B34DD-8A26-4AAB-878E-B0DDC833F59A}" dt="2026-01-28T00:45:31.508" v="11" actId="6549"/>
        <pc:sldMkLst>
          <pc:docMk/>
          <pc:sldMk cId="3365677241" sldId="281"/>
        </pc:sldMkLst>
      </pc:sldChg>
      <pc:sldChg chg="modNotesTx">
        <pc:chgData name="Robert Campbell" userId="ecf2a988-d5fc-4072-947e-3fd9e73d9868" providerId="ADAL" clId="{E52B34DD-8A26-4AAB-878E-B0DDC833F59A}" dt="2026-01-28T00:45:28.074" v="10" actId="6549"/>
        <pc:sldMkLst>
          <pc:docMk/>
          <pc:sldMk cId="991793075" sldId="286"/>
        </pc:sldMkLst>
      </pc:sldChg>
      <pc:sldChg chg="modNotesTx">
        <pc:chgData name="Robert Campbell" userId="ecf2a988-d5fc-4072-947e-3fd9e73d9868" providerId="ADAL" clId="{E52B34DD-8A26-4AAB-878E-B0DDC833F59A}" dt="2026-01-28T00:44:29.876" v="2" actId="6549"/>
        <pc:sldMkLst>
          <pc:docMk/>
          <pc:sldMk cId="2168890574" sldId="288"/>
        </pc:sldMkLst>
      </pc:sldChg>
      <pc:sldChg chg="addSp delSp modSp mod setBg setClrOvrMap">
        <pc:chgData name="Robert Campbell" userId="ecf2a988-d5fc-4072-947e-3fd9e73d9868" providerId="ADAL" clId="{E52B34DD-8A26-4AAB-878E-B0DDC833F59A}" dt="2026-01-28T00:44:54.415" v="5" actId="26606"/>
        <pc:sldMkLst>
          <pc:docMk/>
          <pc:sldMk cId="3147993245" sldId="290"/>
        </pc:sldMkLst>
        <pc:spChg chg="mod">
          <ac:chgData name="Robert Campbell" userId="ecf2a988-d5fc-4072-947e-3fd9e73d9868" providerId="ADAL" clId="{E52B34DD-8A26-4AAB-878E-B0DDC833F59A}" dt="2026-01-28T00:44:54.415" v="5" actId="26606"/>
          <ac:spMkLst>
            <pc:docMk/>
            <pc:sldMk cId="3147993245" sldId="290"/>
            <ac:spMk id="2" creationId="{CF0882FA-16B0-4443-9F79-49F2E755B324}"/>
          </ac:spMkLst>
        </pc:spChg>
        <pc:spChg chg="add del">
          <ac:chgData name="Robert Campbell" userId="ecf2a988-d5fc-4072-947e-3fd9e73d9868" providerId="ADAL" clId="{E52B34DD-8A26-4AAB-878E-B0DDC833F59A}" dt="2026-01-28T00:44:54.415" v="5" actId="26606"/>
          <ac:spMkLst>
            <pc:docMk/>
            <pc:sldMk cId="3147993245" sldId="290"/>
            <ac:spMk id="3" creationId="{BB90CAA3-F9D4-43B0-A3BE-07E123B74006}"/>
          </ac:spMkLst>
        </pc:spChg>
        <pc:spChg chg="add">
          <ac:chgData name="Robert Campbell" userId="ecf2a988-d5fc-4072-947e-3fd9e73d9868" providerId="ADAL" clId="{E52B34DD-8A26-4AAB-878E-B0DDC833F59A}" dt="2026-01-28T00:44:54.415" v="5" actId="26606"/>
          <ac:spMkLst>
            <pc:docMk/>
            <pc:sldMk cId="3147993245" sldId="290"/>
            <ac:spMk id="8" creationId="{923E8915-D2AA-4327-A45A-972C3CA9574B}"/>
          </ac:spMkLst>
        </pc:spChg>
        <pc:spChg chg="add del">
          <ac:chgData name="Robert Campbell" userId="ecf2a988-d5fc-4072-947e-3fd9e73d9868" providerId="ADAL" clId="{E52B34DD-8A26-4AAB-878E-B0DDC833F59A}" dt="2026-01-28T00:44:54.384" v="4" actId="26606"/>
          <ac:spMkLst>
            <pc:docMk/>
            <pc:sldMk cId="3147993245" sldId="290"/>
            <ac:spMk id="9" creationId="{4E78424C-6FD0-41F8-9CAA-5DC19C42359F}"/>
          </ac:spMkLst>
        </pc:spChg>
        <pc:spChg chg="add">
          <ac:chgData name="Robert Campbell" userId="ecf2a988-d5fc-4072-947e-3fd9e73d9868" providerId="ADAL" clId="{E52B34DD-8A26-4AAB-878E-B0DDC833F59A}" dt="2026-01-28T00:44:54.415" v="5" actId="26606"/>
          <ac:spMkLst>
            <pc:docMk/>
            <pc:sldMk cId="3147993245" sldId="290"/>
            <ac:spMk id="10" creationId="{8302FC3C-9804-4950-B721-5FD704BA6065}"/>
          </ac:spMkLst>
        </pc:spChg>
        <pc:spChg chg="add del">
          <ac:chgData name="Robert Campbell" userId="ecf2a988-d5fc-4072-947e-3fd9e73d9868" providerId="ADAL" clId="{E52B34DD-8A26-4AAB-878E-B0DDC833F59A}" dt="2026-01-28T00:44:54.384" v="4" actId="26606"/>
          <ac:spMkLst>
            <pc:docMk/>
            <pc:sldMk cId="3147993245" sldId="290"/>
            <ac:spMk id="11" creationId="{DD136760-57DC-4301-8BEA-B71AD2D13905}"/>
          </ac:spMkLst>
        </pc:spChg>
        <pc:spChg chg="add del">
          <ac:chgData name="Robert Campbell" userId="ecf2a988-d5fc-4072-947e-3fd9e73d9868" providerId="ADAL" clId="{E52B34DD-8A26-4AAB-878E-B0DDC833F59A}" dt="2026-01-28T00:44:54.384" v="4" actId="26606"/>
          <ac:spMkLst>
            <pc:docMk/>
            <pc:sldMk cId="3147993245" sldId="290"/>
            <ac:spMk id="13" creationId="{BDC58DEA-1307-4F44-AD47-E613D8B76A89}"/>
          </ac:spMkLst>
        </pc:spChg>
        <pc:spChg chg="add del">
          <ac:chgData name="Robert Campbell" userId="ecf2a988-d5fc-4072-947e-3fd9e73d9868" providerId="ADAL" clId="{E52B34DD-8A26-4AAB-878E-B0DDC833F59A}" dt="2026-01-28T00:44:54.384" v="4" actId="26606"/>
          <ac:spMkLst>
            <pc:docMk/>
            <pc:sldMk cId="3147993245" sldId="290"/>
            <ac:spMk id="15" creationId="{C99B912D-1E4B-42AF-A2BE-CFEFEC916EE7}"/>
          </ac:spMkLst>
        </pc:spChg>
        <pc:spChg chg="add">
          <ac:chgData name="Robert Campbell" userId="ecf2a988-d5fc-4072-947e-3fd9e73d9868" providerId="ADAL" clId="{E52B34DD-8A26-4AAB-878E-B0DDC833F59A}" dt="2026-01-28T00:44:54.415" v="5" actId="26606"/>
          <ac:spMkLst>
            <pc:docMk/>
            <pc:sldMk cId="3147993245" sldId="290"/>
            <ac:spMk id="16" creationId="{F3798573-F27B-47EB-8EA4-7EE34954C2D6}"/>
          </ac:spMkLst>
        </pc:spChg>
        <pc:spChg chg="add">
          <ac:chgData name="Robert Campbell" userId="ecf2a988-d5fc-4072-947e-3fd9e73d9868" providerId="ADAL" clId="{E52B34DD-8A26-4AAB-878E-B0DDC833F59A}" dt="2026-01-28T00:44:54.415" v="5" actId="26606"/>
          <ac:spMkLst>
            <pc:docMk/>
            <pc:sldMk cId="3147993245" sldId="290"/>
            <ac:spMk id="17" creationId="{BB90CAA3-F9D4-43B0-A3BE-07E123B74006}"/>
          </ac:spMkLst>
        </pc:spChg>
        <pc:graphicFrameChg chg="add del">
          <ac:chgData name="Robert Campbell" userId="ecf2a988-d5fc-4072-947e-3fd9e73d9868" providerId="ADAL" clId="{E52B34DD-8A26-4AAB-878E-B0DDC833F59A}" dt="2026-01-28T00:44:54.384" v="4" actId="26606"/>
          <ac:graphicFrameMkLst>
            <pc:docMk/>
            <pc:sldMk cId="3147993245" sldId="290"/>
            <ac:graphicFrameMk id="5" creationId="{13F083BC-2242-C56B-5C7B-979BD898BDCF}"/>
          </ac:graphicFrameMkLst>
        </pc:graphicFrameChg>
        <pc:picChg chg="add">
          <ac:chgData name="Robert Campbell" userId="ecf2a988-d5fc-4072-947e-3fd9e73d9868" providerId="ADAL" clId="{E52B34DD-8A26-4AAB-878E-B0DDC833F59A}" dt="2026-01-28T00:44:54.415" v="5" actId="26606"/>
          <ac:picMkLst>
            <pc:docMk/>
            <pc:sldMk cId="3147993245" sldId="290"/>
            <ac:picMk id="14" creationId="{3BC6EBB2-9BDC-4075-BA6B-43A9FBF9C86C}"/>
          </ac:picMkLst>
        </pc:picChg>
        <pc:cxnChg chg="add">
          <ac:chgData name="Robert Campbell" userId="ecf2a988-d5fc-4072-947e-3fd9e73d9868" providerId="ADAL" clId="{E52B34DD-8A26-4AAB-878E-B0DDC833F59A}" dt="2026-01-28T00:44:54.415" v="5" actId="26606"/>
          <ac:cxnSpMkLst>
            <pc:docMk/>
            <pc:sldMk cId="3147993245" sldId="290"/>
            <ac:cxnSpMk id="12" creationId="{6B9695BD-ECF6-49CA-8877-8C493193C65D}"/>
          </ac:cxnSpMkLst>
        </pc:cxn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appi.org/structured_clinical_interview_for_dsm-5_disorders-clinician_version_scid-5-cv" TargetMode="External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appi.org/structured_clinical_interview_for_dsm-5_disorders-clinician_version_scid-5-cv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265BF08-D26E-4816-A1D9-D1AF03A83C3C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013E650-269C-409C-8323-A7DFB6BC21F7}">
      <dgm:prSet/>
      <dgm:spPr/>
      <dgm:t>
        <a:bodyPr/>
        <a:lstStyle/>
        <a:p>
          <a:r>
            <a:rPr lang="en-US" dirty="0"/>
            <a:t>What is clinical Interviewing?</a:t>
          </a:r>
        </a:p>
      </dgm:t>
    </dgm:pt>
    <dgm:pt modelId="{A6F88D1E-4427-4FC7-80A5-1FA4208E4499}" type="parTrans" cxnId="{C8B451F8-7F6F-4A23-AEB6-FD0100AF16FC}">
      <dgm:prSet/>
      <dgm:spPr/>
      <dgm:t>
        <a:bodyPr/>
        <a:lstStyle/>
        <a:p>
          <a:endParaRPr lang="en-US"/>
        </a:p>
      </dgm:t>
    </dgm:pt>
    <dgm:pt modelId="{984FF4F3-915A-4BCD-B97C-0CA96BABC6A9}" type="sibTrans" cxnId="{C8B451F8-7F6F-4A23-AEB6-FD0100AF16FC}">
      <dgm:prSet/>
      <dgm:spPr/>
      <dgm:t>
        <a:bodyPr/>
        <a:lstStyle/>
        <a:p>
          <a:endParaRPr lang="en-US"/>
        </a:p>
      </dgm:t>
    </dgm:pt>
    <dgm:pt modelId="{F61A3571-3BB1-4715-8247-14CD7D8486E8}">
      <dgm:prSet/>
      <dgm:spPr/>
      <dgm:t>
        <a:bodyPr/>
        <a:lstStyle/>
        <a:p>
          <a:r>
            <a:rPr lang="en-US" dirty="0"/>
            <a:t>How is it different from a counseling session?</a:t>
          </a:r>
        </a:p>
      </dgm:t>
    </dgm:pt>
    <dgm:pt modelId="{70323482-53C3-4110-B827-DAF94F0806AA}" type="parTrans" cxnId="{B6D9218D-35F6-4D73-A831-521A6967D994}">
      <dgm:prSet/>
      <dgm:spPr/>
      <dgm:t>
        <a:bodyPr/>
        <a:lstStyle/>
        <a:p>
          <a:endParaRPr lang="en-US"/>
        </a:p>
      </dgm:t>
    </dgm:pt>
    <dgm:pt modelId="{37BF1648-33AD-41BE-B227-0FA2061C7813}" type="sibTrans" cxnId="{B6D9218D-35F6-4D73-A831-521A6967D994}">
      <dgm:prSet/>
      <dgm:spPr/>
      <dgm:t>
        <a:bodyPr/>
        <a:lstStyle/>
        <a:p>
          <a:endParaRPr lang="en-US"/>
        </a:p>
      </dgm:t>
    </dgm:pt>
    <dgm:pt modelId="{5CF1FA59-E469-4F3C-BE9E-0CD053120F4D}">
      <dgm:prSet/>
      <dgm:spPr/>
      <dgm:t>
        <a:bodyPr/>
        <a:lstStyle/>
        <a:p>
          <a:r>
            <a:rPr lang="en-US"/>
            <a:t>A good interview-</a:t>
          </a:r>
        </a:p>
      </dgm:t>
    </dgm:pt>
    <dgm:pt modelId="{CDDC39C7-A1F6-46C8-8848-AD0B06ACB6CA}" type="parTrans" cxnId="{B9ECE314-40E9-415E-8B9A-E6752AF8CC8D}">
      <dgm:prSet/>
      <dgm:spPr/>
      <dgm:t>
        <a:bodyPr/>
        <a:lstStyle/>
        <a:p>
          <a:endParaRPr lang="en-US"/>
        </a:p>
      </dgm:t>
    </dgm:pt>
    <dgm:pt modelId="{9462A5CE-2031-4067-9ACE-2D3A6F2A7893}" type="sibTrans" cxnId="{B9ECE314-40E9-415E-8B9A-E6752AF8CC8D}">
      <dgm:prSet/>
      <dgm:spPr/>
      <dgm:t>
        <a:bodyPr/>
        <a:lstStyle/>
        <a:p>
          <a:endParaRPr lang="en-US"/>
        </a:p>
      </dgm:t>
    </dgm:pt>
    <dgm:pt modelId="{3F8F3CAA-7874-4CED-8814-572E3C824865}">
      <dgm:prSet/>
      <dgm:spPr/>
      <dgm:t>
        <a:bodyPr/>
        <a:lstStyle/>
        <a:p>
          <a:r>
            <a:rPr lang="en-US"/>
            <a:t>Gathers relevant information efficiently and develops rapport</a:t>
          </a:r>
        </a:p>
      </dgm:t>
    </dgm:pt>
    <dgm:pt modelId="{27943FD1-B66A-400E-B42B-E0DB45B26DAA}" type="parTrans" cxnId="{55884513-E4C5-4CBE-A2F5-736968109C16}">
      <dgm:prSet/>
      <dgm:spPr/>
      <dgm:t>
        <a:bodyPr/>
        <a:lstStyle/>
        <a:p>
          <a:endParaRPr lang="en-US"/>
        </a:p>
      </dgm:t>
    </dgm:pt>
    <dgm:pt modelId="{B57B9102-E6CC-4AF8-8020-BFD18AC8BF59}" type="sibTrans" cxnId="{55884513-E4C5-4CBE-A2F5-736968109C16}">
      <dgm:prSet/>
      <dgm:spPr/>
      <dgm:t>
        <a:bodyPr/>
        <a:lstStyle/>
        <a:p>
          <a:endParaRPr lang="en-US"/>
        </a:p>
      </dgm:t>
    </dgm:pt>
    <dgm:pt modelId="{830D0D82-532F-4612-8ED4-978F0FA9DDC9}">
      <dgm:prSet/>
      <dgm:spPr/>
      <dgm:t>
        <a:bodyPr/>
        <a:lstStyle/>
        <a:p>
          <a:r>
            <a:rPr lang="en-US"/>
            <a:t>Includes multiple perspectives</a:t>
          </a:r>
        </a:p>
      </dgm:t>
    </dgm:pt>
    <dgm:pt modelId="{F24E58BD-C8BE-4E65-9BAC-5444390D86B1}" type="parTrans" cxnId="{C75B85BA-1079-428D-926C-0BE104C17AC0}">
      <dgm:prSet/>
      <dgm:spPr/>
      <dgm:t>
        <a:bodyPr/>
        <a:lstStyle/>
        <a:p>
          <a:endParaRPr lang="en-US"/>
        </a:p>
      </dgm:t>
    </dgm:pt>
    <dgm:pt modelId="{5261D979-336D-45F6-9B08-8F405895ADC3}" type="sibTrans" cxnId="{C75B85BA-1079-428D-926C-0BE104C17AC0}">
      <dgm:prSet/>
      <dgm:spPr/>
      <dgm:t>
        <a:bodyPr/>
        <a:lstStyle/>
        <a:p>
          <a:endParaRPr lang="en-US"/>
        </a:p>
      </dgm:t>
    </dgm:pt>
    <dgm:pt modelId="{FB2FB4BC-906D-4E1D-9F35-0A67F89854F6}">
      <dgm:prSet/>
      <dgm:spPr/>
      <dgm:t>
        <a:bodyPr/>
        <a:lstStyle/>
        <a:p>
          <a:r>
            <a:rPr lang="en-US" dirty="0"/>
            <a:t>Dynamic-Relationships, attachment</a:t>
          </a:r>
        </a:p>
      </dgm:t>
    </dgm:pt>
    <dgm:pt modelId="{DA3E0286-D528-4E96-9C18-8CB41B9F1E7A}" type="parTrans" cxnId="{ECBAA8AC-0B49-4FD4-B1D3-19DE0C6DC747}">
      <dgm:prSet/>
      <dgm:spPr/>
      <dgm:t>
        <a:bodyPr/>
        <a:lstStyle/>
        <a:p>
          <a:endParaRPr lang="en-US"/>
        </a:p>
      </dgm:t>
    </dgm:pt>
    <dgm:pt modelId="{63B10635-9338-40D5-8134-9B42049A02F4}" type="sibTrans" cxnId="{ECBAA8AC-0B49-4FD4-B1D3-19DE0C6DC747}">
      <dgm:prSet/>
      <dgm:spPr/>
      <dgm:t>
        <a:bodyPr/>
        <a:lstStyle/>
        <a:p>
          <a:endParaRPr lang="en-US"/>
        </a:p>
      </dgm:t>
    </dgm:pt>
    <dgm:pt modelId="{B3BAAAB9-F415-4230-94CE-819B2E636196}">
      <dgm:prSet/>
      <dgm:spPr/>
      <dgm:t>
        <a:bodyPr/>
        <a:lstStyle/>
        <a:p>
          <a:r>
            <a:rPr lang="en-US"/>
            <a:t>Behavior</a:t>
          </a:r>
        </a:p>
      </dgm:t>
    </dgm:pt>
    <dgm:pt modelId="{EFE84E36-6E28-4768-BAAA-B3D544707064}" type="parTrans" cxnId="{88E91CAD-C957-4D96-AD3F-4FEFFE7B3419}">
      <dgm:prSet/>
      <dgm:spPr/>
      <dgm:t>
        <a:bodyPr/>
        <a:lstStyle/>
        <a:p>
          <a:endParaRPr lang="en-US"/>
        </a:p>
      </dgm:t>
    </dgm:pt>
    <dgm:pt modelId="{7259FCC4-A955-4B34-A0BC-549C2154AF99}" type="sibTrans" cxnId="{88E91CAD-C957-4D96-AD3F-4FEFFE7B3419}">
      <dgm:prSet/>
      <dgm:spPr/>
      <dgm:t>
        <a:bodyPr/>
        <a:lstStyle/>
        <a:p>
          <a:endParaRPr lang="en-US"/>
        </a:p>
      </dgm:t>
    </dgm:pt>
    <dgm:pt modelId="{231C2524-F8C2-4791-A949-427E8E32D946}">
      <dgm:prSet/>
      <dgm:spPr/>
      <dgm:t>
        <a:bodyPr/>
        <a:lstStyle/>
        <a:p>
          <a:r>
            <a:rPr lang="en-US"/>
            <a:t>Social-socio-cultural and relational norms</a:t>
          </a:r>
        </a:p>
      </dgm:t>
    </dgm:pt>
    <dgm:pt modelId="{BD5FB2FA-89CD-4B04-B05D-6BB89B92FEA0}" type="parTrans" cxnId="{E1474E02-3434-407E-900B-90B2342C7C99}">
      <dgm:prSet/>
      <dgm:spPr/>
      <dgm:t>
        <a:bodyPr/>
        <a:lstStyle/>
        <a:p>
          <a:endParaRPr lang="en-US"/>
        </a:p>
      </dgm:t>
    </dgm:pt>
    <dgm:pt modelId="{3AD0B529-7016-49EA-97EC-D397C01B71AE}" type="sibTrans" cxnId="{E1474E02-3434-407E-900B-90B2342C7C99}">
      <dgm:prSet/>
      <dgm:spPr/>
      <dgm:t>
        <a:bodyPr/>
        <a:lstStyle/>
        <a:p>
          <a:endParaRPr lang="en-US"/>
        </a:p>
      </dgm:t>
    </dgm:pt>
    <dgm:pt modelId="{E347935B-93B5-4DD0-A896-D308A1AB9CCE}">
      <dgm:prSet/>
      <dgm:spPr/>
      <dgm:t>
        <a:bodyPr/>
        <a:lstStyle/>
        <a:p>
          <a:r>
            <a:rPr lang="en-US" dirty="0"/>
            <a:t>Biological-genetic and psychological contributors</a:t>
          </a:r>
        </a:p>
      </dgm:t>
    </dgm:pt>
    <dgm:pt modelId="{7B3AA02E-A880-47C9-B614-D89A56D15BD4}" type="parTrans" cxnId="{39E52B6B-A12E-4C5C-BBCC-EB5D7B8F360F}">
      <dgm:prSet/>
      <dgm:spPr/>
      <dgm:t>
        <a:bodyPr/>
        <a:lstStyle/>
        <a:p>
          <a:endParaRPr lang="en-US"/>
        </a:p>
      </dgm:t>
    </dgm:pt>
    <dgm:pt modelId="{0B02AAB9-19AB-4ED7-9F97-BF74A37A3A8A}" type="sibTrans" cxnId="{39E52B6B-A12E-4C5C-BBCC-EB5D7B8F360F}">
      <dgm:prSet/>
      <dgm:spPr/>
      <dgm:t>
        <a:bodyPr/>
        <a:lstStyle/>
        <a:p>
          <a:endParaRPr lang="en-US"/>
        </a:p>
      </dgm:t>
    </dgm:pt>
    <dgm:pt modelId="{4E24E82B-871C-4815-8B77-876FA1805D85}">
      <dgm:prSet/>
      <dgm:spPr/>
      <dgm:t>
        <a:bodyPr/>
        <a:lstStyle/>
        <a:p>
          <a:r>
            <a:rPr lang="en-US" baseline="0"/>
            <a:t>It is a guided discussion that is focused on gathering information about the client’s chief complaint- </a:t>
          </a:r>
          <a:endParaRPr lang="en-US" dirty="0"/>
        </a:p>
      </dgm:t>
    </dgm:pt>
    <dgm:pt modelId="{F94E5A66-7E67-4B5E-A3FA-D02048F3FE92}" type="parTrans" cxnId="{F2B84CB3-2DE1-4B32-B88B-7E43D3E9FFF5}">
      <dgm:prSet/>
      <dgm:spPr/>
      <dgm:t>
        <a:bodyPr/>
        <a:lstStyle/>
        <a:p>
          <a:endParaRPr lang="en-US"/>
        </a:p>
      </dgm:t>
    </dgm:pt>
    <dgm:pt modelId="{F475A488-07D9-49D2-9AAE-265CCD532D06}" type="sibTrans" cxnId="{F2B84CB3-2DE1-4B32-B88B-7E43D3E9FFF5}">
      <dgm:prSet/>
      <dgm:spPr/>
      <dgm:t>
        <a:bodyPr/>
        <a:lstStyle/>
        <a:p>
          <a:endParaRPr lang="en-US"/>
        </a:p>
      </dgm:t>
    </dgm:pt>
    <dgm:pt modelId="{AEC9FE7F-E736-4347-A142-66F04FC7653C}" type="pres">
      <dgm:prSet presAssocID="{5265BF08-D26E-4816-A1D9-D1AF03A83C3C}" presName="Name0" presStyleCnt="0">
        <dgm:presLayoutVars>
          <dgm:dir/>
          <dgm:animLvl val="lvl"/>
          <dgm:resizeHandles val="exact"/>
        </dgm:presLayoutVars>
      </dgm:prSet>
      <dgm:spPr/>
    </dgm:pt>
    <dgm:pt modelId="{076556F7-6103-43B0-8201-D8462ED434D8}" type="pres">
      <dgm:prSet presAssocID="{5013E650-269C-409C-8323-A7DFB6BC21F7}" presName="composite" presStyleCnt="0"/>
      <dgm:spPr/>
    </dgm:pt>
    <dgm:pt modelId="{91552E5D-65E8-44D4-8553-928E110BF121}" type="pres">
      <dgm:prSet presAssocID="{5013E650-269C-409C-8323-A7DFB6BC21F7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B48E7688-CF8B-4AD6-90F9-BA441A5CB426}" type="pres">
      <dgm:prSet presAssocID="{5013E650-269C-409C-8323-A7DFB6BC21F7}" presName="desTx" presStyleLbl="alignAccFollowNode1" presStyleIdx="0" presStyleCnt="3">
        <dgm:presLayoutVars>
          <dgm:bulletEnabled val="1"/>
        </dgm:presLayoutVars>
      </dgm:prSet>
      <dgm:spPr/>
    </dgm:pt>
    <dgm:pt modelId="{67E71A71-7E15-4145-A34A-7D4E1733235A}" type="pres">
      <dgm:prSet presAssocID="{984FF4F3-915A-4BCD-B97C-0CA96BABC6A9}" presName="space" presStyleCnt="0"/>
      <dgm:spPr/>
    </dgm:pt>
    <dgm:pt modelId="{74E5D468-177A-483D-A732-A2E3BC687C9B}" type="pres">
      <dgm:prSet presAssocID="{5CF1FA59-E469-4F3C-BE9E-0CD053120F4D}" presName="composite" presStyleCnt="0"/>
      <dgm:spPr/>
    </dgm:pt>
    <dgm:pt modelId="{8CB40D79-3E2E-44E5-B3FB-E29DBCF92B65}" type="pres">
      <dgm:prSet presAssocID="{5CF1FA59-E469-4F3C-BE9E-0CD053120F4D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CD3B58DD-219F-42BC-875C-A8ACDD105440}" type="pres">
      <dgm:prSet presAssocID="{5CF1FA59-E469-4F3C-BE9E-0CD053120F4D}" presName="desTx" presStyleLbl="alignAccFollowNode1" presStyleIdx="1" presStyleCnt="3">
        <dgm:presLayoutVars>
          <dgm:bulletEnabled val="1"/>
        </dgm:presLayoutVars>
      </dgm:prSet>
      <dgm:spPr/>
    </dgm:pt>
    <dgm:pt modelId="{4F1C9E81-AE26-4D35-BB08-484F3C70058F}" type="pres">
      <dgm:prSet presAssocID="{9462A5CE-2031-4067-9ACE-2D3A6F2A7893}" presName="space" presStyleCnt="0"/>
      <dgm:spPr/>
    </dgm:pt>
    <dgm:pt modelId="{9848EE34-80E6-4014-9702-CE6A3C52D39B}" type="pres">
      <dgm:prSet presAssocID="{830D0D82-532F-4612-8ED4-978F0FA9DDC9}" presName="composite" presStyleCnt="0"/>
      <dgm:spPr/>
    </dgm:pt>
    <dgm:pt modelId="{98AF9F31-5F2B-4B81-A3F6-2D206D649367}" type="pres">
      <dgm:prSet presAssocID="{830D0D82-532F-4612-8ED4-978F0FA9DDC9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31EA6D10-3381-4951-AEF6-116C539EB46C}" type="pres">
      <dgm:prSet presAssocID="{830D0D82-532F-4612-8ED4-978F0FA9DDC9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E1474E02-3434-407E-900B-90B2342C7C99}" srcId="{830D0D82-532F-4612-8ED4-978F0FA9DDC9}" destId="{231C2524-F8C2-4791-A949-427E8E32D946}" srcOrd="2" destOrd="0" parTransId="{BD5FB2FA-89CD-4B04-B05D-6BB89B92FEA0}" sibTransId="{3AD0B529-7016-49EA-97EC-D397C01B71AE}"/>
    <dgm:cxn modelId="{55884513-E4C5-4CBE-A2F5-736968109C16}" srcId="{5CF1FA59-E469-4F3C-BE9E-0CD053120F4D}" destId="{3F8F3CAA-7874-4CED-8814-572E3C824865}" srcOrd="0" destOrd="0" parTransId="{27943FD1-B66A-400E-B42B-E0DB45B26DAA}" sibTransId="{B57B9102-E6CC-4AF8-8020-BFD18AC8BF59}"/>
    <dgm:cxn modelId="{B9ECE314-40E9-415E-8B9A-E6752AF8CC8D}" srcId="{5265BF08-D26E-4816-A1D9-D1AF03A83C3C}" destId="{5CF1FA59-E469-4F3C-BE9E-0CD053120F4D}" srcOrd="1" destOrd="0" parTransId="{CDDC39C7-A1F6-46C8-8848-AD0B06ACB6CA}" sibTransId="{9462A5CE-2031-4067-9ACE-2D3A6F2A7893}"/>
    <dgm:cxn modelId="{D05B9622-97D2-49EC-989A-E01C105163D4}" type="presOf" srcId="{830D0D82-532F-4612-8ED4-978F0FA9DDC9}" destId="{98AF9F31-5F2B-4B81-A3F6-2D206D649367}" srcOrd="0" destOrd="0" presId="urn:microsoft.com/office/officeart/2005/8/layout/hList1"/>
    <dgm:cxn modelId="{1C7BD52E-5189-46DD-B166-D986131411BA}" type="presOf" srcId="{231C2524-F8C2-4791-A949-427E8E32D946}" destId="{31EA6D10-3381-4951-AEF6-116C539EB46C}" srcOrd="0" destOrd="2" presId="urn:microsoft.com/office/officeart/2005/8/layout/hList1"/>
    <dgm:cxn modelId="{39E52B6B-A12E-4C5C-BBCC-EB5D7B8F360F}" srcId="{830D0D82-532F-4612-8ED4-978F0FA9DDC9}" destId="{E347935B-93B5-4DD0-A896-D308A1AB9CCE}" srcOrd="3" destOrd="0" parTransId="{7B3AA02E-A880-47C9-B614-D89A56D15BD4}" sibTransId="{0B02AAB9-19AB-4ED7-9F97-BF74A37A3A8A}"/>
    <dgm:cxn modelId="{A675D558-266A-46A8-B6A9-917F67CBDE4F}" type="presOf" srcId="{B3BAAAB9-F415-4230-94CE-819B2E636196}" destId="{31EA6D10-3381-4951-AEF6-116C539EB46C}" srcOrd="0" destOrd="1" presId="urn:microsoft.com/office/officeart/2005/8/layout/hList1"/>
    <dgm:cxn modelId="{B6D9218D-35F6-4D73-A831-521A6967D994}" srcId="{5013E650-269C-409C-8323-A7DFB6BC21F7}" destId="{F61A3571-3BB1-4715-8247-14CD7D8486E8}" srcOrd="0" destOrd="0" parTransId="{70323482-53C3-4110-B827-DAF94F0806AA}" sibTransId="{37BF1648-33AD-41BE-B227-0FA2061C7813}"/>
    <dgm:cxn modelId="{50527493-1047-4856-8D8E-D3A11F3C2A92}" type="presOf" srcId="{E347935B-93B5-4DD0-A896-D308A1AB9CCE}" destId="{31EA6D10-3381-4951-AEF6-116C539EB46C}" srcOrd="0" destOrd="3" presId="urn:microsoft.com/office/officeart/2005/8/layout/hList1"/>
    <dgm:cxn modelId="{ECBAA8AC-0B49-4FD4-B1D3-19DE0C6DC747}" srcId="{830D0D82-532F-4612-8ED4-978F0FA9DDC9}" destId="{FB2FB4BC-906D-4E1D-9F35-0A67F89854F6}" srcOrd="0" destOrd="0" parTransId="{DA3E0286-D528-4E96-9C18-8CB41B9F1E7A}" sibTransId="{63B10635-9338-40D5-8134-9B42049A02F4}"/>
    <dgm:cxn modelId="{88E91CAD-C957-4D96-AD3F-4FEFFE7B3419}" srcId="{830D0D82-532F-4612-8ED4-978F0FA9DDC9}" destId="{B3BAAAB9-F415-4230-94CE-819B2E636196}" srcOrd="1" destOrd="0" parTransId="{EFE84E36-6E28-4768-BAAA-B3D544707064}" sibTransId="{7259FCC4-A955-4B34-A0BC-549C2154AF99}"/>
    <dgm:cxn modelId="{F2B84CB3-2DE1-4B32-B88B-7E43D3E9FFF5}" srcId="{5013E650-269C-409C-8323-A7DFB6BC21F7}" destId="{4E24E82B-871C-4815-8B77-876FA1805D85}" srcOrd="1" destOrd="0" parTransId="{F94E5A66-7E67-4B5E-A3FA-D02048F3FE92}" sibTransId="{F475A488-07D9-49D2-9AAE-265CCD532D06}"/>
    <dgm:cxn modelId="{ECDF9DB4-FE4D-4949-945B-F514C500F901}" type="presOf" srcId="{4E24E82B-871C-4815-8B77-876FA1805D85}" destId="{B48E7688-CF8B-4AD6-90F9-BA441A5CB426}" srcOrd="0" destOrd="1" presId="urn:microsoft.com/office/officeart/2005/8/layout/hList1"/>
    <dgm:cxn modelId="{5059EDB5-CA61-456D-A9C8-1343A38905EB}" type="presOf" srcId="{5CF1FA59-E469-4F3C-BE9E-0CD053120F4D}" destId="{8CB40D79-3E2E-44E5-B3FB-E29DBCF92B65}" srcOrd="0" destOrd="0" presId="urn:microsoft.com/office/officeart/2005/8/layout/hList1"/>
    <dgm:cxn modelId="{C75B85BA-1079-428D-926C-0BE104C17AC0}" srcId="{5265BF08-D26E-4816-A1D9-D1AF03A83C3C}" destId="{830D0D82-532F-4612-8ED4-978F0FA9DDC9}" srcOrd="2" destOrd="0" parTransId="{F24E58BD-C8BE-4E65-9BAC-5444390D86B1}" sibTransId="{5261D979-336D-45F6-9B08-8F405895ADC3}"/>
    <dgm:cxn modelId="{C83F6EBE-2B71-4BF2-AD5B-BEF82E221E65}" type="presOf" srcId="{5265BF08-D26E-4816-A1D9-D1AF03A83C3C}" destId="{AEC9FE7F-E736-4347-A142-66F04FC7653C}" srcOrd="0" destOrd="0" presId="urn:microsoft.com/office/officeart/2005/8/layout/hList1"/>
    <dgm:cxn modelId="{C8288EC1-4A79-445A-B0F5-06AFE5F139AD}" type="presOf" srcId="{FB2FB4BC-906D-4E1D-9F35-0A67F89854F6}" destId="{31EA6D10-3381-4951-AEF6-116C539EB46C}" srcOrd="0" destOrd="0" presId="urn:microsoft.com/office/officeart/2005/8/layout/hList1"/>
    <dgm:cxn modelId="{582AABC2-2B9B-4E23-B7A8-4C999595AE36}" type="presOf" srcId="{3F8F3CAA-7874-4CED-8814-572E3C824865}" destId="{CD3B58DD-219F-42BC-875C-A8ACDD105440}" srcOrd="0" destOrd="0" presId="urn:microsoft.com/office/officeart/2005/8/layout/hList1"/>
    <dgm:cxn modelId="{2DAC17D2-BD20-4EE3-9897-49EBD3663C32}" type="presOf" srcId="{F61A3571-3BB1-4715-8247-14CD7D8486E8}" destId="{B48E7688-CF8B-4AD6-90F9-BA441A5CB426}" srcOrd="0" destOrd="0" presId="urn:microsoft.com/office/officeart/2005/8/layout/hList1"/>
    <dgm:cxn modelId="{E990C0D6-B86F-4357-85A6-3473099A0B3C}" type="presOf" srcId="{5013E650-269C-409C-8323-A7DFB6BC21F7}" destId="{91552E5D-65E8-44D4-8553-928E110BF121}" srcOrd="0" destOrd="0" presId="urn:microsoft.com/office/officeart/2005/8/layout/hList1"/>
    <dgm:cxn modelId="{C8B451F8-7F6F-4A23-AEB6-FD0100AF16FC}" srcId="{5265BF08-D26E-4816-A1D9-D1AF03A83C3C}" destId="{5013E650-269C-409C-8323-A7DFB6BC21F7}" srcOrd="0" destOrd="0" parTransId="{A6F88D1E-4427-4FC7-80A5-1FA4208E4499}" sibTransId="{984FF4F3-915A-4BCD-B97C-0CA96BABC6A9}"/>
    <dgm:cxn modelId="{410FDA7E-7C9F-4154-933A-3BD45D6E61CD}" type="presParOf" srcId="{AEC9FE7F-E736-4347-A142-66F04FC7653C}" destId="{076556F7-6103-43B0-8201-D8462ED434D8}" srcOrd="0" destOrd="0" presId="urn:microsoft.com/office/officeart/2005/8/layout/hList1"/>
    <dgm:cxn modelId="{EB3CC993-CE05-4642-81B1-B21E275BF386}" type="presParOf" srcId="{076556F7-6103-43B0-8201-D8462ED434D8}" destId="{91552E5D-65E8-44D4-8553-928E110BF121}" srcOrd="0" destOrd="0" presId="urn:microsoft.com/office/officeart/2005/8/layout/hList1"/>
    <dgm:cxn modelId="{0969DF0D-0271-4FB0-AF7E-77FA0D007929}" type="presParOf" srcId="{076556F7-6103-43B0-8201-D8462ED434D8}" destId="{B48E7688-CF8B-4AD6-90F9-BA441A5CB426}" srcOrd="1" destOrd="0" presId="urn:microsoft.com/office/officeart/2005/8/layout/hList1"/>
    <dgm:cxn modelId="{74FF28E7-FB88-4AF7-85D8-5F2BCABCDD1E}" type="presParOf" srcId="{AEC9FE7F-E736-4347-A142-66F04FC7653C}" destId="{67E71A71-7E15-4145-A34A-7D4E1733235A}" srcOrd="1" destOrd="0" presId="urn:microsoft.com/office/officeart/2005/8/layout/hList1"/>
    <dgm:cxn modelId="{F45F3C76-CB3C-4A9E-9C94-E254B325B48A}" type="presParOf" srcId="{AEC9FE7F-E736-4347-A142-66F04FC7653C}" destId="{74E5D468-177A-483D-A732-A2E3BC687C9B}" srcOrd="2" destOrd="0" presId="urn:microsoft.com/office/officeart/2005/8/layout/hList1"/>
    <dgm:cxn modelId="{E8FED797-E9F1-4A44-90BE-CFC2688C124E}" type="presParOf" srcId="{74E5D468-177A-483D-A732-A2E3BC687C9B}" destId="{8CB40D79-3E2E-44E5-B3FB-E29DBCF92B65}" srcOrd="0" destOrd="0" presId="urn:microsoft.com/office/officeart/2005/8/layout/hList1"/>
    <dgm:cxn modelId="{5BE16D2E-D984-4626-A33F-8323F81C03A4}" type="presParOf" srcId="{74E5D468-177A-483D-A732-A2E3BC687C9B}" destId="{CD3B58DD-219F-42BC-875C-A8ACDD105440}" srcOrd="1" destOrd="0" presId="urn:microsoft.com/office/officeart/2005/8/layout/hList1"/>
    <dgm:cxn modelId="{C66CE3E0-9123-4B99-B868-6CCE1EF93E90}" type="presParOf" srcId="{AEC9FE7F-E736-4347-A142-66F04FC7653C}" destId="{4F1C9E81-AE26-4D35-BB08-484F3C70058F}" srcOrd="3" destOrd="0" presId="urn:microsoft.com/office/officeart/2005/8/layout/hList1"/>
    <dgm:cxn modelId="{35D91031-464E-4C04-8C3A-F7B119437C65}" type="presParOf" srcId="{AEC9FE7F-E736-4347-A142-66F04FC7653C}" destId="{9848EE34-80E6-4014-9702-CE6A3C52D39B}" srcOrd="4" destOrd="0" presId="urn:microsoft.com/office/officeart/2005/8/layout/hList1"/>
    <dgm:cxn modelId="{DAA10E34-02E4-47AA-AABC-B9204541A253}" type="presParOf" srcId="{9848EE34-80E6-4014-9702-CE6A3C52D39B}" destId="{98AF9F31-5F2B-4B81-A3F6-2D206D649367}" srcOrd="0" destOrd="0" presId="urn:microsoft.com/office/officeart/2005/8/layout/hList1"/>
    <dgm:cxn modelId="{F0F2E47D-95F9-4539-B08F-CB5B5CB6EBFF}" type="presParOf" srcId="{9848EE34-80E6-4014-9702-CE6A3C52D39B}" destId="{31EA6D10-3381-4951-AEF6-116C539EB46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7AE57B5-E725-42CA-8FF8-CCFAFA70199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CA3DCCC-6129-4E90-89AC-18EF5750E818}">
      <dgm:prSet/>
      <dgm:spPr/>
      <dgm:t>
        <a:bodyPr/>
        <a:lstStyle/>
        <a:p>
          <a:r>
            <a:rPr lang="en-US"/>
            <a:t>Semi-structured interviews</a:t>
          </a:r>
        </a:p>
      </dgm:t>
    </dgm:pt>
    <dgm:pt modelId="{C01B8600-5C2E-4455-94B1-9EC356BF877D}" type="parTrans" cxnId="{40BB856E-E2B1-4404-BC8C-46D92018EFCC}">
      <dgm:prSet/>
      <dgm:spPr/>
      <dgm:t>
        <a:bodyPr/>
        <a:lstStyle/>
        <a:p>
          <a:endParaRPr lang="en-US"/>
        </a:p>
      </dgm:t>
    </dgm:pt>
    <dgm:pt modelId="{12C028F4-4A89-41E7-8524-90EFCD1BF6F2}" type="sibTrans" cxnId="{40BB856E-E2B1-4404-BC8C-46D92018EFCC}">
      <dgm:prSet/>
      <dgm:spPr/>
      <dgm:t>
        <a:bodyPr/>
        <a:lstStyle/>
        <a:p>
          <a:endParaRPr lang="en-US"/>
        </a:p>
      </dgm:t>
    </dgm:pt>
    <dgm:pt modelId="{FA7DEE3B-29AD-405D-886C-EE38AE6ECB71}">
      <dgm:prSet/>
      <dgm:spPr/>
      <dgm:t>
        <a:bodyPr/>
        <a:lstStyle/>
        <a:p>
          <a:r>
            <a:rPr lang="en-US"/>
            <a:t>Adaptable to meet the needs of the client and the setting</a:t>
          </a:r>
        </a:p>
      </dgm:t>
    </dgm:pt>
    <dgm:pt modelId="{D22B3C34-2B06-4E3A-89B3-E5E6F2210B2D}" type="parTrans" cxnId="{9C7E466C-8C13-4F7B-800D-4411E455AC9F}">
      <dgm:prSet/>
      <dgm:spPr/>
      <dgm:t>
        <a:bodyPr/>
        <a:lstStyle/>
        <a:p>
          <a:endParaRPr lang="en-US"/>
        </a:p>
      </dgm:t>
    </dgm:pt>
    <dgm:pt modelId="{331F1F7F-9C1B-4669-ABEE-A5FE2094E0AF}" type="sibTrans" cxnId="{9C7E466C-8C13-4F7B-800D-4411E455AC9F}">
      <dgm:prSet/>
      <dgm:spPr/>
      <dgm:t>
        <a:bodyPr/>
        <a:lstStyle/>
        <a:p>
          <a:endParaRPr lang="en-US"/>
        </a:p>
      </dgm:t>
    </dgm:pt>
    <dgm:pt modelId="{EF84FDFE-7E3C-4725-A63C-C558DADD442E}">
      <dgm:prSet/>
      <dgm:spPr/>
      <dgm:t>
        <a:bodyPr/>
        <a:lstStyle/>
        <a:p>
          <a:r>
            <a:rPr lang="en-US"/>
            <a:t>Fosters better rapport formation</a:t>
          </a:r>
        </a:p>
      </dgm:t>
    </dgm:pt>
    <dgm:pt modelId="{1377A065-959B-4762-8C0B-335370A34130}" type="parTrans" cxnId="{95BB239E-DED4-4CA0-8FEE-8FCA3ADA042E}">
      <dgm:prSet/>
      <dgm:spPr/>
      <dgm:t>
        <a:bodyPr/>
        <a:lstStyle/>
        <a:p>
          <a:endParaRPr lang="en-US"/>
        </a:p>
      </dgm:t>
    </dgm:pt>
    <dgm:pt modelId="{B0A35870-E52A-424E-BD5B-2453F5380256}" type="sibTrans" cxnId="{95BB239E-DED4-4CA0-8FEE-8FCA3ADA042E}">
      <dgm:prSet/>
      <dgm:spPr/>
      <dgm:t>
        <a:bodyPr/>
        <a:lstStyle/>
        <a:p>
          <a:endParaRPr lang="en-US"/>
        </a:p>
      </dgm:t>
    </dgm:pt>
    <dgm:pt modelId="{EF50F737-5484-460A-AC65-E009C73F7D67}">
      <dgm:prSet/>
      <dgm:spPr/>
      <dgm:t>
        <a:bodyPr/>
        <a:lstStyle/>
        <a:p>
          <a:r>
            <a:rPr lang="en-US"/>
            <a:t>Requires more skill and practice</a:t>
          </a:r>
        </a:p>
      </dgm:t>
    </dgm:pt>
    <dgm:pt modelId="{09375B61-D8F8-4AF7-9806-5166563EEC16}" type="parTrans" cxnId="{9FCBB825-C1B2-40EC-BDDE-41B8A9F90364}">
      <dgm:prSet/>
      <dgm:spPr/>
      <dgm:t>
        <a:bodyPr/>
        <a:lstStyle/>
        <a:p>
          <a:endParaRPr lang="en-US"/>
        </a:p>
      </dgm:t>
    </dgm:pt>
    <dgm:pt modelId="{5152C58C-8CFD-413D-B526-4D8843413DF5}" type="sibTrans" cxnId="{9FCBB825-C1B2-40EC-BDDE-41B8A9F90364}">
      <dgm:prSet/>
      <dgm:spPr/>
      <dgm:t>
        <a:bodyPr/>
        <a:lstStyle/>
        <a:p>
          <a:endParaRPr lang="en-US"/>
        </a:p>
      </dgm:t>
    </dgm:pt>
    <dgm:pt modelId="{DA72BEE8-48BE-4002-8A9C-3BE84C2046C3}">
      <dgm:prSet/>
      <dgm:spPr/>
      <dgm:t>
        <a:bodyPr/>
        <a:lstStyle/>
        <a:p>
          <a:r>
            <a:rPr lang="en-US"/>
            <a:t>Strong clinical judgement</a:t>
          </a:r>
        </a:p>
      </dgm:t>
    </dgm:pt>
    <dgm:pt modelId="{DB9523AD-48F8-4B8F-AD66-293B673A4F16}" type="parTrans" cxnId="{464BB91D-B8CA-4F41-837B-632040A1AC9E}">
      <dgm:prSet/>
      <dgm:spPr/>
      <dgm:t>
        <a:bodyPr/>
        <a:lstStyle/>
        <a:p>
          <a:endParaRPr lang="en-US"/>
        </a:p>
      </dgm:t>
    </dgm:pt>
    <dgm:pt modelId="{C74A5FDF-CAD0-4689-8DC6-20CF45F3B29A}" type="sibTrans" cxnId="{464BB91D-B8CA-4F41-837B-632040A1AC9E}">
      <dgm:prSet/>
      <dgm:spPr/>
      <dgm:t>
        <a:bodyPr/>
        <a:lstStyle/>
        <a:p>
          <a:endParaRPr lang="en-US"/>
        </a:p>
      </dgm:t>
    </dgm:pt>
    <dgm:pt modelId="{CCA1722A-9418-44A9-A2A1-F308D1351DDA}">
      <dgm:prSet/>
      <dgm:spPr/>
      <dgm:t>
        <a:bodyPr/>
        <a:lstStyle/>
        <a:p>
          <a:r>
            <a:rPr lang="en-US"/>
            <a:t>Samples</a:t>
          </a:r>
        </a:p>
      </dgm:t>
    </dgm:pt>
    <dgm:pt modelId="{B527E453-86E8-4240-95E7-97734F01E82E}" type="parTrans" cxnId="{ADCC582B-34BD-4371-9ADA-35986542AC7B}">
      <dgm:prSet/>
      <dgm:spPr/>
      <dgm:t>
        <a:bodyPr/>
        <a:lstStyle/>
        <a:p>
          <a:endParaRPr lang="en-US"/>
        </a:p>
      </dgm:t>
    </dgm:pt>
    <dgm:pt modelId="{7715A8B6-6035-46BC-9A78-65920908A98A}" type="sibTrans" cxnId="{ADCC582B-34BD-4371-9ADA-35986542AC7B}">
      <dgm:prSet/>
      <dgm:spPr/>
      <dgm:t>
        <a:bodyPr/>
        <a:lstStyle/>
        <a:p>
          <a:endParaRPr lang="en-US"/>
        </a:p>
      </dgm:t>
    </dgm:pt>
    <dgm:pt modelId="{4FA7D673-CFFD-4FC7-9EC6-B92FBC74F0F4}">
      <dgm:prSet/>
      <dgm:spPr/>
      <dgm:t>
        <a:bodyPr/>
        <a:lstStyle/>
        <a:p>
          <a:r>
            <a:rPr lang="en-US">
              <a:hlinkClick xmlns:r="http://schemas.openxmlformats.org/officeDocument/2006/relationships" r:id="rId1"/>
            </a:rPr>
            <a:t>SCID</a:t>
          </a:r>
          <a:endParaRPr lang="en-US"/>
        </a:p>
      </dgm:t>
    </dgm:pt>
    <dgm:pt modelId="{4855C23A-602E-4586-9A87-CD5EFD8DCF25}" type="parTrans" cxnId="{FDF7940E-A078-4859-956D-54D727689A57}">
      <dgm:prSet/>
      <dgm:spPr/>
      <dgm:t>
        <a:bodyPr/>
        <a:lstStyle/>
        <a:p>
          <a:endParaRPr lang="en-US"/>
        </a:p>
      </dgm:t>
    </dgm:pt>
    <dgm:pt modelId="{A3CAA4ED-A5AA-4D33-85CE-87812BD91F0D}" type="sibTrans" cxnId="{FDF7940E-A078-4859-956D-54D727689A57}">
      <dgm:prSet/>
      <dgm:spPr/>
      <dgm:t>
        <a:bodyPr/>
        <a:lstStyle/>
        <a:p>
          <a:endParaRPr lang="en-US"/>
        </a:p>
      </dgm:t>
    </dgm:pt>
    <dgm:pt modelId="{0BBAB484-8BDF-413D-8A8C-FC44A729D9FE}" type="pres">
      <dgm:prSet presAssocID="{17AE57B5-E725-42CA-8FF8-CCFAFA701992}" presName="linear" presStyleCnt="0">
        <dgm:presLayoutVars>
          <dgm:animLvl val="lvl"/>
          <dgm:resizeHandles val="exact"/>
        </dgm:presLayoutVars>
      </dgm:prSet>
      <dgm:spPr/>
    </dgm:pt>
    <dgm:pt modelId="{20636628-0B89-4C00-A541-5AFD47136EE7}" type="pres">
      <dgm:prSet presAssocID="{2CA3DCCC-6129-4E90-89AC-18EF5750E81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0F15B87-A98C-440F-89FD-F72492EB1646}" type="pres">
      <dgm:prSet presAssocID="{2CA3DCCC-6129-4E90-89AC-18EF5750E818}" presName="childText" presStyleLbl="revTx" presStyleIdx="0" presStyleCnt="2">
        <dgm:presLayoutVars>
          <dgm:bulletEnabled val="1"/>
        </dgm:presLayoutVars>
      </dgm:prSet>
      <dgm:spPr/>
    </dgm:pt>
    <dgm:pt modelId="{8AC8C53E-0570-4A42-AA17-3E6BD0DB20E3}" type="pres">
      <dgm:prSet presAssocID="{CCA1722A-9418-44A9-A2A1-F308D1351DDA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1798A1CD-F763-45F2-8C51-200BAC01CD0C}" type="pres">
      <dgm:prSet presAssocID="{CCA1722A-9418-44A9-A2A1-F308D1351DDA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FDF7940E-A078-4859-956D-54D727689A57}" srcId="{CCA1722A-9418-44A9-A2A1-F308D1351DDA}" destId="{4FA7D673-CFFD-4FC7-9EC6-B92FBC74F0F4}" srcOrd="0" destOrd="0" parTransId="{4855C23A-602E-4586-9A87-CD5EFD8DCF25}" sibTransId="{A3CAA4ED-A5AA-4D33-85CE-87812BD91F0D}"/>
    <dgm:cxn modelId="{464BB91D-B8CA-4F41-837B-632040A1AC9E}" srcId="{EF50F737-5484-460A-AC65-E009C73F7D67}" destId="{DA72BEE8-48BE-4002-8A9C-3BE84C2046C3}" srcOrd="0" destOrd="0" parTransId="{DB9523AD-48F8-4B8F-AD66-293B673A4F16}" sibTransId="{C74A5FDF-CAD0-4689-8DC6-20CF45F3B29A}"/>
    <dgm:cxn modelId="{9FCBB825-C1B2-40EC-BDDE-41B8A9F90364}" srcId="{2CA3DCCC-6129-4E90-89AC-18EF5750E818}" destId="{EF50F737-5484-460A-AC65-E009C73F7D67}" srcOrd="2" destOrd="0" parTransId="{09375B61-D8F8-4AF7-9806-5166563EEC16}" sibTransId="{5152C58C-8CFD-413D-B526-4D8843413DF5}"/>
    <dgm:cxn modelId="{ADCC582B-34BD-4371-9ADA-35986542AC7B}" srcId="{17AE57B5-E725-42CA-8FF8-CCFAFA701992}" destId="{CCA1722A-9418-44A9-A2A1-F308D1351DDA}" srcOrd="1" destOrd="0" parTransId="{B527E453-86E8-4240-95E7-97734F01E82E}" sibTransId="{7715A8B6-6035-46BC-9A78-65920908A98A}"/>
    <dgm:cxn modelId="{E5634D33-49DA-4F29-9BCC-BCE64A678B91}" type="presOf" srcId="{DA72BEE8-48BE-4002-8A9C-3BE84C2046C3}" destId="{D0F15B87-A98C-440F-89FD-F72492EB1646}" srcOrd="0" destOrd="3" presId="urn:microsoft.com/office/officeart/2005/8/layout/vList2"/>
    <dgm:cxn modelId="{FC564F64-2760-4E1C-AEB3-39D87B24DC52}" type="presOf" srcId="{EF50F737-5484-460A-AC65-E009C73F7D67}" destId="{D0F15B87-A98C-440F-89FD-F72492EB1646}" srcOrd="0" destOrd="2" presId="urn:microsoft.com/office/officeart/2005/8/layout/vList2"/>
    <dgm:cxn modelId="{9C7E466C-8C13-4F7B-800D-4411E455AC9F}" srcId="{2CA3DCCC-6129-4E90-89AC-18EF5750E818}" destId="{FA7DEE3B-29AD-405D-886C-EE38AE6ECB71}" srcOrd="0" destOrd="0" parTransId="{D22B3C34-2B06-4E3A-89B3-E5E6F2210B2D}" sibTransId="{331F1F7F-9C1B-4669-ABEE-A5FE2094E0AF}"/>
    <dgm:cxn modelId="{40BB856E-E2B1-4404-BC8C-46D92018EFCC}" srcId="{17AE57B5-E725-42CA-8FF8-CCFAFA701992}" destId="{2CA3DCCC-6129-4E90-89AC-18EF5750E818}" srcOrd="0" destOrd="0" parTransId="{C01B8600-5C2E-4455-94B1-9EC356BF877D}" sibTransId="{12C028F4-4A89-41E7-8524-90EFCD1BF6F2}"/>
    <dgm:cxn modelId="{04082278-42E2-4654-ABCE-085A0D90E6A1}" type="presOf" srcId="{FA7DEE3B-29AD-405D-886C-EE38AE6ECB71}" destId="{D0F15B87-A98C-440F-89FD-F72492EB1646}" srcOrd="0" destOrd="0" presId="urn:microsoft.com/office/officeart/2005/8/layout/vList2"/>
    <dgm:cxn modelId="{08E2E289-785B-4154-A2FD-BE555681FD06}" type="presOf" srcId="{17AE57B5-E725-42CA-8FF8-CCFAFA701992}" destId="{0BBAB484-8BDF-413D-8A8C-FC44A729D9FE}" srcOrd="0" destOrd="0" presId="urn:microsoft.com/office/officeart/2005/8/layout/vList2"/>
    <dgm:cxn modelId="{95BB239E-DED4-4CA0-8FEE-8FCA3ADA042E}" srcId="{2CA3DCCC-6129-4E90-89AC-18EF5750E818}" destId="{EF84FDFE-7E3C-4725-A63C-C558DADD442E}" srcOrd="1" destOrd="0" parTransId="{1377A065-959B-4762-8C0B-335370A34130}" sibTransId="{B0A35870-E52A-424E-BD5B-2453F5380256}"/>
    <dgm:cxn modelId="{DD4B87B6-6A51-4A48-A779-CDF27C07A5AB}" type="presOf" srcId="{CCA1722A-9418-44A9-A2A1-F308D1351DDA}" destId="{8AC8C53E-0570-4A42-AA17-3E6BD0DB20E3}" srcOrd="0" destOrd="0" presId="urn:microsoft.com/office/officeart/2005/8/layout/vList2"/>
    <dgm:cxn modelId="{F5A189B7-0904-487B-BDAA-5916162D9D7D}" type="presOf" srcId="{EF84FDFE-7E3C-4725-A63C-C558DADD442E}" destId="{D0F15B87-A98C-440F-89FD-F72492EB1646}" srcOrd="0" destOrd="1" presId="urn:microsoft.com/office/officeart/2005/8/layout/vList2"/>
    <dgm:cxn modelId="{B25F57C0-6AAC-415C-B7FC-877EC0322BB8}" type="presOf" srcId="{4FA7D673-CFFD-4FC7-9EC6-B92FBC74F0F4}" destId="{1798A1CD-F763-45F2-8C51-200BAC01CD0C}" srcOrd="0" destOrd="0" presId="urn:microsoft.com/office/officeart/2005/8/layout/vList2"/>
    <dgm:cxn modelId="{C20B1AFD-7177-4126-8032-9A429E87EF0E}" type="presOf" srcId="{2CA3DCCC-6129-4E90-89AC-18EF5750E818}" destId="{20636628-0B89-4C00-A541-5AFD47136EE7}" srcOrd="0" destOrd="0" presId="urn:microsoft.com/office/officeart/2005/8/layout/vList2"/>
    <dgm:cxn modelId="{8667443E-766C-48D5-A8D4-5830D64B4C0E}" type="presParOf" srcId="{0BBAB484-8BDF-413D-8A8C-FC44A729D9FE}" destId="{20636628-0B89-4C00-A541-5AFD47136EE7}" srcOrd="0" destOrd="0" presId="urn:microsoft.com/office/officeart/2005/8/layout/vList2"/>
    <dgm:cxn modelId="{C1F49461-A763-484E-9E3B-89411A508725}" type="presParOf" srcId="{0BBAB484-8BDF-413D-8A8C-FC44A729D9FE}" destId="{D0F15B87-A98C-440F-89FD-F72492EB1646}" srcOrd="1" destOrd="0" presId="urn:microsoft.com/office/officeart/2005/8/layout/vList2"/>
    <dgm:cxn modelId="{A6D643B8-FCD2-4482-95B1-83FDED79AB1E}" type="presParOf" srcId="{0BBAB484-8BDF-413D-8A8C-FC44A729D9FE}" destId="{8AC8C53E-0570-4A42-AA17-3E6BD0DB20E3}" srcOrd="2" destOrd="0" presId="urn:microsoft.com/office/officeart/2005/8/layout/vList2"/>
    <dgm:cxn modelId="{F3B979FA-F053-4D78-B435-E75AD7DCD679}" type="presParOf" srcId="{0BBAB484-8BDF-413D-8A8C-FC44A729D9FE}" destId="{1798A1CD-F763-45F2-8C51-200BAC01CD0C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F17E261-AB0F-4FE1-8A3F-F35E3C38412A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55399A9-DFC6-49A1-8E05-3E7835911B05}">
      <dgm:prSet/>
      <dgm:spPr/>
      <dgm:t>
        <a:bodyPr/>
        <a:lstStyle/>
        <a:p>
          <a:r>
            <a:rPr lang="en-US"/>
            <a:t>Thoughts or urges cause anxiety</a:t>
          </a:r>
        </a:p>
      </dgm:t>
    </dgm:pt>
    <dgm:pt modelId="{C36E8132-EE00-4ACB-B366-909BC2E51AC4}" type="parTrans" cxnId="{809B684D-C4A3-4D88-AF95-1E10313F1CE5}">
      <dgm:prSet/>
      <dgm:spPr/>
      <dgm:t>
        <a:bodyPr/>
        <a:lstStyle/>
        <a:p>
          <a:endParaRPr lang="en-US"/>
        </a:p>
      </dgm:t>
    </dgm:pt>
    <dgm:pt modelId="{2A619A8B-2053-4CA0-87D6-15E12F8763F9}" type="sibTrans" cxnId="{809B684D-C4A3-4D88-AF95-1E10313F1CE5}">
      <dgm:prSet/>
      <dgm:spPr/>
      <dgm:t>
        <a:bodyPr/>
        <a:lstStyle/>
        <a:p>
          <a:endParaRPr lang="en-US"/>
        </a:p>
      </dgm:t>
    </dgm:pt>
    <dgm:pt modelId="{D1A7D130-F888-4822-A84F-73F54BD81B2C}">
      <dgm:prSet/>
      <dgm:spPr/>
      <dgm:t>
        <a:bodyPr/>
        <a:lstStyle/>
        <a:p>
          <a:r>
            <a:rPr lang="en-US"/>
            <a:t>Time consuming- 1 or more hours per-day</a:t>
          </a:r>
        </a:p>
      </dgm:t>
    </dgm:pt>
    <dgm:pt modelId="{DFDA76F5-079B-40B7-A18F-FE17A906B41E}" type="parTrans" cxnId="{A0620D93-3208-4B81-A5A6-55938CBF2B22}">
      <dgm:prSet/>
      <dgm:spPr/>
      <dgm:t>
        <a:bodyPr/>
        <a:lstStyle/>
        <a:p>
          <a:endParaRPr lang="en-US"/>
        </a:p>
      </dgm:t>
    </dgm:pt>
    <dgm:pt modelId="{CF6E7E5C-2CB4-4C8E-9A35-30DCC7A89452}" type="sibTrans" cxnId="{A0620D93-3208-4B81-A5A6-55938CBF2B22}">
      <dgm:prSet/>
      <dgm:spPr/>
      <dgm:t>
        <a:bodyPr/>
        <a:lstStyle/>
        <a:p>
          <a:endParaRPr lang="en-US"/>
        </a:p>
      </dgm:t>
    </dgm:pt>
    <dgm:pt modelId="{D755BD2C-F004-4A3A-AC1C-8764863AB3B7}">
      <dgm:prSet/>
      <dgm:spPr/>
      <dgm:t>
        <a:bodyPr/>
        <a:lstStyle/>
        <a:p>
          <a:r>
            <a:rPr lang="en-US"/>
            <a:t>Attempts to resist or avoid- no pleasure and are involuntary</a:t>
          </a:r>
        </a:p>
      </dgm:t>
    </dgm:pt>
    <dgm:pt modelId="{BE973DD9-BD97-4EF6-B817-87AAB313D60E}" type="parTrans" cxnId="{0470D59C-464E-4810-90ED-367461DEDF8C}">
      <dgm:prSet/>
      <dgm:spPr/>
      <dgm:t>
        <a:bodyPr/>
        <a:lstStyle/>
        <a:p>
          <a:endParaRPr lang="en-US"/>
        </a:p>
      </dgm:t>
    </dgm:pt>
    <dgm:pt modelId="{1FC660C6-C569-4436-BA21-CEF2DA3228B9}" type="sibTrans" cxnId="{0470D59C-464E-4810-90ED-367461DEDF8C}">
      <dgm:prSet/>
      <dgm:spPr/>
      <dgm:t>
        <a:bodyPr/>
        <a:lstStyle/>
        <a:p>
          <a:endParaRPr lang="en-US"/>
        </a:p>
      </dgm:t>
    </dgm:pt>
    <dgm:pt modelId="{785DFAB6-E787-4164-9C91-646B9DBC4A9D}">
      <dgm:prSet/>
      <dgm:spPr/>
      <dgm:t>
        <a:bodyPr/>
        <a:lstStyle/>
        <a:p>
          <a:r>
            <a:rPr lang="en-US"/>
            <a:t>Take action to reduce anxiety</a:t>
          </a:r>
        </a:p>
      </dgm:t>
    </dgm:pt>
    <dgm:pt modelId="{338E134B-2BEE-4F15-99AF-EF7142B1F480}" type="parTrans" cxnId="{D7FCE05E-419B-4960-9912-EB0A28EBCA0D}">
      <dgm:prSet/>
      <dgm:spPr/>
      <dgm:t>
        <a:bodyPr/>
        <a:lstStyle/>
        <a:p>
          <a:endParaRPr lang="en-US"/>
        </a:p>
      </dgm:t>
    </dgm:pt>
    <dgm:pt modelId="{261D83E4-E15B-4C95-B57C-775EC11C6BBB}" type="sibTrans" cxnId="{D7FCE05E-419B-4960-9912-EB0A28EBCA0D}">
      <dgm:prSet/>
      <dgm:spPr/>
      <dgm:t>
        <a:bodyPr/>
        <a:lstStyle/>
        <a:p>
          <a:endParaRPr lang="en-US"/>
        </a:p>
      </dgm:t>
    </dgm:pt>
    <dgm:pt modelId="{3F8C2EAE-BCEA-4CF4-828D-DAEDF8575E66}">
      <dgm:prSet/>
      <dgm:spPr/>
      <dgm:t>
        <a:bodyPr/>
        <a:lstStyle/>
        <a:p>
          <a:r>
            <a:rPr lang="en-US"/>
            <a:t>Washing, cleaning, repeated phrases thoughts mental acts</a:t>
          </a:r>
        </a:p>
      </dgm:t>
    </dgm:pt>
    <dgm:pt modelId="{0FF33216-9D8C-4A2B-A151-0567847513F9}" type="parTrans" cxnId="{8E8E8362-5F28-49A1-8C8A-98AE0F5FD258}">
      <dgm:prSet/>
      <dgm:spPr/>
      <dgm:t>
        <a:bodyPr/>
        <a:lstStyle/>
        <a:p>
          <a:endParaRPr lang="en-US"/>
        </a:p>
      </dgm:t>
    </dgm:pt>
    <dgm:pt modelId="{6BFC0D7D-05CB-4EE6-811C-885E3546598B}" type="sibTrans" cxnId="{8E8E8362-5F28-49A1-8C8A-98AE0F5FD258}">
      <dgm:prSet/>
      <dgm:spPr/>
      <dgm:t>
        <a:bodyPr/>
        <a:lstStyle/>
        <a:p>
          <a:endParaRPr lang="en-US"/>
        </a:p>
      </dgm:t>
    </dgm:pt>
    <dgm:pt modelId="{6DCB580A-643B-4B41-883A-EC7ABA9BC677}">
      <dgm:prSet/>
      <dgm:spPr/>
      <dgm:t>
        <a:bodyPr/>
        <a:lstStyle/>
        <a:p>
          <a:r>
            <a:rPr lang="en-US"/>
            <a:t>No real connection to actual thought</a:t>
          </a:r>
        </a:p>
      </dgm:t>
    </dgm:pt>
    <dgm:pt modelId="{4E559342-6F68-4F65-8D12-087524D630BA}" type="parTrans" cxnId="{DB0135E8-4170-454E-9303-A7FC7DF014AA}">
      <dgm:prSet/>
      <dgm:spPr/>
      <dgm:t>
        <a:bodyPr/>
        <a:lstStyle/>
        <a:p>
          <a:endParaRPr lang="en-US"/>
        </a:p>
      </dgm:t>
    </dgm:pt>
    <dgm:pt modelId="{F3AE1E1C-AF11-4C42-AB2F-2407D9054BBD}" type="sibTrans" cxnId="{DB0135E8-4170-454E-9303-A7FC7DF014AA}">
      <dgm:prSet/>
      <dgm:spPr/>
      <dgm:t>
        <a:bodyPr/>
        <a:lstStyle/>
        <a:p>
          <a:endParaRPr lang="en-US"/>
        </a:p>
      </dgm:t>
    </dgm:pt>
    <dgm:pt modelId="{D3D1A639-EFB9-4259-BE88-699D591B423B}">
      <dgm:prSet/>
      <dgm:spPr/>
      <dgm:t>
        <a:bodyPr/>
        <a:lstStyle/>
        <a:p>
          <a:r>
            <a:rPr lang="en-US"/>
            <a:t>Need to be performed specifically and accurately- Just right</a:t>
          </a:r>
        </a:p>
      </dgm:t>
    </dgm:pt>
    <dgm:pt modelId="{348EF3F3-93C5-4B84-89F9-30F9B3ACF10F}" type="parTrans" cxnId="{BC8E0453-7663-4370-A5BE-CB61AA8E7116}">
      <dgm:prSet/>
      <dgm:spPr/>
      <dgm:t>
        <a:bodyPr/>
        <a:lstStyle/>
        <a:p>
          <a:endParaRPr lang="en-US"/>
        </a:p>
      </dgm:t>
    </dgm:pt>
    <dgm:pt modelId="{DA71CFFC-13A9-422D-9A72-C80116CB12AC}" type="sibTrans" cxnId="{BC8E0453-7663-4370-A5BE-CB61AA8E7116}">
      <dgm:prSet/>
      <dgm:spPr/>
      <dgm:t>
        <a:bodyPr/>
        <a:lstStyle/>
        <a:p>
          <a:endParaRPr lang="en-US"/>
        </a:p>
      </dgm:t>
    </dgm:pt>
    <dgm:pt modelId="{8D0394FA-A4CA-4145-9CBB-7AE435B9B8AF}">
      <dgm:prSet/>
      <dgm:spPr/>
      <dgm:t>
        <a:bodyPr/>
        <a:lstStyle/>
        <a:p>
          <a:r>
            <a:rPr lang="en-US"/>
            <a:t>Onset in adolescence- gradual and potentially chronic</a:t>
          </a:r>
        </a:p>
      </dgm:t>
    </dgm:pt>
    <dgm:pt modelId="{6FD2CB9B-4300-4F10-BFF2-7D9AF1D5216E}" type="parTrans" cxnId="{AC15A869-950B-40F7-B1C2-9C65ABEFD4A7}">
      <dgm:prSet/>
      <dgm:spPr/>
      <dgm:t>
        <a:bodyPr/>
        <a:lstStyle/>
        <a:p>
          <a:endParaRPr lang="en-US"/>
        </a:p>
      </dgm:t>
    </dgm:pt>
    <dgm:pt modelId="{C7E8102D-04F4-4558-AD16-A5F9DE3FA91F}" type="sibTrans" cxnId="{AC15A869-950B-40F7-B1C2-9C65ABEFD4A7}">
      <dgm:prSet/>
      <dgm:spPr/>
      <dgm:t>
        <a:bodyPr/>
        <a:lstStyle/>
        <a:p>
          <a:endParaRPr lang="en-US"/>
        </a:p>
      </dgm:t>
    </dgm:pt>
    <dgm:pt modelId="{8CCE51E8-4F89-4B2A-8775-74193DBFFD96}" type="pres">
      <dgm:prSet presAssocID="{1F17E261-AB0F-4FE1-8A3F-F35E3C38412A}" presName="linear" presStyleCnt="0">
        <dgm:presLayoutVars>
          <dgm:dir/>
          <dgm:animLvl val="lvl"/>
          <dgm:resizeHandles val="exact"/>
        </dgm:presLayoutVars>
      </dgm:prSet>
      <dgm:spPr/>
    </dgm:pt>
    <dgm:pt modelId="{40048B6B-F429-4633-9336-867E4E9AE84B}" type="pres">
      <dgm:prSet presAssocID="{D55399A9-DFC6-49A1-8E05-3E7835911B05}" presName="parentLin" presStyleCnt="0"/>
      <dgm:spPr/>
    </dgm:pt>
    <dgm:pt modelId="{AC15AD59-6378-4467-8FA3-23095DAB608E}" type="pres">
      <dgm:prSet presAssocID="{D55399A9-DFC6-49A1-8E05-3E7835911B05}" presName="parentLeftMargin" presStyleLbl="node1" presStyleIdx="0" presStyleCnt="3"/>
      <dgm:spPr/>
    </dgm:pt>
    <dgm:pt modelId="{8058231D-8196-4DA7-98FE-9CBC3C9EA6DA}" type="pres">
      <dgm:prSet presAssocID="{D55399A9-DFC6-49A1-8E05-3E7835911B0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59B5E79-88ED-4182-9C02-55CD1AD07905}" type="pres">
      <dgm:prSet presAssocID="{D55399A9-DFC6-49A1-8E05-3E7835911B05}" presName="negativeSpace" presStyleCnt="0"/>
      <dgm:spPr/>
    </dgm:pt>
    <dgm:pt modelId="{4592E551-0AE7-468F-8587-4E9B85195D43}" type="pres">
      <dgm:prSet presAssocID="{D55399A9-DFC6-49A1-8E05-3E7835911B05}" presName="childText" presStyleLbl="conFgAcc1" presStyleIdx="0" presStyleCnt="3">
        <dgm:presLayoutVars>
          <dgm:bulletEnabled val="1"/>
        </dgm:presLayoutVars>
      </dgm:prSet>
      <dgm:spPr/>
    </dgm:pt>
    <dgm:pt modelId="{4B761560-8B5A-4693-8B0C-87AAAC3F91C8}" type="pres">
      <dgm:prSet presAssocID="{2A619A8B-2053-4CA0-87D6-15E12F8763F9}" presName="spaceBetweenRectangles" presStyleCnt="0"/>
      <dgm:spPr/>
    </dgm:pt>
    <dgm:pt modelId="{80DF1F23-C6C2-45E7-8BB7-4E4AE1059B8F}" type="pres">
      <dgm:prSet presAssocID="{785DFAB6-E787-4164-9C91-646B9DBC4A9D}" presName="parentLin" presStyleCnt="0"/>
      <dgm:spPr/>
    </dgm:pt>
    <dgm:pt modelId="{3D0A0BDF-A066-43F5-A944-F4C71B979BD9}" type="pres">
      <dgm:prSet presAssocID="{785DFAB6-E787-4164-9C91-646B9DBC4A9D}" presName="parentLeftMargin" presStyleLbl="node1" presStyleIdx="0" presStyleCnt="3"/>
      <dgm:spPr/>
    </dgm:pt>
    <dgm:pt modelId="{5CDC37F4-473D-4E13-9C22-4651346C781B}" type="pres">
      <dgm:prSet presAssocID="{785DFAB6-E787-4164-9C91-646B9DBC4A9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B15C862-B28C-4AAF-B99F-1E7872AECA8F}" type="pres">
      <dgm:prSet presAssocID="{785DFAB6-E787-4164-9C91-646B9DBC4A9D}" presName="negativeSpace" presStyleCnt="0"/>
      <dgm:spPr/>
    </dgm:pt>
    <dgm:pt modelId="{361F7EAC-14CF-499B-9617-3259E85690B6}" type="pres">
      <dgm:prSet presAssocID="{785DFAB6-E787-4164-9C91-646B9DBC4A9D}" presName="childText" presStyleLbl="conFgAcc1" presStyleIdx="1" presStyleCnt="3">
        <dgm:presLayoutVars>
          <dgm:bulletEnabled val="1"/>
        </dgm:presLayoutVars>
      </dgm:prSet>
      <dgm:spPr/>
    </dgm:pt>
    <dgm:pt modelId="{76356230-6555-470B-9F21-BAF3F41EF25C}" type="pres">
      <dgm:prSet presAssocID="{261D83E4-E15B-4C95-B57C-775EC11C6BBB}" presName="spaceBetweenRectangles" presStyleCnt="0"/>
      <dgm:spPr/>
    </dgm:pt>
    <dgm:pt modelId="{930BA8F0-473D-4C0D-AC34-D0FB81D34556}" type="pres">
      <dgm:prSet presAssocID="{8D0394FA-A4CA-4145-9CBB-7AE435B9B8AF}" presName="parentLin" presStyleCnt="0"/>
      <dgm:spPr/>
    </dgm:pt>
    <dgm:pt modelId="{6AD1D130-F235-4FCB-8A94-AA5A2EB29C3D}" type="pres">
      <dgm:prSet presAssocID="{8D0394FA-A4CA-4145-9CBB-7AE435B9B8AF}" presName="parentLeftMargin" presStyleLbl="node1" presStyleIdx="1" presStyleCnt="3"/>
      <dgm:spPr/>
    </dgm:pt>
    <dgm:pt modelId="{23432B8C-49C6-4B9D-A349-73BF23427FAF}" type="pres">
      <dgm:prSet presAssocID="{8D0394FA-A4CA-4145-9CBB-7AE435B9B8AF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AA9C0C44-C027-4594-B53F-4B266F47A043}" type="pres">
      <dgm:prSet presAssocID="{8D0394FA-A4CA-4145-9CBB-7AE435B9B8AF}" presName="negativeSpace" presStyleCnt="0"/>
      <dgm:spPr/>
    </dgm:pt>
    <dgm:pt modelId="{DA2549E8-20DF-4AB9-9542-F8A202BF91D6}" type="pres">
      <dgm:prSet presAssocID="{8D0394FA-A4CA-4145-9CBB-7AE435B9B8AF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39C55F1B-8FA5-4351-A42F-CFD5E5511655}" type="presOf" srcId="{8D0394FA-A4CA-4145-9CBB-7AE435B9B8AF}" destId="{23432B8C-49C6-4B9D-A349-73BF23427FAF}" srcOrd="1" destOrd="0" presId="urn:microsoft.com/office/officeart/2005/8/layout/list1"/>
    <dgm:cxn modelId="{1C0C2428-255D-4F4F-8457-EC2F865F18C4}" type="presOf" srcId="{785DFAB6-E787-4164-9C91-646B9DBC4A9D}" destId="{5CDC37F4-473D-4E13-9C22-4651346C781B}" srcOrd="1" destOrd="0" presId="urn:microsoft.com/office/officeart/2005/8/layout/list1"/>
    <dgm:cxn modelId="{AB514C29-017C-4572-B486-6D12492A0479}" type="presOf" srcId="{3F8C2EAE-BCEA-4CF4-828D-DAEDF8575E66}" destId="{361F7EAC-14CF-499B-9617-3259E85690B6}" srcOrd="0" destOrd="0" presId="urn:microsoft.com/office/officeart/2005/8/layout/list1"/>
    <dgm:cxn modelId="{F22DC03F-58CF-437C-9906-2AB43603C289}" type="presOf" srcId="{6DCB580A-643B-4B41-883A-EC7ABA9BC677}" destId="{361F7EAC-14CF-499B-9617-3259E85690B6}" srcOrd="0" destOrd="1" presId="urn:microsoft.com/office/officeart/2005/8/layout/list1"/>
    <dgm:cxn modelId="{D7FCE05E-419B-4960-9912-EB0A28EBCA0D}" srcId="{1F17E261-AB0F-4FE1-8A3F-F35E3C38412A}" destId="{785DFAB6-E787-4164-9C91-646B9DBC4A9D}" srcOrd="1" destOrd="0" parTransId="{338E134B-2BEE-4F15-99AF-EF7142B1F480}" sibTransId="{261D83E4-E15B-4C95-B57C-775EC11C6BBB}"/>
    <dgm:cxn modelId="{28BF665F-EC2B-4442-9302-3E560B9D6999}" type="presOf" srcId="{D3D1A639-EFB9-4259-BE88-699D591B423B}" destId="{361F7EAC-14CF-499B-9617-3259E85690B6}" srcOrd="0" destOrd="2" presId="urn:microsoft.com/office/officeart/2005/8/layout/list1"/>
    <dgm:cxn modelId="{8E8E8362-5F28-49A1-8C8A-98AE0F5FD258}" srcId="{785DFAB6-E787-4164-9C91-646B9DBC4A9D}" destId="{3F8C2EAE-BCEA-4CF4-828D-DAEDF8575E66}" srcOrd="0" destOrd="0" parTransId="{0FF33216-9D8C-4A2B-A151-0567847513F9}" sibTransId="{6BFC0D7D-05CB-4EE6-811C-885E3546598B}"/>
    <dgm:cxn modelId="{AC15A869-950B-40F7-B1C2-9C65ABEFD4A7}" srcId="{1F17E261-AB0F-4FE1-8A3F-F35E3C38412A}" destId="{8D0394FA-A4CA-4145-9CBB-7AE435B9B8AF}" srcOrd="2" destOrd="0" parTransId="{6FD2CB9B-4300-4F10-BFF2-7D9AF1D5216E}" sibTransId="{C7E8102D-04F4-4558-AD16-A5F9DE3FA91F}"/>
    <dgm:cxn modelId="{809B684D-C4A3-4D88-AF95-1E10313F1CE5}" srcId="{1F17E261-AB0F-4FE1-8A3F-F35E3C38412A}" destId="{D55399A9-DFC6-49A1-8E05-3E7835911B05}" srcOrd="0" destOrd="0" parTransId="{C36E8132-EE00-4ACB-B366-909BC2E51AC4}" sibTransId="{2A619A8B-2053-4CA0-87D6-15E12F8763F9}"/>
    <dgm:cxn modelId="{F05D776D-CE18-449D-A5B5-C4E51B34E922}" type="presOf" srcId="{1F17E261-AB0F-4FE1-8A3F-F35E3C38412A}" destId="{8CCE51E8-4F89-4B2A-8775-74193DBFFD96}" srcOrd="0" destOrd="0" presId="urn:microsoft.com/office/officeart/2005/8/layout/list1"/>
    <dgm:cxn modelId="{1A1C7472-79FB-4702-8F4A-6923A1F63007}" type="presOf" srcId="{8D0394FA-A4CA-4145-9CBB-7AE435B9B8AF}" destId="{6AD1D130-F235-4FCB-8A94-AA5A2EB29C3D}" srcOrd="0" destOrd="0" presId="urn:microsoft.com/office/officeart/2005/8/layout/list1"/>
    <dgm:cxn modelId="{BC8E0453-7663-4370-A5BE-CB61AA8E7116}" srcId="{785DFAB6-E787-4164-9C91-646B9DBC4A9D}" destId="{D3D1A639-EFB9-4259-BE88-699D591B423B}" srcOrd="2" destOrd="0" parTransId="{348EF3F3-93C5-4B84-89F9-30F9B3ACF10F}" sibTransId="{DA71CFFC-13A9-422D-9A72-C80116CB12AC}"/>
    <dgm:cxn modelId="{FF3FEC8D-F593-4803-BAD4-10ACB7DBD217}" type="presOf" srcId="{D55399A9-DFC6-49A1-8E05-3E7835911B05}" destId="{8058231D-8196-4DA7-98FE-9CBC3C9EA6DA}" srcOrd="1" destOrd="0" presId="urn:microsoft.com/office/officeart/2005/8/layout/list1"/>
    <dgm:cxn modelId="{A0620D93-3208-4B81-A5A6-55938CBF2B22}" srcId="{D55399A9-DFC6-49A1-8E05-3E7835911B05}" destId="{D1A7D130-F888-4822-A84F-73F54BD81B2C}" srcOrd="0" destOrd="0" parTransId="{DFDA76F5-079B-40B7-A18F-FE17A906B41E}" sibTransId="{CF6E7E5C-2CB4-4C8E-9A35-30DCC7A89452}"/>
    <dgm:cxn modelId="{18A4A494-2EBB-4FA1-B5B7-A0AB56EDEDC4}" type="presOf" srcId="{D1A7D130-F888-4822-A84F-73F54BD81B2C}" destId="{4592E551-0AE7-468F-8587-4E9B85195D43}" srcOrd="0" destOrd="0" presId="urn:microsoft.com/office/officeart/2005/8/layout/list1"/>
    <dgm:cxn modelId="{B50CAD99-19BC-42F8-AB89-9081BC03D684}" type="presOf" srcId="{785DFAB6-E787-4164-9C91-646B9DBC4A9D}" destId="{3D0A0BDF-A066-43F5-A944-F4C71B979BD9}" srcOrd="0" destOrd="0" presId="urn:microsoft.com/office/officeart/2005/8/layout/list1"/>
    <dgm:cxn modelId="{0470D59C-464E-4810-90ED-367461DEDF8C}" srcId="{D55399A9-DFC6-49A1-8E05-3E7835911B05}" destId="{D755BD2C-F004-4A3A-AC1C-8764863AB3B7}" srcOrd="1" destOrd="0" parTransId="{BE973DD9-BD97-4EF6-B817-87AAB313D60E}" sibTransId="{1FC660C6-C569-4436-BA21-CEF2DA3228B9}"/>
    <dgm:cxn modelId="{DB0135E8-4170-454E-9303-A7FC7DF014AA}" srcId="{785DFAB6-E787-4164-9C91-646B9DBC4A9D}" destId="{6DCB580A-643B-4B41-883A-EC7ABA9BC677}" srcOrd="1" destOrd="0" parTransId="{4E559342-6F68-4F65-8D12-087524D630BA}" sibTransId="{F3AE1E1C-AF11-4C42-AB2F-2407D9054BBD}"/>
    <dgm:cxn modelId="{F0CAFEF0-FE30-4694-9F87-55484EAFFD93}" type="presOf" srcId="{D755BD2C-F004-4A3A-AC1C-8764863AB3B7}" destId="{4592E551-0AE7-468F-8587-4E9B85195D43}" srcOrd="0" destOrd="1" presId="urn:microsoft.com/office/officeart/2005/8/layout/list1"/>
    <dgm:cxn modelId="{616011FC-7D76-4AA1-BCCC-814A8F3DB661}" type="presOf" srcId="{D55399A9-DFC6-49A1-8E05-3E7835911B05}" destId="{AC15AD59-6378-4467-8FA3-23095DAB608E}" srcOrd="0" destOrd="0" presId="urn:microsoft.com/office/officeart/2005/8/layout/list1"/>
    <dgm:cxn modelId="{A4227A7C-BDE3-4F84-8D80-2D2F2F79C395}" type="presParOf" srcId="{8CCE51E8-4F89-4B2A-8775-74193DBFFD96}" destId="{40048B6B-F429-4633-9336-867E4E9AE84B}" srcOrd="0" destOrd="0" presId="urn:microsoft.com/office/officeart/2005/8/layout/list1"/>
    <dgm:cxn modelId="{C7B59C53-59FC-4E92-B863-BA81509E11BF}" type="presParOf" srcId="{40048B6B-F429-4633-9336-867E4E9AE84B}" destId="{AC15AD59-6378-4467-8FA3-23095DAB608E}" srcOrd="0" destOrd="0" presId="urn:microsoft.com/office/officeart/2005/8/layout/list1"/>
    <dgm:cxn modelId="{AE9CF981-77F7-445B-BCD8-E276CEC5CF1E}" type="presParOf" srcId="{40048B6B-F429-4633-9336-867E4E9AE84B}" destId="{8058231D-8196-4DA7-98FE-9CBC3C9EA6DA}" srcOrd="1" destOrd="0" presId="urn:microsoft.com/office/officeart/2005/8/layout/list1"/>
    <dgm:cxn modelId="{10D9FDF3-9405-4CF4-BF86-C53B0702E69B}" type="presParOf" srcId="{8CCE51E8-4F89-4B2A-8775-74193DBFFD96}" destId="{B59B5E79-88ED-4182-9C02-55CD1AD07905}" srcOrd="1" destOrd="0" presId="urn:microsoft.com/office/officeart/2005/8/layout/list1"/>
    <dgm:cxn modelId="{018505C6-F552-4171-9D88-AC4E34833AEF}" type="presParOf" srcId="{8CCE51E8-4F89-4B2A-8775-74193DBFFD96}" destId="{4592E551-0AE7-468F-8587-4E9B85195D43}" srcOrd="2" destOrd="0" presId="urn:microsoft.com/office/officeart/2005/8/layout/list1"/>
    <dgm:cxn modelId="{B4C1AB92-7F49-4C8D-BF03-8B49AB422878}" type="presParOf" srcId="{8CCE51E8-4F89-4B2A-8775-74193DBFFD96}" destId="{4B761560-8B5A-4693-8B0C-87AAAC3F91C8}" srcOrd="3" destOrd="0" presId="urn:microsoft.com/office/officeart/2005/8/layout/list1"/>
    <dgm:cxn modelId="{5FD298D1-81FA-43C2-8BE7-5D4D94F316D8}" type="presParOf" srcId="{8CCE51E8-4F89-4B2A-8775-74193DBFFD96}" destId="{80DF1F23-C6C2-45E7-8BB7-4E4AE1059B8F}" srcOrd="4" destOrd="0" presId="urn:microsoft.com/office/officeart/2005/8/layout/list1"/>
    <dgm:cxn modelId="{13FC0FB6-6756-487B-B3D1-C721003DE715}" type="presParOf" srcId="{80DF1F23-C6C2-45E7-8BB7-4E4AE1059B8F}" destId="{3D0A0BDF-A066-43F5-A944-F4C71B979BD9}" srcOrd="0" destOrd="0" presId="urn:microsoft.com/office/officeart/2005/8/layout/list1"/>
    <dgm:cxn modelId="{D72852B2-B166-4937-9709-02CC54230CFF}" type="presParOf" srcId="{80DF1F23-C6C2-45E7-8BB7-4E4AE1059B8F}" destId="{5CDC37F4-473D-4E13-9C22-4651346C781B}" srcOrd="1" destOrd="0" presId="urn:microsoft.com/office/officeart/2005/8/layout/list1"/>
    <dgm:cxn modelId="{6A93AC22-E20C-4D09-8912-4F7F8EE4209F}" type="presParOf" srcId="{8CCE51E8-4F89-4B2A-8775-74193DBFFD96}" destId="{1B15C862-B28C-4AAF-B99F-1E7872AECA8F}" srcOrd="5" destOrd="0" presId="urn:microsoft.com/office/officeart/2005/8/layout/list1"/>
    <dgm:cxn modelId="{D34A6E3A-9ABD-4760-A98E-9855E90F255C}" type="presParOf" srcId="{8CCE51E8-4F89-4B2A-8775-74193DBFFD96}" destId="{361F7EAC-14CF-499B-9617-3259E85690B6}" srcOrd="6" destOrd="0" presId="urn:microsoft.com/office/officeart/2005/8/layout/list1"/>
    <dgm:cxn modelId="{7BF291A7-362A-4140-89BB-72FC00750AB9}" type="presParOf" srcId="{8CCE51E8-4F89-4B2A-8775-74193DBFFD96}" destId="{76356230-6555-470B-9F21-BAF3F41EF25C}" srcOrd="7" destOrd="0" presId="urn:microsoft.com/office/officeart/2005/8/layout/list1"/>
    <dgm:cxn modelId="{16327937-50EB-4319-A010-B3E54B352C06}" type="presParOf" srcId="{8CCE51E8-4F89-4B2A-8775-74193DBFFD96}" destId="{930BA8F0-473D-4C0D-AC34-D0FB81D34556}" srcOrd="8" destOrd="0" presId="urn:microsoft.com/office/officeart/2005/8/layout/list1"/>
    <dgm:cxn modelId="{5CD7DA5A-495A-4670-BEC3-A7562D53D878}" type="presParOf" srcId="{930BA8F0-473D-4C0D-AC34-D0FB81D34556}" destId="{6AD1D130-F235-4FCB-8A94-AA5A2EB29C3D}" srcOrd="0" destOrd="0" presId="urn:microsoft.com/office/officeart/2005/8/layout/list1"/>
    <dgm:cxn modelId="{AA5771ED-EF00-4C5E-9315-569EFD2C55B9}" type="presParOf" srcId="{930BA8F0-473D-4C0D-AC34-D0FB81D34556}" destId="{23432B8C-49C6-4B9D-A349-73BF23427FAF}" srcOrd="1" destOrd="0" presId="urn:microsoft.com/office/officeart/2005/8/layout/list1"/>
    <dgm:cxn modelId="{831F6593-F587-44E9-B1D8-3C3883E017DE}" type="presParOf" srcId="{8CCE51E8-4F89-4B2A-8775-74193DBFFD96}" destId="{AA9C0C44-C027-4594-B53F-4B266F47A043}" srcOrd="9" destOrd="0" presId="urn:microsoft.com/office/officeart/2005/8/layout/list1"/>
    <dgm:cxn modelId="{A721B783-1415-4DEA-8273-47871C18AE32}" type="presParOf" srcId="{8CCE51E8-4F89-4B2A-8775-74193DBFFD96}" destId="{DA2549E8-20DF-4AB9-9542-F8A202BF91D6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AE37073-FD3F-4328-AC03-F5DC7E5CFDC9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94F3B7B-EA26-4DF0-B9E8-C42355EE2757}">
      <dgm:prSet/>
      <dgm:spPr/>
      <dgm:t>
        <a:bodyPr/>
        <a:lstStyle/>
        <a:p>
          <a:r>
            <a:rPr lang="en-US"/>
            <a:t>Body Dysmorphic Disorder</a:t>
          </a:r>
        </a:p>
      </dgm:t>
    </dgm:pt>
    <dgm:pt modelId="{C1BA317D-579F-4CC4-987A-FAA67CA384A8}" type="parTrans" cxnId="{D6B08DB5-5E98-45F0-9A9D-8E548391B671}">
      <dgm:prSet/>
      <dgm:spPr/>
      <dgm:t>
        <a:bodyPr/>
        <a:lstStyle/>
        <a:p>
          <a:endParaRPr lang="en-US"/>
        </a:p>
      </dgm:t>
    </dgm:pt>
    <dgm:pt modelId="{6AE0D581-1B06-4B27-9886-9AD33978CB47}" type="sibTrans" cxnId="{D6B08DB5-5E98-45F0-9A9D-8E548391B671}">
      <dgm:prSet/>
      <dgm:spPr/>
      <dgm:t>
        <a:bodyPr/>
        <a:lstStyle/>
        <a:p>
          <a:endParaRPr lang="en-US"/>
        </a:p>
      </dgm:t>
    </dgm:pt>
    <dgm:pt modelId="{9FD3D626-28AD-4A00-A424-2614727B7337}">
      <dgm:prSet/>
      <dgm:spPr/>
      <dgm:t>
        <a:bodyPr/>
        <a:lstStyle/>
        <a:p>
          <a:r>
            <a:rPr lang="en-US"/>
            <a:t>Focus on perceived physical defects and flaws</a:t>
          </a:r>
        </a:p>
      </dgm:t>
    </dgm:pt>
    <dgm:pt modelId="{43A0B4F9-6EF0-46CA-9840-09D1C832F519}" type="parTrans" cxnId="{7CD31408-05F3-43B6-AA6C-5AFB91EAC99D}">
      <dgm:prSet/>
      <dgm:spPr/>
      <dgm:t>
        <a:bodyPr/>
        <a:lstStyle/>
        <a:p>
          <a:endParaRPr lang="en-US"/>
        </a:p>
      </dgm:t>
    </dgm:pt>
    <dgm:pt modelId="{4724CE97-5BA0-4185-8B0F-35B29939351A}" type="sibTrans" cxnId="{7CD31408-05F3-43B6-AA6C-5AFB91EAC99D}">
      <dgm:prSet/>
      <dgm:spPr/>
      <dgm:t>
        <a:bodyPr/>
        <a:lstStyle/>
        <a:p>
          <a:endParaRPr lang="en-US"/>
        </a:p>
      </dgm:t>
    </dgm:pt>
    <dgm:pt modelId="{7E1372E9-AFAB-4752-A055-873473D3649C}">
      <dgm:prSet/>
      <dgm:spPr/>
      <dgm:t>
        <a:bodyPr/>
        <a:lstStyle/>
        <a:p>
          <a:r>
            <a:rPr lang="en-US"/>
            <a:t>Need to take repeated action or check, fix, correct, compare</a:t>
          </a:r>
        </a:p>
      </dgm:t>
    </dgm:pt>
    <dgm:pt modelId="{438408CE-ECE3-419A-A347-7B05EB7B9FDE}" type="parTrans" cxnId="{7AE3F52C-DBA3-4BFC-8ECC-76779D4B3AC1}">
      <dgm:prSet/>
      <dgm:spPr/>
      <dgm:t>
        <a:bodyPr/>
        <a:lstStyle/>
        <a:p>
          <a:endParaRPr lang="en-US"/>
        </a:p>
      </dgm:t>
    </dgm:pt>
    <dgm:pt modelId="{0ABDAE78-42D3-4524-951D-3B0048E1F1E3}" type="sibTrans" cxnId="{7AE3F52C-DBA3-4BFC-8ECC-76779D4B3AC1}">
      <dgm:prSet/>
      <dgm:spPr/>
      <dgm:t>
        <a:bodyPr/>
        <a:lstStyle/>
        <a:p>
          <a:endParaRPr lang="en-US"/>
        </a:p>
      </dgm:t>
    </dgm:pt>
    <dgm:pt modelId="{8D67E623-A9A9-4D65-BEEC-1A165D6EF70D}">
      <dgm:prSet/>
      <dgm:spPr/>
      <dgm:t>
        <a:bodyPr/>
        <a:lstStyle/>
        <a:p>
          <a:r>
            <a:rPr lang="en-US"/>
            <a:t>Hoarding Disorder</a:t>
          </a:r>
        </a:p>
      </dgm:t>
    </dgm:pt>
    <dgm:pt modelId="{8ADB4B42-8EEF-4D27-B050-B2188C73E1F3}" type="parTrans" cxnId="{17814D4B-EB51-4425-886F-21E295A3C643}">
      <dgm:prSet/>
      <dgm:spPr/>
      <dgm:t>
        <a:bodyPr/>
        <a:lstStyle/>
        <a:p>
          <a:endParaRPr lang="en-US"/>
        </a:p>
      </dgm:t>
    </dgm:pt>
    <dgm:pt modelId="{32385FB2-22DB-4313-B600-3F87FF91BFA5}" type="sibTrans" cxnId="{17814D4B-EB51-4425-886F-21E295A3C643}">
      <dgm:prSet/>
      <dgm:spPr/>
      <dgm:t>
        <a:bodyPr/>
        <a:lstStyle/>
        <a:p>
          <a:endParaRPr lang="en-US"/>
        </a:p>
      </dgm:t>
    </dgm:pt>
    <dgm:pt modelId="{1EC2DD35-69F7-4588-99AC-68D7008F7DD6}">
      <dgm:prSet/>
      <dgm:spPr/>
      <dgm:t>
        <a:bodyPr/>
        <a:lstStyle/>
        <a:p>
          <a:r>
            <a:rPr lang="en-US"/>
            <a:t>Persistent difficulty discarding personal items</a:t>
          </a:r>
        </a:p>
      </dgm:t>
    </dgm:pt>
    <dgm:pt modelId="{2AF73716-09BA-456B-8688-EDEC7D7E5292}" type="parTrans" cxnId="{C7105347-7B88-4605-99A5-C720669F534C}">
      <dgm:prSet/>
      <dgm:spPr/>
      <dgm:t>
        <a:bodyPr/>
        <a:lstStyle/>
        <a:p>
          <a:endParaRPr lang="en-US"/>
        </a:p>
      </dgm:t>
    </dgm:pt>
    <dgm:pt modelId="{BDB62E44-B8C8-443B-B080-D65AEFB49672}" type="sibTrans" cxnId="{C7105347-7B88-4605-99A5-C720669F534C}">
      <dgm:prSet/>
      <dgm:spPr/>
      <dgm:t>
        <a:bodyPr/>
        <a:lstStyle/>
        <a:p>
          <a:endParaRPr lang="en-US"/>
        </a:p>
      </dgm:t>
    </dgm:pt>
    <dgm:pt modelId="{A9914143-9E26-44A0-A850-5E3CC4458B06}">
      <dgm:prSet/>
      <dgm:spPr/>
      <dgm:t>
        <a:bodyPr/>
        <a:lstStyle/>
        <a:p>
          <a:r>
            <a:rPr lang="en-US"/>
            <a:t>Purposeful saving vs other types of accumulation</a:t>
          </a:r>
        </a:p>
      </dgm:t>
    </dgm:pt>
    <dgm:pt modelId="{73A8B971-4C4F-4F2F-B3F5-BB627D21CBBD}" type="parTrans" cxnId="{19E77094-5F54-4EB7-A8A9-852408643038}">
      <dgm:prSet/>
      <dgm:spPr/>
      <dgm:t>
        <a:bodyPr/>
        <a:lstStyle/>
        <a:p>
          <a:endParaRPr lang="en-US"/>
        </a:p>
      </dgm:t>
    </dgm:pt>
    <dgm:pt modelId="{984543D4-6A6D-4FBA-9A2F-4FD666D62535}" type="sibTrans" cxnId="{19E77094-5F54-4EB7-A8A9-852408643038}">
      <dgm:prSet/>
      <dgm:spPr/>
      <dgm:t>
        <a:bodyPr/>
        <a:lstStyle/>
        <a:p>
          <a:endParaRPr lang="en-US"/>
        </a:p>
      </dgm:t>
    </dgm:pt>
    <dgm:pt modelId="{4F2D6B0E-AF9C-479F-B9AA-009FAD6B34EA}">
      <dgm:prSet/>
      <dgm:spPr/>
      <dgm:t>
        <a:bodyPr/>
        <a:lstStyle/>
        <a:p>
          <a:r>
            <a:rPr lang="en-US"/>
            <a:t>Trichotillomania</a:t>
          </a:r>
        </a:p>
      </dgm:t>
    </dgm:pt>
    <dgm:pt modelId="{70E8075A-A731-4E2B-AD73-A816F98DBA65}" type="parTrans" cxnId="{713A84C1-637E-4518-ADCB-9A52FA5D53E7}">
      <dgm:prSet/>
      <dgm:spPr/>
      <dgm:t>
        <a:bodyPr/>
        <a:lstStyle/>
        <a:p>
          <a:endParaRPr lang="en-US"/>
        </a:p>
      </dgm:t>
    </dgm:pt>
    <dgm:pt modelId="{3A88B8C1-D8C1-4351-A7CF-8223C65BDE08}" type="sibTrans" cxnId="{713A84C1-637E-4518-ADCB-9A52FA5D53E7}">
      <dgm:prSet/>
      <dgm:spPr/>
      <dgm:t>
        <a:bodyPr/>
        <a:lstStyle/>
        <a:p>
          <a:endParaRPr lang="en-US"/>
        </a:p>
      </dgm:t>
    </dgm:pt>
    <dgm:pt modelId="{A204E649-F769-4A77-8711-A8AA4D5C0FB7}">
      <dgm:prSet/>
      <dgm:spPr/>
      <dgm:t>
        <a:bodyPr/>
        <a:lstStyle/>
        <a:p>
          <a:r>
            <a:rPr lang="en-US"/>
            <a:t>Hair Pulling</a:t>
          </a:r>
        </a:p>
      </dgm:t>
    </dgm:pt>
    <dgm:pt modelId="{8C33905B-E82B-43FC-97D4-FC4216FD1864}" type="parTrans" cxnId="{4F283214-0BBD-4058-9D2F-237F1636854A}">
      <dgm:prSet/>
      <dgm:spPr/>
      <dgm:t>
        <a:bodyPr/>
        <a:lstStyle/>
        <a:p>
          <a:endParaRPr lang="en-US"/>
        </a:p>
      </dgm:t>
    </dgm:pt>
    <dgm:pt modelId="{205E055D-3EB5-4AE7-90FE-03E72934482A}" type="sibTrans" cxnId="{4F283214-0BBD-4058-9D2F-237F1636854A}">
      <dgm:prSet/>
      <dgm:spPr/>
      <dgm:t>
        <a:bodyPr/>
        <a:lstStyle/>
        <a:p>
          <a:endParaRPr lang="en-US"/>
        </a:p>
      </dgm:t>
    </dgm:pt>
    <dgm:pt modelId="{8B69B9A4-B881-40EE-AD3B-28592C41D2D6}">
      <dgm:prSet/>
      <dgm:spPr/>
      <dgm:t>
        <a:bodyPr/>
        <a:lstStyle/>
        <a:p>
          <a:r>
            <a:rPr lang="en-US"/>
            <a:t>Excoritation</a:t>
          </a:r>
        </a:p>
      </dgm:t>
    </dgm:pt>
    <dgm:pt modelId="{16210C13-DC1C-4896-8561-8ED01DE638B3}" type="parTrans" cxnId="{431B5CC2-8CD0-419D-95D9-ED0CBE2C9E20}">
      <dgm:prSet/>
      <dgm:spPr/>
      <dgm:t>
        <a:bodyPr/>
        <a:lstStyle/>
        <a:p>
          <a:endParaRPr lang="en-US"/>
        </a:p>
      </dgm:t>
    </dgm:pt>
    <dgm:pt modelId="{9EE04140-E233-4280-B113-6038FA851B09}" type="sibTrans" cxnId="{431B5CC2-8CD0-419D-95D9-ED0CBE2C9E20}">
      <dgm:prSet/>
      <dgm:spPr/>
      <dgm:t>
        <a:bodyPr/>
        <a:lstStyle/>
        <a:p>
          <a:endParaRPr lang="en-US"/>
        </a:p>
      </dgm:t>
    </dgm:pt>
    <dgm:pt modelId="{BC5E6D81-710C-4DC1-BEFF-F98143C653BB}">
      <dgm:prSet/>
      <dgm:spPr/>
      <dgm:t>
        <a:bodyPr/>
        <a:lstStyle/>
        <a:p>
          <a:r>
            <a:rPr lang="en-US"/>
            <a:t>Skin Picking</a:t>
          </a:r>
        </a:p>
      </dgm:t>
    </dgm:pt>
    <dgm:pt modelId="{5FFD68B5-F41C-400A-9E2E-149CA2486339}" type="parTrans" cxnId="{4291C101-6FF3-4BEB-891D-9FDFC4A17327}">
      <dgm:prSet/>
      <dgm:spPr/>
      <dgm:t>
        <a:bodyPr/>
        <a:lstStyle/>
        <a:p>
          <a:endParaRPr lang="en-US"/>
        </a:p>
      </dgm:t>
    </dgm:pt>
    <dgm:pt modelId="{00C892E9-C88E-4BFC-B048-C3395231347F}" type="sibTrans" cxnId="{4291C101-6FF3-4BEB-891D-9FDFC4A17327}">
      <dgm:prSet/>
      <dgm:spPr/>
      <dgm:t>
        <a:bodyPr/>
        <a:lstStyle/>
        <a:p>
          <a:endParaRPr lang="en-US"/>
        </a:p>
      </dgm:t>
    </dgm:pt>
    <dgm:pt modelId="{95136566-154E-41C5-8248-4E0884EC58B0}" type="pres">
      <dgm:prSet presAssocID="{7AE37073-FD3F-4328-AC03-F5DC7E5CFDC9}" presName="Name0" presStyleCnt="0">
        <dgm:presLayoutVars>
          <dgm:dir/>
          <dgm:animLvl val="lvl"/>
          <dgm:resizeHandles val="exact"/>
        </dgm:presLayoutVars>
      </dgm:prSet>
      <dgm:spPr/>
    </dgm:pt>
    <dgm:pt modelId="{72C832D6-505B-45C9-82AA-AF90773BCD19}" type="pres">
      <dgm:prSet presAssocID="{C94F3B7B-EA26-4DF0-B9E8-C42355EE2757}" presName="composite" presStyleCnt="0"/>
      <dgm:spPr/>
    </dgm:pt>
    <dgm:pt modelId="{C0604B60-DF16-4405-B6DF-CA37AD39E227}" type="pres">
      <dgm:prSet presAssocID="{C94F3B7B-EA26-4DF0-B9E8-C42355EE2757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341F51D0-AE08-490C-B10F-B2085B281C1F}" type="pres">
      <dgm:prSet presAssocID="{C94F3B7B-EA26-4DF0-B9E8-C42355EE2757}" presName="desTx" presStyleLbl="alignAccFollowNode1" presStyleIdx="0" presStyleCnt="4">
        <dgm:presLayoutVars>
          <dgm:bulletEnabled val="1"/>
        </dgm:presLayoutVars>
      </dgm:prSet>
      <dgm:spPr/>
    </dgm:pt>
    <dgm:pt modelId="{2F294582-F416-4703-BC81-815D59B545B7}" type="pres">
      <dgm:prSet presAssocID="{6AE0D581-1B06-4B27-9886-9AD33978CB47}" presName="space" presStyleCnt="0"/>
      <dgm:spPr/>
    </dgm:pt>
    <dgm:pt modelId="{34A73425-481E-44EC-B645-A49BB9F61C35}" type="pres">
      <dgm:prSet presAssocID="{8D67E623-A9A9-4D65-BEEC-1A165D6EF70D}" presName="composite" presStyleCnt="0"/>
      <dgm:spPr/>
    </dgm:pt>
    <dgm:pt modelId="{1E4A2DD3-3F7F-45E7-BE32-415F480E13D6}" type="pres">
      <dgm:prSet presAssocID="{8D67E623-A9A9-4D65-BEEC-1A165D6EF70D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B1294651-B875-4B91-B440-42828306FEBB}" type="pres">
      <dgm:prSet presAssocID="{8D67E623-A9A9-4D65-BEEC-1A165D6EF70D}" presName="desTx" presStyleLbl="alignAccFollowNode1" presStyleIdx="1" presStyleCnt="4">
        <dgm:presLayoutVars>
          <dgm:bulletEnabled val="1"/>
        </dgm:presLayoutVars>
      </dgm:prSet>
      <dgm:spPr/>
    </dgm:pt>
    <dgm:pt modelId="{333A6873-7BEB-4F20-8F8B-5839BE05942F}" type="pres">
      <dgm:prSet presAssocID="{32385FB2-22DB-4313-B600-3F87FF91BFA5}" presName="space" presStyleCnt="0"/>
      <dgm:spPr/>
    </dgm:pt>
    <dgm:pt modelId="{7BB8A4AA-3F09-4ED6-807D-76FF0AAD0DCC}" type="pres">
      <dgm:prSet presAssocID="{4F2D6B0E-AF9C-479F-B9AA-009FAD6B34EA}" presName="composite" presStyleCnt="0"/>
      <dgm:spPr/>
    </dgm:pt>
    <dgm:pt modelId="{12334098-23F6-4CFE-9F55-86809366D5A4}" type="pres">
      <dgm:prSet presAssocID="{4F2D6B0E-AF9C-479F-B9AA-009FAD6B34EA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9CF1734B-8C74-4500-BA0B-38A42F7F1CBD}" type="pres">
      <dgm:prSet presAssocID="{4F2D6B0E-AF9C-479F-B9AA-009FAD6B34EA}" presName="desTx" presStyleLbl="alignAccFollowNode1" presStyleIdx="2" presStyleCnt="4">
        <dgm:presLayoutVars>
          <dgm:bulletEnabled val="1"/>
        </dgm:presLayoutVars>
      </dgm:prSet>
      <dgm:spPr/>
    </dgm:pt>
    <dgm:pt modelId="{7EF64BCE-1318-4BBF-8CD2-FFF17507C477}" type="pres">
      <dgm:prSet presAssocID="{3A88B8C1-D8C1-4351-A7CF-8223C65BDE08}" presName="space" presStyleCnt="0"/>
      <dgm:spPr/>
    </dgm:pt>
    <dgm:pt modelId="{2376D57D-EB19-4D16-B72A-2E8AF8CD1A58}" type="pres">
      <dgm:prSet presAssocID="{8B69B9A4-B881-40EE-AD3B-28592C41D2D6}" presName="composite" presStyleCnt="0"/>
      <dgm:spPr/>
    </dgm:pt>
    <dgm:pt modelId="{E4E38B99-624D-4976-AC6A-249B262000C3}" type="pres">
      <dgm:prSet presAssocID="{8B69B9A4-B881-40EE-AD3B-28592C41D2D6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FC8FB6E3-C963-4878-A8DC-8B2AEFD581B9}" type="pres">
      <dgm:prSet presAssocID="{8B69B9A4-B881-40EE-AD3B-28592C41D2D6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4291C101-6FF3-4BEB-891D-9FDFC4A17327}" srcId="{8B69B9A4-B881-40EE-AD3B-28592C41D2D6}" destId="{BC5E6D81-710C-4DC1-BEFF-F98143C653BB}" srcOrd="0" destOrd="0" parTransId="{5FFD68B5-F41C-400A-9E2E-149CA2486339}" sibTransId="{00C892E9-C88E-4BFC-B048-C3395231347F}"/>
    <dgm:cxn modelId="{7CD31408-05F3-43B6-AA6C-5AFB91EAC99D}" srcId="{C94F3B7B-EA26-4DF0-B9E8-C42355EE2757}" destId="{9FD3D626-28AD-4A00-A424-2614727B7337}" srcOrd="0" destOrd="0" parTransId="{43A0B4F9-6EF0-46CA-9840-09D1C832F519}" sibTransId="{4724CE97-5BA0-4185-8B0F-35B29939351A}"/>
    <dgm:cxn modelId="{4F283214-0BBD-4058-9D2F-237F1636854A}" srcId="{4F2D6B0E-AF9C-479F-B9AA-009FAD6B34EA}" destId="{A204E649-F769-4A77-8711-A8AA4D5C0FB7}" srcOrd="0" destOrd="0" parTransId="{8C33905B-E82B-43FC-97D4-FC4216FD1864}" sibTransId="{205E055D-3EB5-4AE7-90FE-03E72934482A}"/>
    <dgm:cxn modelId="{CE86891E-22FD-4943-BC30-BF0381437444}" type="presOf" srcId="{7AE37073-FD3F-4328-AC03-F5DC7E5CFDC9}" destId="{95136566-154E-41C5-8248-4E0884EC58B0}" srcOrd="0" destOrd="0" presId="urn:microsoft.com/office/officeart/2005/8/layout/hList1"/>
    <dgm:cxn modelId="{7AE3F52C-DBA3-4BFC-8ECC-76779D4B3AC1}" srcId="{C94F3B7B-EA26-4DF0-B9E8-C42355EE2757}" destId="{7E1372E9-AFAB-4752-A055-873473D3649C}" srcOrd="1" destOrd="0" parTransId="{438408CE-ECE3-419A-A347-7B05EB7B9FDE}" sibTransId="{0ABDAE78-42D3-4524-951D-3B0048E1F1E3}"/>
    <dgm:cxn modelId="{498EE135-243F-4AB6-8EC1-EBF520C95BB6}" type="presOf" srcId="{4F2D6B0E-AF9C-479F-B9AA-009FAD6B34EA}" destId="{12334098-23F6-4CFE-9F55-86809366D5A4}" srcOrd="0" destOrd="0" presId="urn:microsoft.com/office/officeart/2005/8/layout/hList1"/>
    <dgm:cxn modelId="{C7105347-7B88-4605-99A5-C720669F534C}" srcId="{8D67E623-A9A9-4D65-BEEC-1A165D6EF70D}" destId="{1EC2DD35-69F7-4588-99AC-68D7008F7DD6}" srcOrd="0" destOrd="0" parTransId="{2AF73716-09BA-456B-8688-EDEC7D7E5292}" sibTransId="{BDB62E44-B8C8-443B-B080-D65AEFB49672}"/>
    <dgm:cxn modelId="{17814D4B-EB51-4425-886F-21E295A3C643}" srcId="{7AE37073-FD3F-4328-AC03-F5DC7E5CFDC9}" destId="{8D67E623-A9A9-4D65-BEEC-1A165D6EF70D}" srcOrd="1" destOrd="0" parTransId="{8ADB4B42-8EEF-4D27-B050-B2188C73E1F3}" sibTransId="{32385FB2-22DB-4313-B600-3F87FF91BFA5}"/>
    <dgm:cxn modelId="{823BB852-E8E6-442E-8B50-A3008E855467}" type="presOf" srcId="{8B69B9A4-B881-40EE-AD3B-28592C41D2D6}" destId="{E4E38B99-624D-4976-AC6A-249B262000C3}" srcOrd="0" destOrd="0" presId="urn:microsoft.com/office/officeart/2005/8/layout/hList1"/>
    <dgm:cxn modelId="{F4BAAC76-E964-4B6D-8CCE-F1B0FED08112}" type="presOf" srcId="{C94F3B7B-EA26-4DF0-B9E8-C42355EE2757}" destId="{C0604B60-DF16-4405-B6DF-CA37AD39E227}" srcOrd="0" destOrd="0" presId="urn:microsoft.com/office/officeart/2005/8/layout/hList1"/>
    <dgm:cxn modelId="{412F7085-8AF8-4CC4-A8BA-399631099749}" type="presOf" srcId="{7E1372E9-AFAB-4752-A055-873473D3649C}" destId="{341F51D0-AE08-490C-B10F-B2085B281C1F}" srcOrd="0" destOrd="1" presId="urn:microsoft.com/office/officeart/2005/8/layout/hList1"/>
    <dgm:cxn modelId="{842DE08B-6231-4B9B-A8DA-C98208F926C1}" type="presOf" srcId="{1EC2DD35-69F7-4588-99AC-68D7008F7DD6}" destId="{B1294651-B875-4B91-B440-42828306FEBB}" srcOrd="0" destOrd="0" presId="urn:microsoft.com/office/officeart/2005/8/layout/hList1"/>
    <dgm:cxn modelId="{19E77094-5F54-4EB7-A8A9-852408643038}" srcId="{8D67E623-A9A9-4D65-BEEC-1A165D6EF70D}" destId="{A9914143-9E26-44A0-A850-5E3CC4458B06}" srcOrd="1" destOrd="0" parTransId="{73A8B971-4C4F-4F2F-B3F5-BB627D21CBBD}" sibTransId="{984543D4-6A6D-4FBA-9A2F-4FD666D62535}"/>
    <dgm:cxn modelId="{D6B08DB5-5E98-45F0-9A9D-8E548391B671}" srcId="{7AE37073-FD3F-4328-AC03-F5DC7E5CFDC9}" destId="{C94F3B7B-EA26-4DF0-B9E8-C42355EE2757}" srcOrd="0" destOrd="0" parTransId="{C1BA317D-579F-4CC4-987A-FAA67CA384A8}" sibTransId="{6AE0D581-1B06-4B27-9886-9AD33978CB47}"/>
    <dgm:cxn modelId="{713A84C1-637E-4518-ADCB-9A52FA5D53E7}" srcId="{7AE37073-FD3F-4328-AC03-F5DC7E5CFDC9}" destId="{4F2D6B0E-AF9C-479F-B9AA-009FAD6B34EA}" srcOrd="2" destOrd="0" parTransId="{70E8075A-A731-4E2B-AD73-A816F98DBA65}" sibTransId="{3A88B8C1-D8C1-4351-A7CF-8223C65BDE08}"/>
    <dgm:cxn modelId="{431B5CC2-8CD0-419D-95D9-ED0CBE2C9E20}" srcId="{7AE37073-FD3F-4328-AC03-F5DC7E5CFDC9}" destId="{8B69B9A4-B881-40EE-AD3B-28592C41D2D6}" srcOrd="3" destOrd="0" parTransId="{16210C13-DC1C-4896-8561-8ED01DE638B3}" sibTransId="{9EE04140-E233-4280-B113-6038FA851B09}"/>
    <dgm:cxn modelId="{89920CD6-551C-450D-A4FC-2FBF696F0AB8}" type="presOf" srcId="{9FD3D626-28AD-4A00-A424-2614727B7337}" destId="{341F51D0-AE08-490C-B10F-B2085B281C1F}" srcOrd="0" destOrd="0" presId="urn:microsoft.com/office/officeart/2005/8/layout/hList1"/>
    <dgm:cxn modelId="{6B20A4D9-AA9D-4510-AEF9-95B1D8047B76}" type="presOf" srcId="{BC5E6D81-710C-4DC1-BEFF-F98143C653BB}" destId="{FC8FB6E3-C963-4878-A8DC-8B2AEFD581B9}" srcOrd="0" destOrd="0" presId="urn:microsoft.com/office/officeart/2005/8/layout/hList1"/>
    <dgm:cxn modelId="{B73BFCDA-88B1-43C0-BCB4-CE928A4EAA61}" type="presOf" srcId="{A204E649-F769-4A77-8711-A8AA4D5C0FB7}" destId="{9CF1734B-8C74-4500-BA0B-38A42F7F1CBD}" srcOrd="0" destOrd="0" presId="urn:microsoft.com/office/officeart/2005/8/layout/hList1"/>
    <dgm:cxn modelId="{FF1285DE-E533-409F-B5BA-BB1ED3C7C7A7}" type="presOf" srcId="{A9914143-9E26-44A0-A850-5E3CC4458B06}" destId="{B1294651-B875-4B91-B440-42828306FEBB}" srcOrd="0" destOrd="1" presId="urn:microsoft.com/office/officeart/2005/8/layout/hList1"/>
    <dgm:cxn modelId="{4AF827E1-0C8A-40EF-8B56-FAC7E8F30107}" type="presOf" srcId="{8D67E623-A9A9-4D65-BEEC-1A165D6EF70D}" destId="{1E4A2DD3-3F7F-45E7-BE32-415F480E13D6}" srcOrd="0" destOrd="0" presId="urn:microsoft.com/office/officeart/2005/8/layout/hList1"/>
    <dgm:cxn modelId="{57BDBE41-2F7E-4B98-B3CA-26164D321D01}" type="presParOf" srcId="{95136566-154E-41C5-8248-4E0884EC58B0}" destId="{72C832D6-505B-45C9-82AA-AF90773BCD19}" srcOrd="0" destOrd="0" presId="urn:microsoft.com/office/officeart/2005/8/layout/hList1"/>
    <dgm:cxn modelId="{151C3AF6-EC51-4E6B-855A-0EEC44F98EA5}" type="presParOf" srcId="{72C832D6-505B-45C9-82AA-AF90773BCD19}" destId="{C0604B60-DF16-4405-B6DF-CA37AD39E227}" srcOrd="0" destOrd="0" presId="urn:microsoft.com/office/officeart/2005/8/layout/hList1"/>
    <dgm:cxn modelId="{38DFDB33-074B-481C-A6B2-6B1A025DE2E0}" type="presParOf" srcId="{72C832D6-505B-45C9-82AA-AF90773BCD19}" destId="{341F51D0-AE08-490C-B10F-B2085B281C1F}" srcOrd="1" destOrd="0" presId="urn:microsoft.com/office/officeart/2005/8/layout/hList1"/>
    <dgm:cxn modelId="{AE604C0F-3A25-420C-9642-D56AB4A8E5DC}" type="presParOf" srcId="{95136566-154E-41C5-8248-4E0884EC58B0}" destId="{2F294582-F416-4703-BC81-815D59B545B7}" srcOrd="1" destOrd="0" presId="urn:microsoft.com/office/officeart/2005/8/layout/hList1"/>
    <dgm:cxn modelId="{B9F602B3-7A4B-4F94-9B1B-BD28A8A2745C}" type="presParOf" srcId="{95136566-154E-41C5-8248-4E0884EC58B0}" destId="{34A73425-481E-44EC-B645-A49BB9F61C35}" srcOrd="2" destOrd="0" presId="urn:microsoft.com/office/officeart/2005/8/layout/hList1"/>
    <dgm:cxn modelId="{D949FE1F-267D-45EE-B2F0-B15CB05D49F2}" type="presParOf" srcId="{34A73425-481E-44EC-B645-A49BB9F61C35}" destId="{1E4A2DD3-3F7F-45E7-BE32-415F480E13D6}" srcOrd="0" destOrd="0" presId="urn:microsoft.com/office/officeart/2005/8/layout/hList1"/>
    <dgm:cxn modelId="{991E8B49-CEB8-4A1F-A129-74D337E5BC9C}" type="presParOf" srcId="{34A73425-481E-44EC-B645-A49BB9F61C35}" destId="{B1294651-B875-4B91-B440-42828306FEBB}" srcOrd="1" destOrd="0" presId="urn:microsoft.com/office/officeart/2005/8/layout/hList1"/>
    <dgm:cxn modelId="{876F3AAA-3051-4077-AB7C-052D8D81266A}" type="presParOf" srcId="{95136566-154E-41C5-8248-4E0884EC58B0}" destId="{333A6873-7BEB-4F20-8F8B-5839BE05942F}" srcOrd="3" destOrd="0" presId="urn:microsoft.com/office/officeart/2005/8/layout/hList1"/>
    <dgm:cxn modelId="{D772399F-1EED-40F2-9B39-FE83BC3B0D93}" type="presParOf" srcId="{95136566-154E-41C5-8248-4E0884EC58B0}" destId="{7BB8A4AA-3F09-4ED6-807D-76FF0AAD0DCC}" srcOrd="4" destOrd="0" presId="urn:microsoft.com/office/officeart/2005/8/layout/hList1"/>
    <dgm:cxn modelId="{545F01EE-1B40-4C90-B528-5262396A9A19}" type="presParOf" srcId="{7BB8A4AA-3F09-4ED6-807D-76FF0AAD0DCC}" destId="{12334098-23F6-4CFE-9F55-86809366D5A4}" srcOrd="0" destOrd="0" presId="urn:microsoft.com/office/officeart/2005/8/layout/hList1"/>
    <dgm:cxn modelId="{84C8AA80-DEEB-40FA-9BF7-697C2FA96924}" type="presParOf" srcId="{7BB8A4AA-3F09-4ED6-807D-76FF0AAD0DCC}" destId="{9CF1734B-8C74-4500-BA0B-38A42F7F1CBD}" srcOrd="1" destOrd="0" presId="urn:microsoft.com/office/officeart/2005/8/layout/hList1"/>
    <dgm:cxn modelId="{DE7F5026-6580-41C0-867D-9E13B2D7C179}" type="presParOf" srcId="{95136566-154E-41C5-8248-4E0884EC58B0}" destId="{7EF64BCE-1318-4BBF-8CD2-FFF17507C477}" srcOrd="5" destOrd="0" presId="urn:microsoft.com/office/officeart/2005/8/layout/hList1"/>
    <dgm:cxn modelId="{437A6823-5B1D-403D-B345-313436890B30}" type="presParOf" srcId="{95136566-154E-41C5-8248-4E0884EC58B0}" destId="{2376D57D-EB19-4D16-B72A-2E8AF8CD1A58}" srcOrd="6" destOrd="0" presId="urn:microsoft.com/office/officeart/2005/8/layout/hList1"/>
    <dgm:cxn modelId="{B5F1FCE1-7835-47CC-A094-455EEDE0E927}" type="presParOf" srcId="{2376D57D-EB19-4D16-B72A-2E8AF8CD1A58}" destId="{E4E38B99-624D-4976-AC6A-249B262000C3}" srcOrd="0" destOrd="0" presId="urn:microsoft.com/office/officeart/2005/8/layout/hList1"/>
    <dgm:cxn modelId="{36298551-F031-4F8A-9C95-F6A0D806E5A4}" type="presParOf" srcId="{2376D57D-EB19-4D16-B72A-2E8AF8CD1A58}" destId="{FC8FB6E3-C963-4878-A8DC-8B2AEFD581B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552E5D-65E8-44D4-8553-928E110BF121}">
      <dsp:nvSpPr>
        <dsp:cNvPr id="0" name=""/>
        <dsp:cNvSpPr/>
      </dsp:nvSpPr>
      <dsp:spPr>
        <a:xfrm>
          <a:off x="3013" y="174727"/>
          <a:ext cx="2937895" cy="7652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What is clinical Interviewing?</a:t>
          </a:r>
        </a:p>
      </dsp:txBody>
      <dsp:txXfrm>
        <a:off x="3013" y="174727"/>
        <a:ext cx="2937895" cy="765213"/>
      </dsp:txXfrm>
    </dsp:sp>
    <dsp:sp modelId="{B48E7688-CF8B-4AD6-90F9-BA441A5CB426}">
      <dsp:nvSpPr>
        <dsp:cNvPr id="0" name=""/>
        <dsp:cNvSpPr/>
      </dsp:nvSpPr>
      <dsp:spPr>
        <a:xfrm>
          <a:off x="3013" y="939940"/>
          <a:ext cx="2937895" cy="338844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How is it different from a counseling session?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baseline="0"/>
            <a:t>It is a guided discussion that is focused on gathering information about the client’s chief complaint- </a:t>
          </a:r>
          <a:endParaRPr lang="en-US" sz="2100" kern="1200" dirty="0"/>
        </a:p>
      </dsp:txBody>
      <dsp:txXfrm>
        <a:off x="3013" y="939940"/>
        <a:ext cx="2937895" cy="3388445"/>
      </dsp:txXfrm>
    </dsp:sp>
    <dsp:sp modelId="{8CB40D79-3E2E-44E5-B3FB-E29DBCF92B65}">
      <dsp:nvSpPr>
        <dsp:cNvPr id="0" name=""/>
        <dsp:cNvSpPr/>
      </dsp:nvSpPr>
      <dsp:spPr>
        <a:xfrm>
          <a:off x="3352213" y="174727"/>
          <a:ext cx="2937895" cy="7652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 good interview-</a:t>
          </a:r>
        </a:p>
      </dsp:txBody>
      <dsp:txXfrm>
        <a:off x="3352213" y="174727"/>
        <a:ext cx="2937895" cy="765213"/>
      </dsp:txXfrm>
    </dsp:sp>
    <dsp:sp modelId="{CD3B58DD-219F-42BC-875C-A8ACDD105440}">
      <dsp:nvSpPr>
        <dsp:cNvPr id="0" name=""/>
        <dsp:cNvSpPr/>
      </dsp:nvSpPr>
      <dsp:spPr>
        <a:xfrm>
          <a:off x="3352213" y="939940"/>
          <a:ext cx="2937895" cy="338844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Gathers relevant information efficiently and develops rapport</a:t>
          </a:r>
        </a:p>
      </dsp:txBody>
      <dsp:txXfrm>
        <a:off x="3352213" y="939940"/>
        <a:ext cx="2937895" cy="3388445"/>
      </dsp:txXfrm>
    </dsp:sp>
    <dsp:sp modelId="{98AF9F31-5F2B-4B81-A3F6-2D206D649367}">
      <dsp:nvSpPr>
        <dsp:cNvPr id="0" name=""/>
        <dsp:cNvSpPr/>
      </dsp:nvSpPr>
      <dsp:spPr>
        <a:xfrm>
          <a:off x="6701414" y="174727"/>
          <a:ext cx="2937895" cy="7652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Includes multiple perspectives</a:t>
          </a:r>
        </a:p>
      </dsp:txBody>
      <dsp:txXfrm>
        <a:off x="6701414" y="174727"/>
        <a:ext cx="2937895" cy="765213"/>
      </dsp:txXfrm>
    </dsp:sp>
    <dsp:sp modelId="{31EA6D10-3381-4951-AEF6-116C539EB46C}">
      <dsp:nvSpPr>
        <dsp:cNvPr id="0" name=""/>
        <dsp:cNvSpPr/>
      </dsp:nvSpPr>
      <dsp:spPr>
        <a:xfrm>
          <a:off x="6701414" y="939940"/>
          <a:ext cx="2937895" cy="338844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Dynamic-Relationships, attachment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Behavior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Social-socio-cultural and relational norms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Biological-genetic and psychological contributors</a:t>
          </a:r>
        </a:p>
      </dsp:txBody>
      <dsp:txXfrm>
        <a:off x="6701414" y="939940"/>
        <a:ext cx="2937895" cy="33884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636628-0B89-4C00-A541-5AFD47136EE7}">
      <dsp:nvSpPr>
        <dsp:cNvPr id="0" name=""/>
        <dsp:cNvSpPr/>
      </dsp:nvSpPr>
      <dsp:spPr>
        <a:xfrm>
          <a:off x="0" y="63939"/>
          <a:ext cx="8596668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Semi-structured interviews</a:t>
          </a:r>
        </a:p>
      </dsp:txBody>
      <dsp:txXfrm>
        <a:off x="37467" y="101406"/>
        <a:ext cx="8521734" cy="692586"/>
      </dsp:txXfrm>
    </dsp:sp>
    <dsp:sp modelId="{D0F15B87-A98C-440F-89FD-F72492EB1646}">
      <dsp:nvSpPr>
        <dsp:cNvPr id="0" name=""/>
        <dsp:cNvSpPr/>
      </dsp:nvSpPr>
      <dsp:spPr>
        <a:xfrm>
          <a:off x="0" y="831459"/>
          <a:ext cx="8596668" cy="2086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2944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Adaptable to meet the needs of the client and the setting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Fosters better rapport formation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Requires more skill and practice</a:t>
          </a:r>
        </a:p>
        <a:p>
          <a:pPr marL="457200" lvl="2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Strong clinical judgement</a:t>
          </a:r>
        </a:p>
      </dsp:txBody>
      <dsp:txXfrm>
        <a:off x="0" y="831459"/>
        <a:ext cx="8596668" cy="2086560"/>
      </dsp:txXfrm>
    </dsp:sp>
    <dsp:sp modelId="{8AC8C53E-0570-4A42-AA17-3E6BD0DB20E3}">
      <dsp:nvSpPr>
        <dsp:cNvPr id="0" name=""/>
        <dsp:cNvSpPr/>
      </dsp:nvSpPr>
      <dsp:spPr>
        <a:xfrm>
          <a:off x="0" y="2918020"/>
          <a:ext cx="8596668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Samples</a:t>
          </a:r>
        </a:p>
      </dsp:txBody>
      <dsp:txXfrm>
        <a:off x="37467" y="2955487"/>
        <a:ext cx="8521734" cy="692586"/>
      </dsp:txXfrm>
    </dsp:sp>
    <dsp:sp modelId="{1798A1CD-F763-45F2-8C51-200BAC01CD0C}">
      <dsp:nvSpPr>
        <dsp:cNvPr id="0" name=""/>
        <dsp:cNvSpPr/>
      </dsp:nvSpPr>
      <dsp:spPr>
        <a:xfrm>
          <a:off x="0" y="3685540"/>
          <a:ext cx="8596668" cy="529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2944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>
              <a:hlinkClick xmlns:r="http://schemas.openxmlformats.org/officeDocument/2006/relationships" r:id="rId1"/>
            </a:rPr>
            <a:t>SCID</a:t>
          </a:r>
          <a:endParaRPr lang="en-US" sz="2500" kern="1200"/>
        </a:p>
      </dsp:txBody>
      <dsp:txXfrm>
        <a:off x="0" y="3685540"/>
        <a:ext cx="8596668" cy="5299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92E551-0AE7-468F-8587-4E9B85195D43}">
      <dsp:nvSpPr>
        <dsp:cNvPr id="0" name=""/>
        <dsp:cNvSpPr/>
      </dsp:nvSpPr>
      <dsp:spPr>
        <a:xfrm>
          <a:off x="0" y="608200"/>
          <a:ext cx="8947150" cy="95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4398" tIns="333248" rIns="694398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Time consuming- 1 or more hours per-day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Attempts to resist or avoid- no pleasure and are involuntary</a:t>
          </a:r>
        </a:p>
      </dsp:txBody>
      <dsp:txXfrm>
        <a:off x="0" y="608200"/>
        <a:ext cx="8947150" cy="957600"/>
      </dsp:txXfrm>
    </dsp:sp>
    <dsp:sp modelId="{8058231D-8196-4DA7-98FE-9CBC3C9EA6DA}">
      <dsp:nvSpPr>
        <dsp:cNvPr id="0" name=""/>
        <dsp:cNvSpPr/>
      </dsp:nvSpPr>
      <dsp:spPr>
        <a:xfrm>
          <a:off x="447357" y="372040"/>
          <a:ext cx="6263005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727" tIns="0" rIns="236727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Thoughts or urges cause anxiety</a:t>
          </a:r>
        </a:p>
      </dsp:txBody>
      <dsp:txXfrm>
        <a:off x="470414" y="395097"/>
        <a:ext cx="6216891" cy="426206"/>
      </dsp:txXfrm>
    </dsp:sp>
    <dsp:sp modelId="{361F7EAC-14CF-499B-9617-3259E85690B6}">
      <dsp:nvSpPr>
        <dsp:cNvPr id="0" name=""/>
        <dsp:cNvSpPr/>
      </dsp:nvSpPr>
      <dsp:spPr>
        <a:xfrm>
          <a:off x="0" y="1888360"/>
          <a:ext cx="8947150" cy="120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4398" tIns="333248" rIns="694398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Washing, cleaning, repeated phrases thoughts mental acts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No real connection to actual thought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Need to be performed specifically and accurately- Just right</a:t>
          </a:r>
        </a:p>
      </dsp:txBody>
      <dsp:txXfrm>
        <a:off x="0" y="1888360"/>
        <a:ext cx="8947150" cy="1209600"/>
      </dsp:txXfrm>
    </dsp:sp>
    <dsp:sp modelId="{5CDC37F4-473D-4E13-9C22-4651346C781B}">
      <dsp:nvSpPr>
        <dsp:cNvPr id="0" name=""/>
        <dsp:cNvSpPr/>
      </dsp:nvSpPr>
      <dsp:spPr>
        <a:xfrm>
          <a:off x="447357" y="1652200"/>
          <a:ext cx="6263005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727" tIns="0" rIns="236727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Take action to reduce anxiety</a:t>
          </a:r>
        </a:p>
      </dsp:txBody>
      <dsp:txXfrm>
        <a:off x="470414" y="1675257"/>
        <a:ext cx="6216891" cy="426206"/>
      </dsp:txXfrm>
    </dsp:sp>
    <dsp:sp modelId="{DA2549E8-20DF-4AB9-9542-F8A202BF91D6}">
      <dsp:nvSpPr>
        <dsp:cNvPr id="0" name=""/>
        <dsp:cNvSpPr/>
      </dsp:nvSpPr>
      <dsp:spPr>
        <a:xfrm>
          <a:off x="0" y="3420521"/>
          <a:ext cx="8947150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432B8C-49C6-4B9D-A349-73BF23427FAF}">
      <dsp:nvSpPr>
        <dsp:cNvPr id="0" name=""/>
        <dsp:cNvSpPr/>
      </dsp:nvSpPr>
      <dsp:spPr>
        <a:xfrm>
          <a:off x="447357" y="3184361"/>
          <a:ext cx="6263005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727" tIns="0" rIns="236727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Onset in adolescence- gradual and potentially chronic</a:t>
          </a:r>
        </a:p>
      </dsp:txBody>
      <dsp:txXfrm>
        <a:off x="470414" y="3207418"/>
        <a:ext cx="6216891" cy="42620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604B60-DF16-4405-B6DF-CA37AD39E227}">
      <dsp:nvSpPr>
        <dsp:cNvPr id="0" name=""/>
        <dsp:cNvSpPr/>
      </dsp:nvSpPr>
      <dsp:spPr>
        <a:xfrm>
          <a:off x="3614" y="574966"/>
          <a:ext cx="2173446" cy="6201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Body Dysmorphic Disorder</a:t>
          </a:r>
        </a:p>
      </dsp:txBody>
      <dsp:txXfrm>
        <a:off x="3614" y="574966"/>
        <a:ext cx="2173446" cy="620148"/>
      </dsp:txXfrm>
    </dsp:sp>
    <dsp:sp modelId="{341F51D0-AE08-490C-B10F-B2085B281C1F}">
      <dsp:nvSpPr>
        <dsp:cNvPr id="0" name=""/>
        <dsp:cNvSpPr/>
      </dsp:nvSpPr>
      <dsp:spPr>
        <a:xfrm>
          <a:off x="3614" y="1195115"/>
          <a:ext cx="2173446" cy="24265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Focus on perceived physical defects and flaws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Need to take repeated action or check, fix, correct, compare</a:t>
          </a:r>
        </a:p>
      </dsp:txBody>
      <dsp:txXfrm>
        <a:off x="3614" y="1195115"/>
        <a:ext cx="2173446" cy="2426580"/>
      </dsp:txXfrm>
    </dsp:sp>
    <dsp:sp modelId="{1E4A2DD3-3F7F-45E7-BE32-415F480E13D6}">
      <dsp:nvSpPr>
        <dsp:cNvPr id="0" name=""/>
        <dsp:cNvSpPr/>
      </dsp:nvSpPr>
      <dsp:spPr>
        <a:xfrm>
          <a:off x="2481343" y="574966"/>
          <a:ext cx="2173446" cy="6201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Hoarding Disorder</a:t>
          </a:r>
        </a:p>
      </dsp:txBody>
      <dsp:txXfrm>
        <a:off x="2481343" y="574966"/>
        <a:ext cx="2173446" cy="620148"/>
      </dsp:txXfrm>
    </dsp:sp>
    <dsp:sp modelId="{B1294651-B875-4B91-B440-42828306FEBB}">
      <dsp:nvSpPr>
        <dsp:cNvPr id="0" name=""/>
        <dsp:cNvSpPr/>
      </dsp:nvSpPr>
      <dsp:spPr>
        <a:xfrm>
          <a:off x="2481343" y="1195115"/>
          <a:ext cx="2173446" cy="24265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Persistent difficulty discarding personal items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Purposeful saving vs other types of accumulation</a:t>
          </a:r>
        </a:p>
      </dsp:txBody>
      <dsp:txXfrm>
        <a:off x="2481343" y="1195115"/>
        <a:ext cx="2173446" cy="2426580"/>
      </dsp:txXfrm>
    </dsp:sp>
    <dsp:sp modelId="{12334098-23F6-4CFE-9F55-86809366D5A4}">
      <dsp:nvSpPr>
        <dsp:cNvPr id="0" name=""/>
        <dsp:cNvSpPr/>
      </dsp:nvSpPr>
      <dsp:spPr>
        <a:xfrm>
          <a:off x="4959071" y="574966"/>
          <a:ext cx="2173446" cy="6201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Trichotillomania</a:t>
          </a:r>
        </a:p>
      </dsp:txBody>
      <dsp:txXfrm>
        <a:off x="4959071" y="574966"/>
        <a:ext cx="2173446" cy="620148"/>
      </dsp:txXfrm>
    </dsp:sp>
    <dsp:sp modelId="{9CF1734B-8C74-4500-BA0B-38A42F7F1CBD}">
      <dsp:nvSpPr>
        <dsp:cNvPr id="0" name=""/>
        <dsp:cNvSpPr/>
      </dsp:nvSpPr>
      <dsp:spPr>
        <a:xfrm>
          <a:off x="4959071" y="1195115"/>
          <a:ext cx="2173446" cy="24265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Hair Pulling</a:t>
          </a:r>
        </a:p>
      </dsp:txBody>
      <dsp:txXfrm>
        <a:off x="4959071" y="1195115"/>
        <a:ext cx="2173446" cy="2426580"/>
      </dsp:txXfrm>
    </dsp:sp>
    <dsp:sp modelId="{E4E38B99-624D-4976-AC6A-249B262000C3}">
      <dsp:nvSpPr>
        <dsp:cNvPr id="0" name=""/>
        <dsp:cNvSpPr/>
      </dsp:nvSpPr>
      <dsp:spPr>
        <a:xfrm>
          <a:off x="7436800" y="574966"/>
          <a:ext cx="2173446" cy="6201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Excoritation</a:t>
          </a:r>
        </a:p>
      </dsp:txBody>
      <dsp:txXfrm>
        <a:off x="7436800" y="574966"/>
        <a:ext cx="2173446" cy="620148"/>
      </dsp:txXfrm>
    </dsp:sp>
    <dsp:sp modelId="{FC8FB6E3-C963-4878-A8DC-8B2AEFD581B9}">
      <dsp:nvSpPr>
        <dsp:cNvPr id="0" name=""/>
        <dsp:cNvSpPr/>
      </dsp:nvSpPr>
      <dsp:spPr>
        <a:xfrm>
          <a:off x="7436800" y="1195115"/>
          <a:ext cx="2173446" cy="24265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Skin Picking</a:t>
          </a:r>
        </a:p>
      </dsp:txBody>
      <dsp:txXfrm>
        <a:off x="7436800" y="1195115"/>
        <a:ext cx="2173446" cy="24265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5B0A47D8-E79F-40D4-8691-DFAA8C76CEFB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A25B8A51-5766-45A7-ABEA-AFB04B2D6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256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5B8A51-5766-45A7-ABEA-AFB04B2D691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323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5B8A51-5766-45A7-ABEA-AFB04B2D691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066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02AF86-3E43-4C00-9E79-6131A5C09E5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798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02AF86-3E43-4C00-9E79-6131A5C09E5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2416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5B8A51-5766-45A7-ABEA-AFB04B2D691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1653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5B8A51-5766-45A7-ABEA-AFB04B2D691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4311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5B8A51-5766-45A7-ABEA-AFB04B2D691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9752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02AF86-3E43-4C00-9E79-6131A5C09E5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2741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02AF86-3E43-4C00-9E79-6131A5C09E5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2131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02AF86-3E43-4C00-9E79-6131A5C09E5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7305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02AF86-3E43-4C00-9E79-6131A5C09E5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7679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02AF86-3E43-4C00-9E79-6131A5C09E5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7259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5B8A51-5766-45A7-ABEA-AFB04B2D691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574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5B8A51-5766-45A7-ABEA-AFB04B2D691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7860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5B8A51-5766-45A7-ABEA-AFB04B2D691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9441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BFF4C5-7590-46D3-803F-C86457FB5B8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1828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BFF4C5-7590-46D3-803F-C86457FB5B8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1828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BFF4C5-7590-46D3-803F-C86457FB5B8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7413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286BF3-AA66-43B8-8B3D-2DC54CE4021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6321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5B8A51-5766-45A7-ABEA-AFB04B2D691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060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044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724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341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715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952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305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883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624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312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4616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6333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603445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0480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1/27/2026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9271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1/27/2026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2247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0232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27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2345051-2045-45DA-935E-2E3CA1A69ADC}" type="datetimeFigureOut">
              <a:rPr lang="en-US" smtClean="0"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8611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sychiatry.org/psychiatrists/practice/dsm/educational-resources/assessment-measures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3" descr="A digital image of colorful droplets">
            <a:extLst>
              <a:ext uri="{FF2B5EF4-FFF2-40B4-BE49-F238E27FC236}">
                <a16:creationId xmlns:a16="http://schemas.microsoft.com/office/drawing/2014/main" id="{6A191688-0207-4954-B247-71E5091F968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2309" r="-1" b="26002"/>
          <a:stretch>
            <a:fillRect/>
          </a:stretch>
        </p:blipFill>
        <p:spPr>
          <a:xfrm>
            <a:off x="1" y="-5"/>
            <a:ext cx="12191695" cy="5020241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</p:spPr>
      </p:pic>
      <p:sp>
        <p:nvSpPr>
          <p:cNvPr id="32" name="Freeform 16">
            <a:extLst>
              <a:ext uri="{FF2B5EF4-FFF2-40B4-BE49-F238E27FC236}">
                <a16:creationId xmlns:a16="http://schemas.microsoft.com/office/drawing/2014/main" id="{E4F17063-EDA4-417B-946F-BA357F3B3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3753695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2">
              <a:alpha val="4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36F3EEA-55D4-4677-80E7-92D00B8F3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12192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2BE3E6-BD9A-4086-BF00-0301946A3F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916" y="4854346"/>
            <a:ext cx="10407602" cy="868026"/>
          </a:xfrm>
        </p:spPr>
        <p:txBody>
          <a:bodyPr>
            <a:normAutofit/>
          </a:bodyPr>
          <a:lstStyle/>
          <a:p>
            <a:r>
              <a:rPr lang="en-US" sz="4800">
                <a:solidFill>
                  <a:srgbClr val="EBEBEB"/>
                </a:solidFill>
              </a:rPr>
              <a:t>Psychopathology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618B95-5E59-4ACD-9D0D-8E99829C55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6917" y="5722374"/>
            <a:ext cx="10407602" cy="487924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2">
                    <a:lumMod val="40000"/>
                    <a:lumOff val="60000"/>
                  </a:schemeClr>
                </a:solidFill>
              </a:rPr>
              <a:t>Week 3- Clinical Interviewing</a:t>
            </a:r>
          </a:p>
        </p:txBody>
      </p:sp>
    </p:spTree>
    <p:extLst>
      <p:ext uri="{BB962C8B-B14F-4D97-AF65-F5344CB8AC3E}">
        <p14:creationId xmlns:p14="http://schemas.microsoft.com/office/powerpoint/2010/main" val="3753884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66A1B-88A4-3FE8-190B-BC9720525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	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16E88-1091-C9E9-6ECD-DD8986AB7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530404"/>
            <a:ext cx="8946541" cy="4195481"/>
          </a:xfrm>
        </p:spPr>
        <p:txBody>
          <a:bodyPr>
            <a:noAutofit/>
          </a:bodyPr>
          <a:lstStyle/>
          <a:p>
            <a:r>
              <a:rPr lang="en-US" sz="2800" dirty="0"/>
              <a:t>What are the key features of Depression?</a:t>
            </a:r>
          </a:p>
          <a:p>
            <a:endParaRPr lang="en-US" sz="2800" dirty="0"/>
          </a:p>
          <a:p>
            <a:r>
              <a:rPr lang="en-US" sz="2800" dirty="0"/>
              <a:t>What are the key features of</a:t>
            </a:r>
          </a:p>
          <a:p>
            <a:pPr lvl="1"/>
            <a:r>
              <a:rPr lang="en-US" sz="2800" dirty="0"/>
              <a:t>Generalized Anxiety</a:t>
            </a:r>
          </a:p>
          <a:p>
            <a:pPr lvl="1"/>
            <a:r>
              <a:rPr lang="en-US" sz="2800" dirty="0"/>
              <a:t>Social Anxiety</a:t>
            </a:r>
          </a:p>
          <a:p>
            <a:pPr lvl="1"/>
            <a:r>
              <a:rPr lang="en-US" sz="2800" dirty="0"/>
              <a:t>Specific Phobia</a:t>
            </a:r>
          </a:p>
          <a:p>
            <a:pPr lvl="1"/>
            <a:r>
              <a:rPr lang="en-US" sz="2800" dirty="0"/>
              <a:t>Agoraphobia </a:t>
            </a:r>
          </a:p>
          <a:p>
            <a:pPr lvl="1"/>
            <a:r>
              <a:rPr lang="en-US" sz="2800" dirty="0"/>
              <a:t>Separation Anxiety</a:t>
            </a:r>
          </a:p>
          <a:p>
            <a:pPr lvl="1"/>
            <a:r>
              <a:rPr lang="en-US" sz="2800" dirty="0"/>
              <a:t>Panic Disorder</a:t>
            </a:r>
          </a:p>
        </p:txBody>
      </p:sp>
    </p:spTree>
    <p:extLst>
      <p:ext uri="{BB962C8B-B14F-4D97-AF65-F5344CB8AC3E}">
        <p14:creationId xmlns:p14="http://schemas.microsoft.com/office/powerpoint/2010/main" val="2063315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Clinical Interviewing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FAAC79C2-E922-44E0-85AC-549D3B3C8F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3387173"/>
              </p:ext>
            </p:extLst>
          </p:nvPr>
        </p:nvGraphicFramePr>
        <p:xfrm>
          <a:off x="677333" y="1854926"/>
          <a:ext cx="9642323" cy="45031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470571" y="6358039"/>
            <a:ext cx="2116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Morrison, 2014</a:t>
            </a:r>
          </a:p>
        </p:txBody>
      </p:sp>
    </p:spTree>
    <p:extLst>
      <p:ext uri="{BB962C8B-B14F-4D97-AF65-F5344CB8AC3E}">
        <p14:creationId xmlns:p14="http://schemas.microsoft.com/office/powerpoint/2010/main" val="129504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Clinical Interviewing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321" y="2336873"/>
            <a:ext cx="10796062" cy="4021166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Blend of providing direction and rapport building</a:t>
            </a:r>
          </a:p>
          <a:p>
            <a:pPr lvl="1"/>
            <a:r>
              <a:rPr lang="en-US" sz="2400" dirty="0"/>
              <a:t>Encourages open sharing and “free speech”</a:t>
            </a:r>
          </a:p>
          <a:p>
            <a:pPr lvl="1"/>
            <a:r>
              <a:rPr lang="en-US" sz="2400" dirty="0"/>
              <a:t>Be willing to start with small talk but do get to the point</a:t>
            </a:r>
          </a:p>
          <a:p>
            <a:pPr lvl="2"/>
            <a:r>
              <a:rPr lang="en-US" sz="2400" dirty="0"/>
              <a:t>Opening questions- what bring you here today?</a:t>
            </a:r>
          </a:p>
          <a:p>
            <a:r>
              <a:rPr lang="en-US" sz="2400" dirty="0"/>
              <a:t>Have a clear understanding of the “domains” of information you need to know</a:t>
            </a:r>
          </a:p>
          <a:p>
            <a:pPr lvl="1"/>
            <a:r>
              <a:rPr lang="en-US" sz="2400" dirty="0"/>
              <a:t>Assess for Suicidal Ideation early</a:t>
            </a:r>
          </a:p>
          <a:p>
            <a:pPr lvl="1"/>
            <a:r>
              <a:rPr lang="en-US" sz="2400" dirty="0"/>
              <a:t>Assess for substance use/abuse early</a:t>
            </a:r>
          </a:p>
          <a:p>
            <a:r>
              <a:rPr lang="en-US" sz="2400" dirty="0"/>
              <a:t>Practice makes permanent	</a:t>
            </a:r>
          </a:p>
          <a:p>
            <a:endParaRPr lang="en-US" sz="2400" dirty="0"/>
          </a:p>
          <a:p>
            <a:pPr lvl="1"/>
            <a:endParaRPr lang="en-US" sz="22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9470571" y="6358039"/>
            <a:ext cx="2116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Morrison, 2014</a:t>
            </a:r>
          </a:p>
        </p:txBody>
      </p:sp>
    </p:spTree>
    <p:extLst>
      <p:ext uri="{BB962C8B-B14F-4D97-AF65-F5344CB8AC3E}">
        <p14:creationId xmlns:p14="http://schemas.microsoft.com/office/powerpoint/2010/main" val="3396061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6CF20-A4D4-4F67-9E63-B97917C93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Clinical Interviewing- Assessment for Suicide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4341A-6C93-4DD4-8B72-107AF5A18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2400" dirty="0"/>
              <a:t>Assessment for risk of suicide can be challenging</a:t>
            </a:r>
          </a:p>
          <a:p>
            <a:pPr lvl="1"/>
            <a:r>
              <a:rPr lang="en-US" sz="2400" dirty="0"/>
              <a:t>Individual moods and experience shift and change between/after session</a:t>
            </a:r>
          </a:p>
          <a:p>
            <a:pPr lvl="1"/>
            <a:r>
              <a:rPr lang="en-US" sz="2400" dirty="0"/>
              <a:t>Clients’ experiences may be similar but are unique.</a:t>
            </a:r>
          </a:p>
          <a:p>
            <a:pPr lvl="2"/>
            <a:r>
              <a:rPr lang="en-US" sz="2400" dirty="0"/>
              <a:t>Therefore, assessment must be considered unique and evaluated based on client, not just common signs.  </a:t>
            </a:r>
          </a:p>
          <a:p>
            <a:pPr lvl="1"/>
            <a:r>
              <a:rPr lang="en-US" sz="2800" dirty="0"/>
              <a:t>Assessment Tools</a:t>
            </a:r>
          </a:p>
          <a:p>
            <a:pPr lvl="2"/>
            <a:r>
              <a:rPr lang="en-US" sz="2000" dirty="0"/>
              <a:t>IS PATH WARM</a:t>
            </a:r>
          </a:p>
          <a:p>
            <a:pPr lvl="2"/>
            <a:r>
              <a:rPr lang="en-US" sz="2000" dirty="0"/>
              <a:t>Suicide Potential Instruments</a:t>
            </a:r>
          </a:p>
          <a:p>
            <a:pPr lvl="3"/>
            <a:r>
              <a:rPr lang="en-US" sz="2000" dirty="0"/>
              <a:t>Suicide Probability Scale</a:t>
            </a:r>
          </a:p>
          <a:p>
            <a:pPr lvl="3"/>
            <a:r>
              <a:rPr lang="en-US" sz="2000" dirty="0"/>
              <a:t>Beck Scale of Suicide Ideation, Hopelessness Scale, Adult Suicidal Ideation Questionnaire</a:t>
            </a:r>
          </a:p>
          <a:p>
            <a:pPr marL="384048" lvl="2" indent="0">
              <a:buNone/>
            </a:pPr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26425B-070B-4523-8551-1E7DBA682D6E}"/>
              </a:ext>
            </a:extLst>
          </p:cNvPr>
          <p:cNvSpPr txBox="1"/>
          <p:nvPr/>
        </p:nvSpPr>
        <p:spPr>
          <a:xfrm>
            <a:off x="9470571" y="6358039"/>
            <a:ext cx="2116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Whiston, 2017</a:t>
            </a:r>
          </a:p>
        </p:txBody>
      </p:sp>
    </p:spTree>
    <p:extLst>
      <p:ext uri="{BB962C8B-B14F-4D97-AF65-F5344CB8AC3E}">
        <p14:creationId xmlns:p14="http://schemas.microsoft.com/office/powerpoint/2010/main" val="2168890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23E8915-D2AA-4327-A45A-972C3CA95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302FC3C-9804-4950-B721-5FD704BA6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88952" cy="6858000"/>
          </a:xfrm>
          <a:prstGeom prst="rect">
            <a:avLst/>
          </a:prstGeom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B9695BD-ECF6-49CA-8877-8C493193C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5" y="1828800"/>
            <a:ext cx="0" cy="3200400"/>
          </a:xfrm>
          <a:prstGeom prst="line">
            <a:avLst/>
          </a:prstGeom>
          <a:ln w="190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3BC6EBB2-9BDC-4075-BA6B-43A9FBF9C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228080"/>
            <a:ext cx="993734" cy="762000"/>
          </a:xfrm>
          <a:prstGeom prst="rect">
            <a:avLst/>
          </a:prstGeom>
        </p:spPr>
      </p:pic>
      <p:sp>
        <p:nvSpPr>
          <p:cNvPr id="16" name="Freeform 5">
            <a:extLst>
              <a:ext uri="{FF2B5EF4-FFF2-40B4-BE49-F238E27FC236}">
                <a16:creationId xmlns:a16="http://schemas.microsoft.com/office/drawing/2014/main" id="{F3798573-F27B-47EB-8EA4-7EE34954C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588" y="0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7C529E-4900-44AE-A588-E3F9D611A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195" y="804672"/>
            <a:ext cx="3521359" cy="5248656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 IS PATH WARM	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35CFB-5706-48DA-8B5E-8679ABD9B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804671"/>
            <a:ext cx="6721496" cy="524865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600"/>
              <a:t>I= Ideation- Thoughts of suicide- All thoughts and verbalizations should be followed up </a:t>
            </a:r>
          </a:p>
          <a:p>
            <a:pPr>
              <a:lnSpc>
                <a:spcPct val="90000"/>
              </a:lnSpc>
            </a:pPr>
            <a:r>
              <a:rPr lang="en-US" sz="1600"/>
              <a:t>S= Substance abuse- Is use problematic, has it increased, </a:t>
            </a:r>
          </a:p>
          <a:p>
            <a:pPr>
              <a:lnSpc>
                <a:spcPct val="90000"/>
              </a:lnSpc>
            </a:pPr>
            <a:r>
              <a:rPr lang="en-US" sz="1600"/>
              <a:t>P= Purposeless- indications of feelings life is not worth living</a:t>
            </a:r>
          </a:p>
          <a:p>
            <a:pPr>
              <a:lnSpc>
                <a:spcPct val="90000"/>
              </a:lnSpc>
            </a:pPr>
            <a:r>
              <a:rPr lang="en-US" sz="1600"/>
              <a:t>A= Anxiety- agitation, insomnia, also other issues with pathology with risk of suicide</a:t>
            </a:r>
          </a:p>
          <a:p>
            <a:pPr>
              <a:lnSpc>
                <a:spcPct val="90000"/>
              </a:lnSpc>
            </a:pPr>
            <a:r>
              <a:rPr lang="en-US" sz="1600"/>
              <a:t>T= Trapped- Feeling of no alternative- death is seen as only viable option</a:t>
            </a:r>
          </a:p>
          <a:p>
            <a:pPr>
              <a:lnSpc>
                <a:spcPct val="90000"/>
              </a:lnSpc>
            </a:pPr>
            <a:r>
              <a:rPr lang="en-US" sz="1600"/>
              <a:t>H=Hopeless-A significant predictor of suicide attempt/suicide</a:t>
            </a:r>
          </a:p>
          <a:p>
            <a:pPr>
              <a:lnSpc>
                <a:spcPct val="90000"/>
              </a:lnSpc>
            </a:pPr>
            <a:r>
              <a:rPr lang="en-US" sz="1600"/>
              <a:t>W= Withdrawing- from family and friends. Easier to manage impact of suicide.</a:t>
            </a:r>
          </a:p>
          <a:p>
            <a:pPr>
              <a:lnSpc>
                <a:spcPct val="90000"/>
              </a:lnSpc>
            </a:pPr>
            <a:r>
              <a:rPr lang="en-US" sz="1600"/>
              <a:t>A= Anger- Increasing anger and hostility</a:t>
            </a:r>
          </a:p>
          <a:p>
            <a:pPr>
              <a:lnSpc>
                <a:spcPct val="90000"/>
              </a:lnSpc>
            </a:pPr>
            <a:r>
              <a:rPr lang="en-US" sz="1600"/>
              <a:t>R= Reckless- feeling there is little to lose so increased risk taking/reckless behavior</a:t>
            </a:r>
          </a:p>
          <a:p>
            <a:pPr>
              <a:lnSpc>
                <a:spcPct val="90000"/>
              </a:lnSpc>
            </a:pPr>
            <a:r>
              <a:rPr lang="en-US" sz="1600"/>
              <a:t>M= Mood- Dramatic Shifts in mood. Can be positive. </a:t>
            </a:r>
          </a:p>
        </p:txBody>
      </p:sp>
    </p:spTree>
    <p:extLst>
      <p:ext uri="{BB962C8B-B14F-4D97-AF65-F5344CB8AC3E}">
        <p14:creationId xmlns:p14="http://schemas.microsoft.com/office/powerpoint/2010/main" val="3582037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23E8915-D2AA-4327-A45A-972C3CA95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302FC3C-9804-4950-B721-5FD704BA6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88952" cy="6858000"/>
          </a:xfrm>
          <a:prstGeom prst="rect">
            <a:avLst/>
          </a:prstGeom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B9695BD-ECF6-49CA-8877-8C493193C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5" y="1828800"/>
            <a:ext cx="0" cy="3200400"/>
          </a:xfrm>
          <a:prstGeom prst="line">
            <a:avLst/>
          </a:prstGeom>
          <a:ln w="190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3BC6EBB2-9BDC-4075-BA6B-43A9FBF9C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228080"/>
            <a:ext cx="993734" cy="762000"/>
          </a:xfrm>
          <a:prstGeom prst="rect">
            <a:avLst/>
          </a:prstGeom>
        </p:spPr>
      </p:pic>
      <p:sp>
        <p:nvSpPr>
          <p:cNvPr id="16" name="Freeform 5">
            <a:extLst>
              <a:ext uri="{FF2B5EF4-FFF2-40B4-BE49-F238E27FC236}">
                <a16:creationId xmlns:a16="http://schemas.microsoft.com/office/drawing/2014/main" id="{F3798573-F27B-47EB-8EA4-7EE34954C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588" y="0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0882FA-16B0-4443-9F79-49F2E755B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195" y="804672"/>
            <a:ext cx="3521359" cy="5248656"/>
          </a:xfrm>
        </p:spPr>
        <p:txBody>
          <a:bodyPr anchor="ctr">
            <a:normAutofit/>
          </a:bodyPr>
          <a:lstStyle/>
          <a:p>
            <a:pPr algn="ctr"/>
            <a:r>
              <a:rPr lang="en-US"/>
              <a:t>Asking About Suicide	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BB90CAA3-F9D4-43B0-A3BE-07E123B740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5861" y="804671"/>
            <a:ext cx="6399930" cy="5248657"/>
          </a:xfrm>
        </p:spPr>
        <p:txBody>
          <a:bodyPr anchor="ctr">
            <a:normAutofit/>
          </a:bodyPr>
          <a:lstStyle/>
          <a:p>
            <a:pPr lvl="1"/>
            <a:r>
              <a:rPr lang="en-US"/>
              <a:t>Be Direct</a:t>
            </a:r>
          </a:p>
          <a:p>
            <a:pPr lvl="2"/>
            <a:r>
              <a:rPr lang="en-US"/>
              <a:t>“Have you had thoughts about ending your life?”</a:t>
            </a:r>
          </a:p>
          <a:p>
            <a:pPr lvl="2"/>
            <a:r>
              <a:rPr lang="en-US"/>
              <a:t>“Have you had thoughts of killing yourself?”</a:t>
            </a:r>
          </a:p>
          <a:p>
            <a:pPr lvl="1"/>
            <a:r>
              <a:rPr lang="en-US"/>
              <a:t>Be Comfortable</a:t>
            </a:r>
          </a:p>
          <a:p>
            <a:pPr lvl="1"/>
            <a:r>
              <a:rPr lang="en-US"/>
              <a:t>Be Confident</a:t>
            </a:r>
          </a:p>
          <a:p>
            <a:pPr lvl="1"/>
            <a:r>
              <a:rPr lang="en-US"/>
              <a:t>Be aware of pathology with increased risk</a:t>
            </a:r>
          </a:p>
          <a:p>
            <a:pPr lvl="1"/>
            <a:r>
              <a:rPr lang="en-US"/>
              <a:t>Be observant non-verbal, incongruence, risk phrases or topics</a:t>
            </a:r>
          </a:p>
          <a:p>
            <a:pPr lvl="1"/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993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Clinical Interviewing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9772952" cy="4357777"/>
          </a:xfrm>
        </p:spPr>
        <p:txBody>
          <a:bodyPr>
            <a:normAutofit fontScale="92500" lnSpcReduction="10000"/>
          </a:bodyPr>
          <a:lstStyle/>
          <a:p>
            <a:r>
              <a:rPr lang="en-US" sz="3200" dirty="0"/>
              <a:t>The Chief Complaint</a:t>
            </a:r>
          </a:p>
          <a:p>
            <a:pPr lvl="1"/>
            <a:r>
              <a:rPr lang="en-US" sz="3200" dirty="0"/>
              <a:t>Sometimes the main focus of therapy and diagnosis other times not</a:t>
            </a:r>
          </a:p>
          <a:p>
            <a:pPr lvl="1"/>
            <a:r>
              <a:rPr lang="en-US" sz="3200" dirty="0"/>
              <a:t>How do you know if you are following the right track</a:t>
            </a:r>
          </a:p>
          <a:p>
            <a:pPr lvl="2"/>
            <a:r>
              <a:rPr lang="en-US" sz="3200" dirty="0"/>
              <a:t>The truth will come out eventually</a:t>
            </a:r>
          </a:p>
          <a:p>
            <a:pPr lvl="2"/>
            <a:r>
              <a:rPr lang="en-US" sz="3200" dirty="0"/>
              <a:t>Trust the process</a:t>
            </a:r>
          </a:p>
          <a:p>
            <a:pPr lvl="2"/>
            <a:r>
              <a:rPr lang="en-US" sz="3200" dirty="0"/>
              <a:t>The client will tell you in some way or another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70571" y="6358039"/>
            <a:ext cx="2116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Morrison, 2014</a:t>
            </a:r>
          </a:p>
        </p:txBody>
      </p:sp>
    </p:spTree>
    <p:extLst>
      <p:ext uri="{BB962C8B-B14F-4D97-AF65-F5344CB8AC3E}">
        <p14:creationId xmlns:p14="http://schemas.microsoft.com/office/powerpoint/2010/main" val="3858889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Clinical Interviewing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/>
              <a:t>Rapport</a:t>
            </a:r>
          </a:p>
          <a:p>
            <a:pPr lvl="1"/>
            <a:r>
              <a:rPr lang="en-US" sz="3200"/>
              <a:t>Why is it important?</a:t>
            </a:r>
          </a:p>
          <a:p>
            <a:pPr lvl="1"/>
            <a:r>
              <a:rPr lang="en-US" sz="3200"/>
              <a:t>How do you foster rapport?</a:t>
            </a:r>
          </a:p>
          <a:p>
            <a:pPr lvl="1"/>
            <a:endParaRPr lang="en-US" sz="2200"/>
          </a:p>
        </p:txBody>
      </p:sp>
      <p:sp>
        <p:nvSpPr>
          <p:cNvPr id="4" name="TextBox 3"/>
          <p:cNvSpPr txBox="1"/>
          <p:nvPr/>
        </p:nvSpPr>
        <p:spPr>
          <a:xfrm>
            <a:off x="9470571" y="6358039"/>
            <a:ext cx="2116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Morrison, 2014</a:t>
            </a:r>
          </a:p>
        </p:txBody>
      </p:sp>
    </p:spTree>
    <p:extLst>
      <p:ext uri="{BB962C8B-B14F-4D97-AF65-F5344CB8AC3E}">
        <p14:creationId xmlns:p14="http://schemas.microsoft.com/office/powerpoint/2010/main" val="1370805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Clinical Interviewing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600"/>
              <a:t>Structured and unstructured interviews</a:t>
            </a:r>
          </a:p>
          <a:p>
            <a:pPr lvl="1"/>
            <a:r>
              <a:rPr lang="en-US" sz="3600"/>
              <a:t>Both can be effective and appropriate</a:t>
            </a:r>
          </a:p>
          <a:p>
            <a:pPr lvl="1"/>
            <a:r>
              <a:rPr lang="en-US" sz="3600"/>
              <a:t>Different settings require different approaches</a:t>
            </a:r>
          </a:p>
          <a:p>
            <a:pPr lvl="1"/>
            <a:r>
              <a:rPr lang="en-US" sz="3600"/>
              <a:t>Require different training level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47166" y="6271551"/>
            <a:ext cx="3618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Segal &amp; Williams, 2014</a:t>
            </a:r>
          </a:p>
        </p:txBody>
      </p:sp>
    </p:spTree>
    <p:extLst>
      <p:ext uri="{BB962C8B-B14F-4D97-AF65-F5344CB8AC3E}">
        <p14:creationId xmlns:p14="http://schemas.microsoft.com/office/powerpoint/2010/main" val="37127151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Clinical Interviewing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9E861457-D48F-4223-A663-699BC0FDCC5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77334" y="2160589"/>
          <a:ext cx="8596668" cy="4279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347166" y="6271551"/>
            <a:ext cx="3618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Segal &amp; Williams, 2014</a:t>
            </a:r>
          </a:p>
        </p:txBody>
      </p:sp>
    </p:spTree>
    <p:extLst>
      <p:ext uri="{BB962C8B-B14F-4D97-AF65-F5344CB8AC3E}">
        <p14:creationId xmlns:p14="http://schemas.microsoft.com/office/powerpoint/2010/main" val="12685057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Clinical Interviewing in Practice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anchor="ctr">
            <a:normAutofit fontScale="92500" lnSpcReduction="20000"/>
          </a:bodyPr>
          <a:lstStyle/>
          <a:p>
            <a:r>
              <a:rPr lang="en-US" sz="3200" dirty="0"/>
              <a:t>In practice</a:t>
            </a:r>
          </a:p>
          <a:p>
            <a:pPr lvl="1"/>
            <a:r>
              <a:rPr lang="en-US" sz="3200" dirty="0"/>
              <a:t>Semi-structured most common</a:t>
            </a:r>
          </a:p>
          <a:p>
            <a:pPr lvl="1"/>
            <a:r>
              <a:rPr lang="en-US" sz="3200" dirty="0"/>
              <a:t>Best when blended with strong diagnostic interview skills</a:t>
            </a:r>
          </a:p>
          <a:p>
            <a:pPr lvl="1"/>
            <a:r>
              <a:rPr lang="en-US" sz="3200" dirty="0"/>
              <a:t>Use self-report measures and questionnaires </a:t>
            </a:r>
          </a:p>
          <a:p>
            <a:pPr lvl="2"/>
            <a:r>
              <a:rPr lang="en-US" sz="3200" dirty="0">
                <a:hlinkClick r:id="rId3"/>
              </a:rPr>
              <a:t>DSM 5 Cross Cutting Tools</a:t>
            </a:r>
            <a:endParaRPr lang="en-US" sz="3200" dirty="0"/>
          </a:p>
          <a:p>
            <a:pPr lvl="2"/>
            <a:r>
              <a:rPr lang="en-US" sz="3200" dirty="0"/>
              <a:t>Adverse Childhood Experience</a:t>
            </a:r>
          </a:p>
          <a:p>
            <a:pPr lvl="2"/>
            <a:r>
              <a:rPr lang="en-US" sz="3200" dirty="0"/>
              <a:t>Many others- determine by need of setting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2984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E6F22-433E-4B73-BA78-916943294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Art of Asking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580D2-2641-4F92-AEDD-26FDD907C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512305"/>
          </a:xfrm>
        </p:spPr>
        <p:txBody>
          <a:bodyPr>
            <a:normAutofit fontScale="92500" lnSpcReduction="10000"/>
          </a:bodyPr>
          <a:lstStyle/>
          <a:p>
            <a:pPr lvl="1"/>
            <a:r>
              <a:rPr lang="en-US" sz="2400" dirty="0"/>
              <a:t>Be direct and brief but gentle</a:t>
            </a:r>
          </a:p>
          <a:p>
            <a:pPr lvl="2"/>
            <a:r>
              <a:rPr lang="en-US" sz="2400" dirty="0"/>
              <a:t>Ask about what you want to know</a:t>
            </a:r>
          </a:p>
          <a:p>
            <a:pPr lvl="1"/>
            <a:r>
              <a:rPr lang="en-US" sz="2400" dirty="0"/>
              <a:t>Avoid vague questions that leave the client guessing</a:t>
            </a:r>
          </a:p>
          <a:p>
            <a:pPr lvl="1"/>
            <a:r>
              <a:rPr lang="en-US" sz="2400" dirty="0"/>
              <a:t>Avoid asking more than one questions at a time.</a:t>
            </a:r>
          </a:p>
          <a:p>
            <a:pPr lvl="1"/>
            <a:r>
              <a:rPr lang="en-US" sz="2400" dirty="0"/>
              <a:t>Start with open questions </a:t>
            </a:r>
          </a:p>
          <a:p>
            <a:pPr lvl="2"/>
            <a:r>
              <a:rPr lang="en-US" sz="2400" dirty="0"/>
              <a:t>What is that like for you.</a:t>
            </a:r>
          </a:p>
          <a:p>
            <a:pPr lvl="2"/>
            <a:r>
              <a:rPr lang="en-US" sz="2400" dirty="0"/>
              <a:t>Please tell me more about your experience…</a:t>
            </a:r>
          </a:p>
          <a:p>
            <a:pPr lvl="1"/>
            <a:r>
              <a:rPr lang="en-US" sz="2400" dirty="0"/>
              <a:t>Guide toward specificity</a:t>
            </a:r>
          </a:p>
          <a:p>
            <a:pPr lvl="2"/>
            <a:r>
              <a:rPr lang="en-US" sz="2400" dirty="0"/>
              <a:t>Closed questions help with this</a:t>
            </a:r>
          </a:p>
          <a:p>
            <a:pPr lvl="2"/>
            <a:r>
              <a:rPr lang="en-US" sz="2400" dirty="0"/>
              <a:t>Type, severity, frequency, duration- When, where, how, …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60E2F2-C769-4000-BB1B-6F10708C571A}"/>
              </a:ext>
            </a:extLst>
          </p:cNvPr>
          <p:cNvSpPr txBox="1"/>
          <p:nvPr/>
        </p:nvSpPr>
        <p:spPr>
          <a:xfrm>
            <a:off x="7615646" y="6358038"/>
            <a:ext cx="4113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Adapted from Morrison, 2014</a:t>
            </a:r>
          </a:p>
        </p:txBody>
      </p:sp>
    </p:spTree>
    <p:extLst>
      <p:ext uri="{BB962C8B-B14F-4D97-AF65-F5344CB8AC3E}">
        <p14:creationId xmlns:p14="http://schemas.microsoft.com/office/powerpoint/2010/main" val="39305867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E6F22-433E-4B73-BA78-916943294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Art of Asking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580D2-2641-4F92-AEDD-26FDD907C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86" y="1515292"/>
            <a:ext cx="9657967" cy="4733108"/>
          </a:xfrm>
        </p:spPr>
        <p:txBody>
          <a:bodyPr>
            <a:normAutofit lnSpcReduction="10000"/>
          </a:bodyPr>
          <a:lstStyle/>
          <a:p>
            <a:pPr marL="201168" lvl="1" indent="0">
              <a:buNone/>
            </a:pPr>
            <a:endParaRPr lang="en-US" sz="2800" dirty="0"/>
          </a:p>
          <a:p>
            <a:pPr lvl="1"/>
            <a:r>
              <a:rPr lang="en-US" sz="2800" dirty="0"/>
              <a:t>Use the client’s language and avoid jargon</a:t>
            </a:r>
          </a:p>
          <a:p>
            <a:pPr lvl="1"/>
            <a:r>
              <a:rPr lang="en-US" sz="2800" dirty="0"/>
              <a:t>Get to “Why” Without asking why questions</a:t>
            </a:r>
          </a:p>
          <a:p>
            <a:pPr lvl="1"/>
            <a:r>
              <a:rPr lang="en-US" sz="2800" dirty="0"/>
              <a:t>Avoid asking the in the negative – “you don’t experience thoughts of suicide, do you?”</a:t>
            </a:r>
          </a:p>
          <a:p>
            <a:pPr lvl="1"/>
            <a:r>
              <a:rPr lang="en-US" sz="2800" dirty="0"/>
              <a:t>Avoid Leading questions- explore but do not prime or lead the client to get the information you want</a:t>
            </a:r>
          </a:p>
          <a:p>
            <a:pPr lvl="1"/>
            <a:r>
              <a:rPr lang="en-US" sz="2800" dirty="0"/>
              <a:t>Explore emotions- Pay attention to feeling words and ask directly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60E2F2-C769-4000-BB1B-6F10708C571A}"/>
              </a:ext>
            </a:extLst>
          </p:cNvPr>
          <p:cNvSpPr txBox="1"/>
          <p:nvPr/>
        </p:nvSpPr>
        <p:spPr>
          <a:xfrm>
            <a:off x="7654834" y="6358039"/>
            <a:ext cx="3931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Adapted from Morrison, 2014</a:t>
            </a:r>
          </a:p>
        </p:txBody>
      </p:sp>
    </p:spTree>
    <p:extLst>
      <p:ext uri="{BB962C8B-B14F-4D97-AF65-F5344CB8AC3E}">
        <p14:creationId xmlns:p14="http://schemas.microsoft.com/office/powerpoint/2010/main" val="39633960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3BB12-CB62-5C55-5BEA-39CBFA82E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1B4C0-46FD-3C40-6159-F36DEEE8D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10287499" cy="4195481"/>
          </a:xfrm>
        </p:spPr>
        <p:txBody>
          <a:bodyPr>
            <a:normAutofit/>
          </a:bodyPr>
          <a:lstStyle/>
          <a:p>
            <a:r>
              <a:rPr lang="en-US" sz="2800" dirty="0"/>
              <a:t>Break into table-groups of  2 or 3 if needed</a:t>
            </a:r>
          </a:p>
          <a:p>
            <a:r>
              <a:rPr lang="en-US" sz="2800" dirty="0"/>
              <a:t>Identify a current “mildly challenging” situation</a:t>
            </a:r>
          </a:p>
          <a:p>
            <a:r>
              <a:rPr lang="en-US" sz="2800" dirty="0"/>
              <a:t>Take turns practicing exploring the topic by asking open and closed questions to explore the situation. </a:t>
            </a:r>
          </a:p>
        </p:txBody>
      </p:sp>
    </p:spTree>
    <p:extLst>
      <p:ext uri="{BB962C8B-B14F-4D97-AF65-F5344CB8AC3E}">
        <p14:creationId xmlns:p14="http://schemas.microsoft.com/office/powerpoint/2010/main" val="2235926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76E55-BABC-48BF-9B76-3F0258655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Domains to Explore		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0C41E-2DC3-4503-921E-BAF1AFABD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725663"/>
          </a:xfrm>
        </p:spPr>
        <p:txBody>
          <a:bodyPr>
            <a:normAutofit lnSpcReduction="10000"/>
          </a:bodyPr>
          <a:lstStyle/>
          <a:p>
            <a:pPr lvl="1"/>
            <a:r>
              <a:rPr lang="en-US" sz="2400" dirty="0"/>
              <a:t>Establish the list of areas you want to know more about</a:t>
            </a:r>
          </a:p>
          <a:p>
            <a:pPr lvl="2"/>
            <a:r>
              <a:rPr lang="en-US" sz="2400" dirty="0"/>
              <a:t>Should complement your intake packet</a:t>
            </a:r>
          </a:p>
          <a:p>
            <a:pPr lvl="1"/>
            <a:r>
              <a:rPr lang="en-US" sz="2400" dirty="0"/>
              <a:t>Chief complaint</a:t>
            </a:r>
          </a:p>
          <a:p>
            <a:pPr lvl="1"/>
            <a:r>
              <a:rPr lang="en-US" sz="2400" dirty="0"/>
              <a:t>History of Illness</a:t>
            </a:r>
          </a:p>
          <a:p>
            <a:pPr lvl="1"/>
            <a:r>
              <a:rPr lang="en-US" sz="2400" dirty="0"/>
              <a:t>Suicide</a:t>
            </a:r>
          </a:p>
          <a:p>
            <a:pPr lvl="1"/>
            <a:r>
              <a:rPr lang="en-US" sz="2400" dirty="0"/>
              <a:t>Personal History relevant to treatment</a:t>
            </a:r>
          </a:p>
          <a:p>
            <a:pPr lvl="2"/>
            <a:r>
              <a:rPr lang="en-US" sz="2400" dirty="0"/>
              <a:t>Family of origin/ history, </a:t>
            </a:r>
          </a:p>
          <a:p>
            <a:pPr lvl="2"/>
            <a:r>
              <a:rPr lang="en-US" sz="2400" dirty="0"/>
              <a:t>History of abuse and/or trauma</a:t>
            </a:r>
          </a:p>
          <a:p>
            <a:pPr lvl="2"/>
            <a:r>
              <a:rPr lang="en-US" sz="2400" dirty="0"/>
              <a:t>Sexual history</a:t>
            </a:r>
          </a:p>
          <a:p>
            <a:pPr lvl="2"/>
            <a:r>
              <a:rPr lang="en-US" sz="2400" dirty="0"/>
              <a:t>Education-Experience not achievement</a:t>
            </a:r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0904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Obsessive-Compulsive Related Disorders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Obsessions-recurrent intrusive unwanted thoughts</a:t>
            </a:r>
          </a:p>
          <a:p>
            <a:pPr lvl="1"/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Incongruent with personal views, resisted </a:t>
            </a:r>
          </a:p>
          <a:p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Compulsions-behaviors or mental rituals repeated to reduce anxiety</a:t>
            </a:r>
          </a:p>
          <a:p>
            <a:pPr lvl="1"/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Must perform and perform accurately</a:t>
            </a:r>
          </a:p>
          <a:p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Persistent and excessive, cause distress</a:t>
            </a:r>
          </a:p>
          <a:p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Commonly includes good insight</a:t>
            </a:r>
          </a:p>
          <a:p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Include OCD, Body dysmorphic disorder, hoarding, Trichotillomania and Excoriation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34222" y="6176963"/>
            <a:ext cx="1603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APA, 2022</a:t>
            </a:r>
          </a:p>
        </p:txBody>
      </p:sp>
    </p:spTree>
    <p:extLst>
      <p:ext uri="{BB962C8B-B14F-4D97-AF65-F5344CB8AC3E}">
        <p14:creationId xmlns:p14="http://schemas.microsoft.com/office/powerpoint/2010/main" val="34076834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Obsessive-Compulsive Related Disorders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Obsessions-recurrent intrusive/unwanted thoughts</a:t>
            </a:r>
          </a:p>
          <a:p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Compulsions-behaviors or mental rituals repeated to reduce anxiety</a:t>
            </a:r>
          </a:p>
          <a:p>
            <a:pPr lvl="1"/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Must perform and perform accurately</a:t>
            </a:r>
          </a:p>
          <a:p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Persistent and excessive, cause distress</a:t>
            </a:r>
          </a:p>
          <a:p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Commonly includes good insight</a:t>
            </a:r>
          </a:p>
          <a:p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Include OCD, Body dysmorphic disorder, hoarding, Trichotillomania and Excoriation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81525" y="6248399"/>
            <a:ext cx="1603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APA, 2022</a:t>
            </a:r>
          </a:p>
        </p:txBody>
      </p:sp>
    </p:spTree>
    <p:extLst>
      <p:ext uri="{BB962C8B-B14F-4D97-AF65-F5344CB8AC3E}">
        <p14:creationId xmlns:p14="http://schemas.microsoft.com/office/powerpoint/2010/main" val="9917930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Obsessive-Compulsive Disorder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04FD6D6C-AC20-4CC5-ACBF-142A947A3EE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03313" y="2052638"/>
          <a:ext cx="8947150" cy="41957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934222" y="6176963"/>
            <a:ext cx="1603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APA, 2022</a:t>
            </a:r>
          </a:p>
        </p:txBody>
      </p:sp>
    </p:spTree>
    <p:extLst>
      <p:ext uri="{BB962C8B-B14F-4D97-AF65-F5344CB8AC3E}">
        <p14:creationId xmlns:p14="http://schemas.microsoft.com/office/powerpoint/2010/main" val="33656772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Other OC related Disorders		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BE0C1476-2EC5-46C9-83A1-0263EB275CD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0321" y="2336873"/>
          <a:ext cx="9613861" cy="41966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FEEF24F-91D7-492F-83C1-3131716528C1}"/>
              </a:ext>
            </a:extLst>
          </p:cNvPr>
          <p:cNvSpPr txBox="1"/>
          <p:nvPr/>
        </p:nvSpPr>
        <p:spPr>
          <a:xfrm>
            <a:off x="9934222" y="6176963"/>
            <a:ext cx="1603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APA, 2022</a:t>
            </a:r>
          </a:p>
        </p:txBody>
      </p:sp>
    </p:spTree>
    <p:extLst>
      <p:ext uri="{BB962C8B-B14F-4D97-AF65-F5344CB8AC3E}">
        <p14:creationId xmlns:p14="http://schemas.microsoft.com/office/powerpoint/2010/main" val="36351625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52BEFF1-896C-45B1-B02C-96A6A1BC3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36">
            <a:extLst>
              <a:ext uri="{FF2B5EF4-FFF2-40B4-BE49-F238E27FC236}">
                <a16:creationId xmlns:a16="http://schemas.microsoft.com/office/drawing/2014/main" id="{BB237A14-61B1-4C00-A670-5D8D68A86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8F259-6F54-47A3-8D13-1603D786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A768A8-4FED-4ED8-9E46-6BE72188E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F4D397-5230-4DBF-A390-3A7EC9D31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1645920"/>
            <a:ext cx="3522879" cy="4470821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Vignette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6EB3B-521A-467E-BDEC-892E6B6AA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4109" y="1645920"/>
            <a:ext cx="5919503" cy="4470821"/>
          </a:xfrm>
        </p:spPr>
        <p:txBody>
          <a:bodyPr>
            <a:normAutofit/>
          </a:bodyPr>
          <a:lstStyle/>
          <a:p>
            <a:r>
              <a:rPr lang="en-US" sz="2800" dirty="0"/>
              <a:t>Begin practicing the process of clinical interviewing. </a:t>
            </a:r>
          </a:p>
          <a:p>
            <a:pPr lvl="1"/>
            <a:r>
              <a:rPr lang="en-US" sz="2800" dirty="0"/>
              <a:t>Client Do not read the vignette but begin by sharing just what “brings you in” to see the counselor</a:t>
            </a:r>
          </a:p>
          <a:p>
            <a:pPr lvl="1"/>
            <a:r>
              <a:rPr lang="en-US" sz="2800" dirty="0"/>
              <a:t>Counselor- ask questions to explore symptoms.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007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1985</TotalTime>
  <Words>1096</Words>
  <Application>Microsoft Office PowerPoint</Application>
  <PresentationFormat>Widescreen</PresentationFormat>
  <Paragraphs>204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Century Gothic</vt:lpstr>
      <vt:lpstr>Wingdings 3</vt:lpstr>
      <vt:lpstr>Ion</vt:lpstr>
      <vt:lpstr>Psychopathology</vt:lpstr>
      <vt:lpstr>Review  </vt:lpstr>
      <vt:lpstr>Clinical Interviewing</vt:lpstr>
      <vt:lpstr>Clinical Interviewing </vt:lpstr>
      <vt:lpstr>Clinical Interviewing- Assessment for Suicide</vt:lpstr>
      <vt:lpstr> IS PATH WARM </vt:lpstr>
      <vt:lpstr>Asking About Suicide </vt:lpstr>
      <vt:lpstr>Clinical Interviewing </vt:lpstr>
      <vt:lpstr>Clinical Interviewing </vt:lpstr>
      <vt:lpstr>Clinical Interviewing </vt:lpstr>
      <vt:lpstr>Clinical Interviewing</vt:lpstr>
      <vt:lpstr>Clinical Interviewing in Practice </vt:lpstr>
      <vt:lpstr>The Art of Asking Questions</vt:lpstr>
      <vt:lpstr>The Art of Asking Questions</vt:lpstr>
      <vt:lpstr>Practice</vt:lpstr>
      <vt:lpstr>Domains to Explore  </vt:lpstr>
      <vt:lpstr>Obsessive-Compulsive Related Disorders</vt:lpstr>
      <vt:lpstr>Obsessive-Compulsive Related Disorders</vt:lpstr>
      <vt:lpstr>Obsessive-Compulsive Disorder</vt:lpstr>
      <vt:lpstr>Other OC related Disorders  </vt:lpstr>
      <vt:lpstr>Vignette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Robert Campbell</dc:creator>
  <cp:lastModifiedBy>Robert Campbell</cp:lastModifiedBy>
  <cp:revision>4</cp:revision>
  <cp:lastPrinted>2026-01-27T22:42:12Z</cp:lastPrinted>
  <dcterms:created xsi:type="dcterms:W3CDTF">2022-01-19T01:07:41Z</dcterms:created>
  <dcterms:modified xsi:type="dcterms:W3CDTF">2026-01-28T00:45:33Z</dcterms:modified>
</cp:coreProperties>
</file>