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theme/themeOverride2.xml" ContentType="application/vnd.openxmlformats-officedocument.themeOverride+xml"/>
  <Override PartName="/ppt/notesSlides/notesSlide8.xml" ContentType="application/vnd.openxmlformats-officedocument.presentationml.notesSlide+xml"/>
  <Override PartName="/ppt/theme/themeOverride3.xml" ContentType="application/vnd.openxmlformats-officedocument.themeOverride+xml"/>
  <Override PartName="/ppt/notesSlides/notesSlide9.xml" ContentType="application/vnd.openxmlformats-officedocument.presentationml.notesSlide+xml"/>
  <Override PartName="/ppt/theme/themeOverride4.xml" ContentType="application/vnd.openxmlformats-officedocument.themeOverride+xml"/>
  <Override PartName="/ppt/notesSlides/notesSlide10.xml" ContentType="application/vnd.openxmlformats-officedocument.presentationml.notesSlide+xml"/>
  <Override PartName="/ppt/theme/themeOverride5.xml" ContentType="application/vnd.openxmlformats-officedocument.themeOverride+xml"/>
  <Override PartName="/ppt/notesSlides/notesSlide11.xml" ContentType="application/vnd.openxmlformats-officedocument.presentationml.notesSlide+xml"/>
  <Override PartName="/ppt/theme/themeOverride6.xml" ContentType="application/vnd.openxmlformats-officedocument.themeOverride+xml"/>
  <Override PartName="/ppt/notesSlides/notesSlide12.xml" ContentType="application/vnd.openxmlformats-officedocument.presentationml.notesSlide+xml"/>
  <Override PartName="/ppt/theme/themeOverride7.xml" ContentType="application/vnd.openxmlformats-officedocument.themeOverride+xml"/>
  <Override PartName="/ppt/notesSlides/notesSlide13.xml" ContentType="application/vnd.openxmlformats-officedocument.presentationml.notesSlide+xml"/>
  <Override PartName="/ppt/theme/themeOverride8.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heme/themeOverride9.xml" ContentType="application/vnd.openxmlformats-officedocument.themeOverride+xml"/>
  <Override PartName="/ppt/notesSlides/notesSlide20.xml" ContentType="application/vnd.openxmlformats-officedocument.presentationml.notesSlide+xml"/>
  <Override PartName="/ppt/theme/themeOverride10.xml" ContentType="application/vnd.openxmlformats-officedocument.themeOverride+xml"/>
  <Override PartName="/ppt/notesSlides/notesSlide21.xml" ContentType="application/vnd.openxmlformats-officedocument.presentationml.notesSlide+xml"/>
  <Override PartName="/ppt/theme/themeOverride11.xml" ContentType="application/vnd.openxmlformats-officedocument.themeOverride+xml"/>
  <Override PartName="/ppt/notesSlides/notesSlide22.xml" ContentType="application/vnd.openxmlformats-officedocument.presentationml.notesSlide+xml"/>
  <Override PartName="/ppt/theme/themeOverride12.xml" ContentType="application/vnd.openxmlformats-officedocument.themeOverride+xml"/>
  <Override PartName="/ppt/notesSlides/notesSlide23.xml" ContentType="application/vnd.openxmlformats-officedocument.presentationml.notesSlide+xml"/>
  <Override PartName="/ppt/theme/themeOverride13.xml" ContentType="application/vnd.openxmlformats-officedocument.themeOverride+xml"/>
  <Override PartName="/ppt/notesSlides/notesSlide24.xml" ContentType="application/vnd.openxmlformats-officedocument.presentationml.notesSlide+xml"/>
  <Override PartName="/ppt/theme/themeOverride14.xml" ContentType="application/vnd.openxmlformats-officedocument.themeOverr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heme/themeOverride15.xml" ContentType="application/vnd.openxmlformats-officedocument.themeOverride+xml"/>
  <Override PartName="/ppt/notesSlides/notesSlide29.xml" ContentType="application/vnd.openxmlformats-officedocument.presentationml.notesSlide+xml"/>
  <Override PartName="/ppt/theme/themeOverride16.xml" ContentType="application/vnd.openxmlformats-officedocument.themeOverride+xml"/>
  <Override PartName="/ppt/notesSlides/notesSlide30.xml" ContentType="application/vnd.openxmlformats-officedocument.presentationml.notesSlide+xml"/>
  <Override PartName="/ppt/theme/themeOverride17.xml" ContentType="application/vnd.openxmlformats-officedocument.themeOverr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01" r:id="rId1"/>
  </p:sldMasterIdLst>
  <p:notesMasterIdLst>
    <p:notesMasterId r:id="rId34"/>
  </p:notesMasterIdLst>
  <p:sldIdLst>
    <p:sldId id="256" r:id="rId2"/>
    <p:sldId id="283" r:id="rId3"/>
    <p:sldId id="284" r:id="rId4"/>
    <p:sldId id="285" r:id="rId5"/>
    <p:sldId id="295" r:id="rId6"/>
    <p:sldId id="274" r:id="rId7"/>
    <p:sldId id="288" r:id="rId8"/>
    <p:sldId id="276" r:id="rId9"/>
    <p:sldId id="275" r:id="rId10"/>
    <p:sldId id="277" r:id="rId11"/>
    <p:sldId id="292" r:id="rId12"/>
    <p:sldId id="291" r:id="rId13"/>
    <p:sldId id="293" r:id="rId14"/>
    <p:sldId id="294" r:id="rId15"/>
    <p:sldId id="278" r:id="rId16"/>
    <p:sldId id="257" r:id="rId17"/>
    <p:sldId id="258" r:id="rId18"/>
    <p:sldId id="259" r:id="rId19"/>
    <p:sldId id="282" r:id="rId20"/>
    <p:sldId id="260" r:id="rId21"/>
    <p:sldId id="261" r:id="rId22"/>
    <p:sldId id="262" r:id="rId23"/>
    <p:sldId id="263" r:id="rId24"/>
    <p:sldId id="264" r:id="rId25"/>
    <p:sldId id="265" r:id="rId26"/>
    <p:sldId id="296" r:id="rId27"/>
    <p:sldId id="297" r:id="rId28"/>
    <p:sldId id="266" r:id="rId29"/>
    <p:sldId id="286" r:id="rId30"/>
    <p:sldId id="287" r:id="rId31"/>
    <p:sldId id="290" r:id="rId32"/>
    <p:sldId id="272" r:id="rId33"/>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FE430F-936F-4CE0-9C2D-80D99DECF7FC}" v="44" dt="2026-02-10T19:49:45.8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034" autoAdjust="0"/>
  </p:normalViewPr>
  <p:slideViewPr>
    <p:cSldViewPr snapToGrid="0">
      <p:cViewPr varScale="1">
        <p:scale>
          <a:sx n="70" d="100"/>
          <a:sy n="70" d="100"/>
        </p:scale>
        <p:origin x="211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 Campbell" userId="ecf2a988-d5fc-4072-947e-3fd9e73d9868" providerId="ADAL" clId="{E52B34DD-8A26-4AAB-878E-B0DDC833F59A}"/>
    <pc:docChg chg="undo custSel addSld modSld sldOrd">
      <pc:chgData name="Robert Campbell" userId="ecf2a988-d5fc-4072-947e-3fd9e73d9868" providerId="ADAL" clId="{E52B34DD-8A26-4AAB-878E-B0DDC833F59A}" dt="2026-02-11T01:26:11.070" v="571" actId="6549"/>
      <pc:docMkLst>
        <pc:docMk/>
      </pc:docMkLst>
      <pc:sldChg chg="addSp modSp mod setClrOvrMap">
        <pc:chgData name="Robert Campbell" userId="ecf2a988-d5fc-4072-947e-3fd9e73d9868" providerId="ADAL" clId="{E52B34DD-8A26-4AAB-878E-B0DDC833F59A}" dt="2026-02-10T19:50:31.902" v="548" actId="26606"/>
        <pc:sldMkLst>
          <pc:docMk/>
          <pc:sldMk cId="1564221978" sldId="256"/>
        </pc:sldMkLst>
        <pc:spChg chg="mod">
          <ac:chgData name="Robert Campbell" userId="ecf2a988-d5fc-4072-947e-3fd9e73d9868" providerId="ADAL" clId="{E52B34DD-8A26-4AAB-878E-B0DDC833F59A}" dt="2026-02-10T19:50:31.902" v="548" actId="26606"/>
          <ac:spMkLst>
            <pc:docMk/>
            <pc:sldMk cId="1564221978" sldId="256"/>
            <ac:spMk id="2" creationId="{00000000-0000-0000-0000-000000000000}"/>
          </ac:spMkLst>
        </pc:spChg>
        <pc:spChg chg="mod">
          <ac:chgData name="Robert Campbell" userId="ecf2a988-d5fc-4072-947e-3fd9e73d9868" providerId="ADAL" clId="{E52B34DD-8A26-4AAB-878E-B0DDC833F59A}" dt="2026-02-10T19:50:31.902" v="548" actId="26606"/>
          <ac:spMkLst>
            <pc:docMk/>
            <pc:sldMk cId="1564221978" sldId="256"/>
            <ac:spMk id="3" creationId="{00000000-0000-0000-0000-000000000000}"/>
          </ac:spMkLst>
        </pc:spChg>
        <pc:spChg chg="add">
          <ac:chgData name="Robert Campbell" userId="ecf2a988-d5fc-4072-947e-3fd9e73d9868" providerId="ADAL" clId="{E52B34DD-8A26-4AAB-878E-B0DDC833F59A}" dt="2026-02-10T19:50:31.902" v="548" actId="26606"/>
          <ac:spMkLst>
            <pc:docMk/>
            <pc:sldMk cId="1564221978" sldId="256"/>
            <ac:spMk id="10" creationId="{5C28659E-412C-4600-B45E-BAE370BC24B9}"/>
          </ac:spMkLst>
        </pc:spChg>
        <pc:spChg chg="add">
          <ac:chgData name="Robert Campbell" userId="ecf2a988-d5fc-4072-947e-3fd9e73d9868" providerId="ADAL" clId="{E52B34DD-8A26-4AAB-878E-B0DDC833F59A}" dt="2026-02-10T19:50:31.902" v="548" actId="26606"/>
          <ac:spMkLst>
            <pc:docMk/>
            <pc:sldMk cId="1564221978" sldId="256"/>
            <ac:spMk id="12" creationId="{55BE2824-A619-43D4-8CEE-814E76EACEFF}"/>
          </ac:spMkLst>
        </pc:spChg>
        <pc:spChg chg="add">
          <ac:chgData name="Robert Campbell" userId="ecf2a988-d5fc-4072-947e-3fd9e73d9868" providerId="ADAL" clId="{E52B34DD-8A26-4AAB-878E-B0DDC833F59A}" dt="2026-02-10T19:50:31.902" v="548" actId="26606"/>
          <ac:spMkLst>
            <pc:docMk/>
            <pc:sldMk cId="1564221978" sldId="256"/>
            <ac:spMk id="14" creationId="{7F757314-8028-429F-A691-15514DF1133C}"/>
          </ac:spMkLst>
        </pc:spChg>
        <pc:spChg chg="add">
          <ac:chgData name="Robert Campbell" userId="ecf2a988-d5fc-4072-947e-3fd9e73d9868" providerId="ADAL" clId="{E52B34DD-8A26-4AAB-878E-B0DDC833F59A}" dt="2026-02-10T19:50:31.902" v="548" actId="26606"/>
          <ac:spMkLst>
            <pc:docMk/>
            <pc:sldMk cId="1564221978" sldId="256"/>
            <ac:spMk id="16" creationId="{CCFB0F09-9A6D-4393-94DE-D19BB32FF3B2}"/>
          </ac:spMkLst>
        </pc:spChg>
        <pc:spChg chg="add">
          <ac:chgData name="Robert Campbell" userId="ecf2a988-d5fc-4072-947e-3fd9e73d9868" providerId="ADAL" clId="{E52B34DD-8A26-4AAB-878E-B0DDC833F59A}" dt="2026-02-10T19:50:31.902" v="548" actId="26606"/>
          <ac:spMkLst>
            <pc:docMk/>
            <pc:sldMk cId="1564221978" sldId="256"/>
            <ac:spMk id="18" creationId="{C1A8FF86-3729-44D9-9029-E0816A7E245C}"/>
          </ac:spMkLst>
        </pc:spChg>
        <pc:grpChg chg="add">
          <ac:chgData name="Robert Campbell" userId="ecf2a988-d5fc-4072-947e-3fd9e73d9868" providerId="ADAL" clId="{E52B34DD-8A26-4AAB-878E-B0DDC833F59A}" dt="2026-02-10T19:50:31.902" v="548" actId="26606"/>
          <ac:grpSpMkLst>
            <pc:docMk/>
            <pc:sldMk cId="1564221978" sldId="256"/>
            <ac:grpSpMk id="20" creationId="{A924F705-30C0-4ED8-9364-62609FAD44D2}"/>
          </ac:grpSpMkLst>
        </pc:grpChg>
        <pc:picChg chg="mod">
          <ac:chgData name="Robert Campbell" userId="ecf2a988-d5fc-4072-947e-3fd9e73d9868" providerId="ADAL" clId="{E52B34DD-8A26-4AAB-878E-B0DDC833F59A}" dt="2026-02-10T19:50:31.902" v="548" actId="26606"/>
          <ac:picMkLst>
            <pc:docMk/>
            <pc:sldMk cId="1564221978" sldId="256"/>
            <ac:picMk id="5" creationId="{845BB6BF-9047-4007-B0AB-3A4020D5CFEF}"/>
          </ac:picMkLst>
        </pc:picChg>
      </pc:sldChg>
      <pc:sldChg chg="setBg modNotesTx">
        <pc:chgData name="Robert Campbell" userId="ecf2a988-d5fc-4072-947e-3fd9e73d9868" providerId="ADAL" clId="{E52B34DD-8A26-4AAB-878E-B0DDC833F59A}" dt="2026-02-11T01:24:38.562" v="559" actId="6549"/>
        <pc:sldMkLst>
          <pc:docMk/>
          <pc:sldMk cId="179503486" sldId="257"/>
        </pc:sldMkLst>
      </pc:sldChg>
      <pc:sldChg chg="setBg modNotesTx">
        <pc:chgData name="Robert Campbell" userId="ecf2a988-d5fc-4072-947e-3fd9e73d9868" providerId="ADAL" clId="{E52B34DD-8A26-4AAB-878E-B0DDC833F59A}" dt="2026-02-11T01:24:43.806" v="560" actId="6549"/>
        <pc:sldMkLst>
          <pc:docMk/>
          <pc:sldMk cId="351982267" sldId="258"/>
        </pc:sldMkLst>
      </pc:sldChg>
      <pc:sldChg chg="setBg modNotesTx">
        <pc:chgData name="Robert Campbell" userId="ecf2a988-d5fc-4072-947e-3fd9e73d9868" providerId="ADAL" clId="{E52B34DD-8A26-4AAB-878E-B0DDC833F59A}" dt="2026-02-11T01:24:54.406" v="562" actId="6549"/>
        <pc:sldMkLst>
          <pc:docMk/>
          <pc:sldMk cId="764722280" sldId="259"/>
        </pc:sldMkLst>
      </pc:sldChg>
      <pc:sldChg chg="modSp setBg modNotesTx">
        <pc:chgData name="Robert Campbell" userId="ecf2a988-d5fc-4072-947e-3fd9e73d9868" providerId="ADAL" clId="{E52B34DD-8A26-4AAB-878E-B0DDC833F59A}" dt="2026-02-11T01:24:59.496" v="563" actId="6549"/>
        <pc:sldMkLst>
          <pc:docMk/>
          <pc:sldMk cId="1797459206" sldId="260"/>
        </pc:sldMkLst>
        <pc:spChg chg="mod">
          <ac:chgData name="Robert Campbell" userId="ecf2a988-d5fc-4072-947e-3fd9e73d9868" providerId="ADAL" clId="{E52B34DD-8A26-4AAB-878E-B0DDC833F59A}" dt="2026-02-10T19:46:46.420" v="523"/>
          <ac:spMkLst>
            <pc:docMk/>
            <pc:sldMk cId="1797459206" sldId="260"/>
            <ac:spMk id="2" creationId="{00000000-0000-0000-0000-000000000000}"/>
          </ac:spMkLst>
        </pc:spChg>
        <pc:spChg chg="mod">
          <ac:chgData name="Robert Campbell" userId="ecf2a988-d5fc-4072-947e-3fd9e73d9868" providerId="ADAL" clId="{E52B34DD-8A26-4AAB-878E-B0DDC833F59A}" dt="2026-02-10T19:46:46.420" v="523"/>
          <ac:spMkLst>
            <pc:docMk/>
            <pc:sldMk cId="1797459206" sldId="260"/>
            <ac:spMk id="3" creationId="{00000000-0000-0000-0000-000000000000}"/>
          </ac:spMkLst>
        </pc:spChg>
      </pc:sldChg>
      <pc:sldChg chg="modSp setBg modNotesTx">
        <pc:chgData name="Robert Campbell" userId="ecf2a988-d5fc-4072-947e-3fd9e73d9868" providerId="ADAL" clId="{E52B34DD-8A26-4AAB-878E-B0DDC833F59A}" dt="2026-02-11T01:25:02.755" v="564" actId="6549"/>
        <pc:sldMkLst>
          <pc:docMk/>
          <pc:sldMk cId="265434058" sldId="261"/>
        </pc:sldMkLst>
        <pc:spChg chg="mod">
          <ac:chgData name="Robert Campbell" userId="ecf2a988-d5fc-4072-947e-3fd9e73d9868" providerId="ADAL" clId="{E52B34DD-8A26-4AAB-878E-B0DDC833F59A}" dt="2026-02-10T19:46:46.420" v="523"/>
          <ac:spMkLst>
            <pc:docMk/>
            <pc:sldMk cId="265434058" sldId="261"/>
            <ac:spMk id="2" creationId="{00000000-0000-0000-0000-000000000000}"/>
          </ac:spMkLst>
        </pc:spChg>
        <pc:spChg chg="mod">
          <ac:chgData name="Robert Campbell" userId="ecf2a988-d5fc-4072-947e-3fd9e73d9868" providerId="ADAL" clId="{E52B34DD-8A26-4AAB-878E-B0DDC833F59A}" dt="2026-02-10T19:46:46.420" v="523"/>
          <ac:spMkLst>
            <pc:docMk/>
            <pc:sldMk cId="265434058" sldId="261"/>
            <ac:spMk id="3" creationId="{00000000-0000-0000-0000-000000000000}"/>
          </ac:spMkLst>
        </pc:spChg>
      </pc:sldChg>
      <pc:sldChg chg="modSp setBg modNotesTx">
        <pc:chgData name="Robert Campbell" userId="ecf2a988-d5fc-4072-947e-3fd9e73d9868" providerId="ADAL" clId="{E52B34DD-8A26-4AAB-878E-B0DDC833F59A}" dt="2026-02-11T01:25:08.393" v="565" actId="6549"/>
        <pc:sldMkLst>
          <pc:docMk/>
          <pc:sldMk cId="1397781637" sldId="262"/>
        </pc:sldMkLst>
        <pc:spChg chg="mod">
          <ac:chgData name="Robert Campbell" userId="ecf2a988-d5fc-4072-947e-3fd9e73d9868" providerId="ADAL" clId="{E52B34DD-8A26-4AAB-878E-B0DDC833F59A}" dt="2026-02-10T19:46:52.505" v="524"/>
          <ac:spMkLst>
            <pc:docMk/>
            <pc:sldMk cId="1397781637" sldId="262"/>
            <ac:spMk id="2" creationId="{00000000-0000-0000-0000-000000000000}"/>
          </ac:spMkLst>
        </pc:spChg>
        <pc:spChg chg="mod">
          <ac:chgData name="Robert Campbell" userId="ecf2a988-d5fc-4072-947e-3fd9e73d9868" providerId="ADAL" clId="{E52B34DD-8A26-4AAB-878E-B0DDC833F59A}" dt="2026-02-10T19:46:52.505" v="524"/>
          <ac:spMkLst>
            <pc:docMk/>
            <pc:sldMk cId="1397781637" sldId="262"/>
            <ac:spMk id="3" creationId="{00000000-0000-0000-0000-000000000000}"/>
          </ac:spMkLst>
        </pc:spChg>
      </pc:sldChg>
      <pc:sldChg chg="modSp setBg">
        <pc:chgData name="Robert Campbell" userId="ecf2a988-d5fc-4072-947e-3fd9e73d9868" providerId="ADAL" clId="{E52B34DD-8A26-4AAB-878E-B0DDC833F59A}" dt="2026-02-10T19:47:04.384" v="526"/>
        <pc:sldMkLst>
          <pc:docMk/>
          <pc:sldMk cId="860898327" sldId="263"/>
        </pc:sldMkLst>
        <pc:spChg chg="mod">
          <ac:chgData name="Robert Campbell" userId="ecf2a988-d5fc-4072-947e-3fd9e73d9868" providerId="ADAL" clId="{E52B34DD-8A26-4AAB-878E-B0DDC833F59A}" dt="2026-02-10T19:47:04.384" v="526"/>
          <ac:spMkLst>
            <pc:docMk/>
            <pc:sldMk cId="860898327" sldId="263"/>
            <ac:spMk id="2" creationId="{00000000-0000-0000-0000-000000000000}"/>
          </ac:spMkLst>
        </pc:spChg>
        <pc:spChg chg="mod">
          <ac:chgData name="Robert Campbell" userId="ecf2a988-d5fc-4072-947e-3fd9e73d9868" providerId="ADAL" clId="{E52B34DD-8A26-4AAB-878E-B0DDC833F59A}" dt="2026-02-10T19:47:04.384" v="526"/>
          <ac:spMkLst>
            <pc:docMk/>
            <pc:sldMk cId="860898327" sldId="263"/>
            <ac:spMk id="3" creationId="{00000000-0000-0000-0000-000000000000}"/>
          </ac:spMkLst>
        </pc:spChg>
      </pc:sldChg>
      <pc:sldChg chg="modSp setBg modNotesTx">
        <pc:chgData name="Robert Campbell" userId="ecf2a988-d5fc-4072-947e-3fd9e73d9868" providerId="ADAL" clId="{E52B34DD-8A26-4AAB-878E-B0DDC833F59A}" dt="2026-02-11T01:25:13.544" v="566" actId="6549"/>
        <pc:sldMkLst>
          <pc:docMk/>
          <pc:sldMk cId="33923417" sldId="264"/>
        </pc:sldMkLst>
        <pc:spChg chg="mod">
          <ac:chgData name="Robert Campbell" userId="ecf2a988-d5fc-4072-947e-3fd9e73d9868" providerId="ADAL" clId="{E52B34DD-8A26-4AAB-878E-B0DDC833F59A}" dt="2026-02-10T19:47:07.472" v="527"/>
          <ac:spMkLst>
            <pc:docMk/>
            <pc:sldMk cId="33923417" sldId="264"/>
            <ac:spMk id="2" creationId="{00000000-0000-0000-0000-000000000000}"/>
          </ac:spMkLst>
        </pc:spChg>
        <pc:spChg chg="mod">
          <ac:chgData name="Robert Campbell" userId="ecf2a988-d5fc-4072-947e-3fd9e73d9868" providerId="ADAL" clId="{E52B34DD-8A26-4AAB-878E-B0DDC833F59A}" dt="2026-02-10T19:47:07.472" v="527"/>
          <ac:spMkLst>
            <pc:docMk/>
            <pc:sldMk cId="33923417" sldId="264"/>
            <ac:spMk id="3" creationId="{00000000-0000-0000-0000-000000000000}"/>
          </ac:spMkLst>
        </pc:spChg>
      </pc:sldChg>
      <pc:sldChg chg="modSp setBg modNotesTx">
        <pc:chgData name="Robert Campbell" userId="ecf2a988-d5fc-4072-947e-3fd9e73d9868" providerId="ADAL" clId="{E52B34DD-8A26-4AAB-878E-B0DDC833F59A}" dt="2026-02-11T01:25:17.282" v="567" actId="6549"/>
        <pc:sldMkLst>
          <pc:docMk/>
          <pc:sldMk cId="3563273583" sldId="265"/>
        </pc:sldMkLst>
        <pc:spChg chg="mod">
          <ac:chgData name="Robert Campbell" userId="ecf2a988-d5fc-4072-947e-3fd9e73d9868" providerId="ADAL" clId="{E52B34DD-8A26-4AAB-878E-B0DDC833F59A}" dt="2026-02-10T19:47:11.910" v="528"/>
          <ac:spMkLst>
            <pc:docMk/>
            <pc:sldMk cId="3563273583" sldId="265"/>
            <ac:spMk id="2" creationId="{00000000-0000-0000-0000-000000000000}"/>
          </ac:spMkLst>
        </pc:spChg>
        <pc:spChg chg="mod">
          <ac:chgData name="Robert Campbell" userId="ecf2a988-d5fc-4072-947e-3fd9e73d9868" providerId="ADAL" clId="{E52B34DD-8A26-4AAB-878E-B0DDC833F59A}" dt="2026-02-10T19:47:11.910" v="528"/>
          <ac:spMkLst>
            <pc:docMk/>
            <pc:sldMk cId="3563273583" sldId="265"/>
            <ac:spMk id="3" creationId="{00000000-0000-0000-0000-000000000000}"/>
          </ac:spMkLst>
        </pc:spChg>
      </pc:sldChg>
      <pc:sldChg chg="ord modNotesTx">
        <pc:chgData name="Robert Campbell" userId="ecf2a988-d5fc-4072-947e-3fd9e73d9868" providerId="ADAL" clId="{E52B34DD-8A26-4AAB-878E-B0DDC833F59A}" dt="2026-02-11T01:26:11.070" v="571" actId="6549"/>
        <pc:sldMkLst>
          <pc:docMk/>
          <pc:sldMk cId="2246220098" sldId="266"/>
        </pc:sldMkLst>
      </pc:sldChg>
      <pc:sldChg chg="ord setBg">
        <pc:chgData name="Robert Campbell" userId="ecf2a988-d5fc-4072-947e-3fd9e73d9868" providerId="ADAL" clId="{E52B34DD-8A26-4AAB-878E-B0DDC833F59A}" dt="2026-02-11T00:16:18.850" v="552"/>
        <pc:sldMkLst>
          <pc:docMk/>
          <pc:sldMk cId="2590591502" sldId="274"/>
        </pc:sldMkLst>
      </pc:sldChg>
      <pc:sldChg chg="modSp ord setBg">
        <pc:chgData name="Robert Campbell" userId="ecf2a988-d5fc-4072-947e-3fd9e73d9868" providerId="ADAL" clId="{E52B34DD-8A26-4AAB-878E-B0DDC833F59A}" dt="2026-02-11T00:16:18.850" v="552"/>
        <pc:sldMkLst>
          <pc:docMk/>
          <pc:sldMk cId="734469913" sldId="275"/>
        </pc:sldMkLst>
        <pc:spChg chg="mod">
          <ac:chgData name="Robert Campbell" userId="ecf2a988-d5fc-4072-947e-3fd9e73d9868" providerId="ADAL" clId="{E52B34DD-8A26-4AAB-878E-B0DDC833F59A}" dt="2026-02-10T19:49:20.634" v="535"/>
          <ac:spMkLst>
            <pc:docMk/>
            <pc:sldMk cId="734469913" sldId="275"/>
            <ac:spMk id="2" creationId="{00000000-0000-0000-0000-000000000000}"/>
          </ac:spMkLst>
        </pc:spChg>
      </pc:sldChg>
      <pc:sldChg chg="modSp ord setBg">
        <pc:chgData name="Robert Campbell" userId="ecf2a988-d5fc-4072-947e-3fd9e73d9868" providerId="ADAL" clId="{E52B34DD-8A26-4AAB-878E-B0DDC833F59A}" dt="2026-02-11T00:16:18.850" v="552"/>
        <pc:sldMkLst>
          <pc:docMk/>
          <pc:sldMk cId="625068258" sldId="276"/>
        </pc:sldMkLst>
        <pc:spChg chg="mod">
          <ac:chgData name="Robert Campbell" userId="ecf2a988-d5fc-4072-947e-3fd9e73d9868" providerId="ADAL" clId="{E52B34DD-8A26-4AAB-878E-B0DDC833F59A}" dt="2026-02-10T19:49:18.746" v="534"/>
          <ac:spMkLst>
            <pc:docMk/>
            <pc:sldMk cId="625068258" sldId="276"/>
            <ac:spMk id="2" creationId="{00000000-0000-0000-0000-000000000000}"/>
          </ac:spMkLst>
        </pc:spChg>
        <pc:spChg chg="mod">
          <ac:chgData name="Robert Campbell" userId="ecf2a988-d5fc-4072-947e-3fd9e73d9868" providerId="ADAL" clId="{E52B34DD-8A26-4AAB-878E-B0DDC833F59A}" dt="2026-02-10T19:49:18.746" v="534"/>
          <ac:spMkLst>
            <pc:docMk/>
            <pc:sldMk cId="625068258" sldId="276"/>
            <ac:spMk id="3" creationId="{00000000-0000-0000-0000-000000000000}"/>
          </ac:spMkLst>
        </pc:spChg>
      </pc:sldChg>
      <pc:sldChg chg="modSp ord setBg">
        <pc:chgData name="Robert Campbell" userId="ecf2a988-d5fc-4072-947e-3fd9e73d9868" providerId="ADAL" clId="{E52B34DD-8A26-4AAB-878E-B0DDC833F59A}" dt="2026-02-11T00:16:18.850" v="552"/>
        <pc:sldMkLst>
          <pc:docMk/>
          <pc:sldMk cId="3977712162" sldId="277"/>
        </pc:sldMkLst>
        <pc:spChg chg="mod">
          <ac:chgData name="Robert Campbell" userId="ecf2a988-d5fc-4072-947e-3fd9e73d9868" providerId="ADAL" clId="{E52B34DD-8A26-4AAB-878E-B0DDC833F59A}" dt="2026-02-10T19:49:22.995" v="536"/>
          <ac:spMkLst>
            <pc:docMk/>
            <pc:sldMk cId="3977712162" sldId="277"/>
            <ac:spMk id="2" creationId="{00000000-0000-0000-0000-000000000000}"/>
          </ac:spMkLst>
        </pc:spChg>
        <pc:spChg chg="mod">
          <ac:chgData name="Robert Campbell" userId="ecf2a988-d5fc-4072-947e-3fd9e73d9868" providerId="ADAL" clId="{E52B34DD-8A26-4AAB-878E-B0DDC833F59A}" dt="2026-02-10T19:49:22.995" v="536"/>
          <ac:spMkLst>
            <pc:docMk/>
            <pc:sldMk cId="3977712162" sldId="277"/>
            <ac:spMk id="3" creationId="{00000000-0000-0000-0000-000000000000}"/>
          </ac:spMkLst>
        </pc:spChg>
      </pc:sldChg>
      <pc:sldChg chg="ord">
        <pc:chgData name="Robert Campbell" userId="ecf2a988-d5fc-4072-947e-3fd9e73d9868" providerId="ADAL" clId="{E52B34DD-8A26-4AAB-878E-B0DDC833F59A}" dt="2026-02-10T19:43:05.673" v="503"/>
        <pc:sldMkLst>
          <pc:docMk/>
          <pc:sldMk cId="3560050067" sldId="278"/>
        </pc:sldMkLst>
      </pc:sldChg>
      <pc:sldChg chg="setBg modNotesTx">
        <pc:chgData name="Robert Campbell" userId="ecf2a988-d5fc-4072-947e-3fd9e73d9868" providerId="ADAL" clId="{E52B34DD-8A26-4AAB-878E-B0DDC833F59A}" dt="2026-02-11T01:24:48.330" v="561" actId="6549"/>
        <pc:sldMkLst>
          <pc:docMk/>
          <pc:sldMk cId="3704847501" sldId="282"/>
        </pc:sldMkLst>
      </pc:sldChg>
      <pc:sldChg chg="addSp modSp mod">
        <pc:chgData name="Robert Campbell" userId="ecf2a988-d5fc-4072-947e-3fd9e73d9868" providerId="ADAL" clId="{E52B34DD-8A26-4AAB-878E-B0DDC833F59A}" dt="2026-02-10T19:50:45.427" v="550" actId="255"/>
        <pc:sldMkLst>
          <pc:docMk/>
          <pc:sldMk cId="2226184915" sldId="283"/>
        </pc:sldMkLst>
        <pc:spChg chg="mod">
          <ac:chgData name="Robert Campbell" userId="ecf2a988-d5fc-4072-947e-3fd9e73d9868" providerId="ADAL" clId="{E52B34DD-8A26-4AAB-878E-B0DDC833F59A}" dt="2026-02-10T19:50:37.062" v="549" actId="26606"/>
          <ac:spMkLst>
            <pc:docMk/>
            <pc:sldMk cId="2226184915" sldId="283"/>
            <ac:spMk id="2" creationId="{D76F5D96-B82F-4EB1-A175-C2D1A022ED45}"/>
          </ac:spMkLst>
        </pc:spChg>
        <pc:spChg chg="mod">
          <ac:chgData name="Robert Campbell" userId="ecf2a988-d5fc-4072-947e-3fd9e73d9868" providerId="ADAL" clId="{E52B34DD-8A26-4AAB-878E-B0DDC833F59A}" dt="2026-02-10T19:50:45.427" v="550" actId="255"/>
          <ac:spMkLst>
            <pc:docMk/>
            <pc:sldMk cId="2226184915" sldId="283"/>
            <ac:spMk id="4" creationId="{84728607-A2AE-4AB7-A473-7901F6059D29}"/>
          </ac:spMkLst>
        </pc:spChg>
        <pc:spChg chg="add">
          <ac:chgData name="Robert Campbell" userId="ecf2a988-d5fc-4072-947e-3fd9e73d9868" providerId="ADAL" clId="{E52B34DD-8A26-4AAB-878E-B0DDC833F59A}" dt="2026-02-10T19:50:37.062" v="549" actId="26606"/>
          <ac:spMkLst>
            <pc:docMk/>
            <pc:sldMk cId="2226184915" sldId="283"/>
            <ac:spMk id="11" creationId="{F79FF99C-BAA9-404F-9C96-6DD456B4F795}"/>
          </ac:spMkLst>
        </pc:spChg>
        <pc:spChg chg="add">
          <ac:chgData name="Robert Campbell" userId="ecf2a988-d5fc-4072-947e-3fd9e73d9868" providerId="ADAL" clId="{E52B34DD-8A26-4AAB-878E-B0DDC833F59A}" dt="2026-02-10T19:50:37.062" v="549" actId="26606"/>
          <ac:spMkLst>
            <pc:docMk/>
            <pc:sldMk cId="2226184915" sldId="283"/>
            <ac:spMk id="13" creationId="{49C44AFD-C72D-4D9C-84C6-73E615CED884}"/>
          </ac:spMkLst>
        </pc:spChg>
        <pc:grpChg chg="add">
          <ac:chgData name="Robert Campbell" userId="ecf2a988-d5fc-4072-947e-3fd9e73d9868" providerId="ADAL" clId="{E52B34DD-8A26-4AAB-878E-B0DDC833F59A}" dt="2026-02-10T19:50:37.062" v="549" actId="26606"/>
          <ac:grpSpMkLst>
            <pc:docMk/>
            <pc:sldMk cId="2226184915" sldId="283"/>
            <ac:grpSpMk id="15" creationId="{1D25B14F-36E0-41E8-956F-CABEF1ADD65F}"/>
          </ac:grpSpMkLst>
        </pc:grpChg>
        <pc:picChg chg="mod">
          <ac:chgData name="Robert Campbell" userId="ecf2a988-d5fc-4072-947e-3fd9e73d9868" providerId="ADAL" clId="{E52B34DD-8A26-4AAB-878E-B0DDC833F59A}" dt="2026-02-10T19:50:37.062" v="549" actId="26606"/>
          <ac:picMkLst>
            <pc:docMk/>
            <pc:sldMk cId="2226184915" sldId="283"/>
            <ac:picMk id="6" creationId="{CDD164D9-9F83-42F7-AF09-F07D1A0C257A}"/>
          </ac:picMkLst>
        </pc:picChg>
      </pc:sldChg>
      <pc:sldChg chg="modSp setBg modNotesTx">
        <pc:chgData name="Robert Campbell" userId="ecf2a988-d5fc-4072-947e-3fd9e73d9868" providerId="ADAL" clId="{E52B34DD-8A26-4AAB-878E-B0DDC833F59A}" dt="2026-02-11T01:25:24.632" v="568" actId="6549"/>
        <pc:sldMkLst>
          <pc:docMk/>
          <pc:sldMk cId="1258812693" sldId="286"/>
        </pc:sldMkLst>
        <pc:spChg chg="mod">
          <ac:chgData name="Robert Campbell" userId="ecf2a988-d5fc-4072-947e-3fd9e73d9868" providerId="ADAL" clId="{E52B34DD-8A26-4AAB-878E-B0DDC833F59A}" dt="2026-02-10T19:49:38.356" v="541"/>
          <ac:spMkLst>
            <pc:docMk/>
            <pc:sldMk cId="1258812693" sldId="286"/>
            <ac:spMk id="2" creationId="{8FBFBAB8-025B-4DBB-AEA6-8046C49206CC}"/>
          </ac:spMkLst>
        </pc:spChg>
        <pc:spChg chg="mod">
          <ac:chgData name="Robert Campbell" userId="ecf2a988-d5fc-4072-947e-3fd9e73d9868" providerId="ADAL" clId="{E52B34DD-8A26-4AAB-878E-B0DDC833F59A}" dt="2026-02-10T19:49:38.356" v="541"/>
          <ac:spMkLst>
            <pc:docMk/>
            <pc:sldMk cId="1258812693" sldId="286"/>
            <ac:spMk id="3" creationId="{3563CB2E-637A-4438-97CE-321D6F6E7B06}"/>
          </ac:spMkLst>
        </pc:spChg>
      </pc:sldChg>
      <pc:sldChg chg="modSp setBg modNotesTx">
        <pc:chgData name="Robert Campbell" userId="ecf2a988-d5fc-4072-947e-3fd9e73d9868" providerId="ADAL" clId="{E52B34DD-8A26-4AAB-878E-B0DDC833F59A}" dt="2026-02-11T01:25:27.016" v="569" actId="6549"/>
        <pc:sldMkLst>
          <pc:docMk/>
          <pc:sldMk cId="3855564090" sldId="287"/>
        </pc:sldMkLst>
        <pc:spChg chg="mod">
          <ac:chgData name="Robert Campbell" userId="ecf2a988-d5fc-4072-947e-3fd9e73d9868" providerId="ADAL" clId="{E52B34DD-8A26-4AAB-878E-B0DDC833F59A}" dt="2026-02-10T19:49:41.660" v="542"/>
          <ac:spMkLst>
            <pc:docMk/>
            <pc:sldMk cId="3855564090" sldId="287"/>
            <ac:spMk id="2" creationId="{FA02DA58-D883-4A36-90ED-39B65DD21812}"/>
          </ac:spMkLst>
        </pc:spChg>
        <pc:spChg chg="mod">
          <ac:chgData name="Robert Campbell" userId="ecf2a988-d5fc-4072-947e-3fd9e73d9868" providerId="ADAL" clId="{E52B34DD-8A26-4AAB-878E-B0DDC833F59A}" dt="2026-02-10T19:49:41.660" v="542"/>
          <ac:spMkLst>
            <pc:docMk/>
            <pc:sldMk cId="3855564090" sldId="287"/>
            <ac:spMk id="3" creationId="{FA743D64-C2B4-48E1-B08F-38DD9466F1E4}"/>
          </ac:spMkLst>
        </pc:spChg>
      </pc:sldChg>
      <pc:sldChg chg="modSp ord setBg">
        <pc:chgData name="Robert Campbell" userId="ecf2a988-d5fc-4072-947e-3fd9e73d9868" providerId="ADAL" clId="{E52B34DD-8A26-4AAB-878E-B0DDC833F59A}" dt="2026-02-11T00:16:18.850" v="552"/>
        <pc:sldMkLst>
          <pc:docMk/>
          <pc:sldMk cId="2342476585" sldId="288"/>
        </pc:sldMkLst>
        <pc:spChg chg="mod">
          <ac:chgData name="Robert Campbell" userId="ecf2a988-d5fc-4072-947e-3fd9e73d9868" providerId="ADAL" clId="{E52B34DD-8A26-4AAB-878E-B0DDC833F59A}" dt="2026-02-10T19:49:16.049" v="533"/>
          <ac:spMkLst>
            <pc:docMk/>
            <pc:sldMk cId="2342476585" sldId="288"/>
            <ac:spMk id="2" creationId="{00000000-0000-0000-0000-000000000000}"/>
          </ac:spMkLst>
        </pc:spChg>
        <pc:spChg chg="mod">
          <ac:chgData name="Robert Campbell" userId="ecf2a988-d5fc-4072-947e-3fd9e73d9868" providerId="ADAL" clId="{E52B34DD-8A26-4AAB-878E-B0DDC833F59A}" dt="2026-02-10T19:49:16.049" v="533"/>
          <ac:spMkLst>
            <pc:docMk/>
            <pc:sldMk cId="2342476585" sldId="288"/>
            <ac:spMk id="3" creationId="{00000000-0000-0000-0000-000000000000}"/>
          </ac:spMkLst>
        </pc:spChg>
      </pc:sldChg>
      <pc:sldChg chg="modSp setBg modNotesTx">
        <pc:chgData name="Robert Campbell" userId="ecf2a988-d5fc-4072-947e-3fd9e73d9868" providerId="ADAL" clId="{E52B34DD-8A26-4AAB-878E-B0DDC833F59A}" dt="2026-02-11T01:25:30.067" v="570" actId="6549"/>
        <pc:sldMkLst>
          <pc:docMk/>
          <pc:sldMk cId="3312294385" sldId="290"/>
        </pc:sldMkLst>
        <pc:spChg chg="mod">
          <ac:chgData name="Robert Campbell" userId="ecf2a988-d5fc-4072-947e-3fd9e73d9868" providerId="ADAL" clId="{E52B34DD-8A26-4AAB-878E-B0DDC833F59A}" dt="2026-02-10T19:49:45.825" v="543"/>
          <ac:spMkLst>
            <pc:docMk/>
            <pc:sldMk cId="3312294385" sldId="290"/>
            <ac:spMk id="2" creationId="{8FBFBAB8-025B-4DBB-AEA6-8046C49206CC}"/>
          </ac:spMkLst>
        </pc:spChg>
        <pc:spChg chg="mod">
          <ac:chgData name="Robert Campbell" userId="ecf2a988-d5fc-4072-947e-3fd9e73d9868" providerId="ADAL" clId="{E52B34DD-8A26-4AAB-878E-B0DDC833F59A}" dt="2026-02-10T19:49:45.825" v="543"/>
          <ac:spMkLst>
            <pc:docMk/>
            <pc:sldMk cId="3312294385" sldId="290"/>
            <ac:spMk id="3" creationId="{3563CB2E-637A-4438-97CE-321D6F6E7B06}"/>
          </ac:spMkLst>
        </pc:spChg>
      </pc:sldChg>
      <pc:sldChg chg="modSp ord setBg modNotesTx">
        <pc:chgData name="Robert Campbell" userId="ecf2a988-d5fc-4072-947e-3fd9e73d9868" providerId="ADAL" clId="{E52B34DD-8A26-4AAB-878E-B0DDC833F59A}" dt="2026-02-11T01:24:23.031" v="556" actId="6549"/>
        <pc:sldMkLst>
          <pc:docMk/>
          <pc:sldMk cId="1121618012" sldId="291"/>
        </pc:sldMkLst>
        <pc:spChg chg="mod">
          <ac:chgData name="Robert Campbell" userId="ecf2a988-d5fc-4072-947e-3fd9e73d9868" providerId="ADAL" clId="{E52B34DD-8A26-4AAB-878E-B0DDC833F59A}" dt="2026-02-10T19:49:29.913" v="538"/>
          <ac:spMkLst>
            <pc:docMk/>
            <pc:sldMk cId="1121618012" sldId="291"/>
            <ac:spMk id="2" creationId="{F5F780E8-9068-4A7A-B4CD-67402E4783CF}"/>
          </ac:spMkLst>
        </pc:spChg>
        <pc:spChg chg="mod">
          <ac:chgData name="Robert Campbell" userId="ecf2a988-d5fc-4072-947e-3fd9e73d9868" providerId="ADAL" clId="{E52B34DD-8A26-4AAB-878E-B0DDC833F59A}" dt="2026-02-10T19:49:29.913" v="538"/>
          <ac:spMkLst>
            <pc:docMk/>
            <pc:sldMk cId="1121618012" sldId="291"/>
            <ac:spMk id="3" creationId="{77C338FD-9587-4986-BFBE-21C8BCDC3625}"/>
          </ac:spMkLst>
        </pc:spChg>
      </pc:sldChg>
      <pc:sldChg chg="modSp mod ord setBg modNotesTx">
        <pc:chgData name="Robert Campbell" userId="ecf2a988-d5fc-4072-947e-3fd9e73d9868" providerId="ADAL" clId="{E52B34DD-8A26-4AAB-878E-B0DDC833F59A}" dt="2026-02-11T01:24:16.484" v="555" actId="6549"/>
        <pc:sldMkLst>
          <pc:docMk/>
          <pc:sldMk cId="2471087025" sldId="292"/>
        </pc:sldMkLst>
        <pc:spChg chg="mod">
          <ac:chgData name="Robert Campbell" userId="ecf2a988-d5fc-4072-947e-3fd9e73d9868" providerId="ADAL" clId="{E52B34DD-8A26-4AAB-878E-B0DDC833F59A}" dt="2026-02-10T19:49:25.945" v="537"/>
          <ac:spMkLst>
            <pc:docMk/>
            <pc:sldMk cId="2471087025" sldId="292"/>
            <ac:spMk id="2" creationId="{E7595EDB-6F03-4232-9A7A-A7D0CCC102D7}"/>
          </ac:spMkLst>
        </pc:spChg>
        <pc:spChg chg="mod">
          <ac:chgData name="Robert Campbell" userId="ecf2a988-d5fc-4072-947e-3fd9e73d9868" providerId="ADAL" clId="{E52B34DD-8A26-4AAB-878E-B0DDC833F59A}" dt="2026-02-11T00:59:06.417" v="554" actId="20577"/>
          <ac:spMkLst>
            <pc:docMk/>
            <pc:sldMk cId="2471087025" sldId="292"/>
            <ac:spMk id="3" creationId="{3607D822-4556-4F60-AC69-2AE8A3E2EEEA}"/>
          </ac:spMkLst>
        </pc:spChg>
      </pc:sldChg>
      <pc:sldChg chg="modSp ord setBg modNotesTx">
        <pc:chgData name="Robert Campbell" userId="ecf2a988-d5fc-4072-947e-3fd9e73d9868" providerId="ADAL" clId="{E52B34DD-8A26-4AAB-878E-B0DDC833F59A}" dt="2026-02-11T01:24:26.348" v="557" actId="6549"/>
        <pc:sldMkLst>
          <pc:docMk/>
          <pc:sldMk cId="2886667755" sldId="293"/>
        </pc:sldMkLst>
        <pc:spChg chg="mod">
          <ac:chgData name="Robert Campbell" userId="ecf2a988-d5fc-4072-947e-3fd9e73d9868" providerId="ADAL" clId="{E52B34DD-8A26-4AAB-878E-B0DDC833F59A}" dt="2026-02-10T19:49:33.313" v="539"/>
          <ac:spMkLst>
            <pc:docMk/>
            <pc:sldMk cId="2886667755" sldId="293"/>
            <ac:spMk id="2" creationId="{86B3B273-336B-48E1-8786-8F582F1E88CD}"/>
          </ac:spMkLst>
        </pc:spChg>
        <pc:spChg chg="mod">
          <ac:chgData name="Robert Campbell" userId="ecf2a988-d5fc-4072-947e-3fd9e73d9868" providerId="ADAL" clId="{E52B34DD-8A26-4AAB-878E-B0DDC833F59A}" dt="2026-02-10T19:49:33.313" v="539"/>
          <ac:spMkLst>
            <pc:docMk/>
            <pc:sldMk cId="2886667755" sldId="293"/>
            <ac:spMk id="3" creationId="{205C2484-1D43-4E0D-A1E2-B5C5555DBA6D}"/>
          </ac:spMkLst>
        </pc:spChg>
      </pc:sldChg>
      <pc:sldChg chg="modSp ord setBg modNotesTx">
        <pc:chgData name="Robert Campbell" userId="ecf2a988-d5fc-4072-947e-3fd9e73d9868" providerId="ADAL" clId="{E52B34DD-8A26-4AAB-878E-B0DDC833F59A}" dt="2026-02-11T01:24:34.558" v="558" actId="6549"/>
        <pc:sldMkLst>
          <pc:docMk/>
          <pc:sldMk cId="1757733851" sldId="294"/>
        </pc:sldMkLst>
        <pc:spChg chg="mod">
          <ac:chgData name="Robert Campbell" userId="ecf2a988-d5fc-4072-947e-3fd9e73d9868" providerId="ADAL" clId="{E52B34DD-8A26-4AAB-878E-B0DDC833F59A}" dt="2026-02-10T19:49:35.652" v="540"/>
          <ac:spMkLst>
            <pc:docMk/>
            <pc:sldMk cId="1757733851" sldId="294"/>
            <ac:spMk id="2" creationId="{4AC5F464-223A-41D2-B4F7-76FCC02B7ECF}"/>
          </ac:spMkLst>
        </pc:spChg>
        <pc:spChg chg="mod">
          <ac:chgData name="Robert Campbell" userId="ecf2a988-d5fc-4072-947e-3fd9e73d9868" providerId="ADAL" clId="{E52B34DD-8A26-4AAB-878E-B0DDC833F59A}" dt="2026-02-10T19:49:35.652" v="540"/>
          <ac:spMkLst>
            <pc:docMk/>
            <pc:sldMk cId="1757733851" sldId="294"/>
            <ac:spMk id="3" creationId="{7E81D5E0-A03A-4452-9278-60045442CF1E}"/>
          </ac:spMkLst>
        </pc:spChg>
      </pc:sldChg>
      <pc:sldChg chg="addSp modSp new mod setBg">
        <pc:chgData name="Robert Campbell" userId="ecf2a988-d5fc-4072-947e-3fd9e73d9868" providerId="ADAL" clId="{E52B34DD-8A26-4AAB-878E-B0DDC833F59A}" dt="2026-02-10T19:50:15.898" v="547" actId="14100"/>
        <pc:sldMkLst>
          <pc:docMk/>
          <pc:sldMk cId="3797981847" sldId="297"/>
        </pc:sldMkLst>
        <pc:spChg chg="mod">
          <ac:chgData name="Robert Campbell" userId="ecf2a988-d5fc-4072-947e-3fd9e73d9868" providerId="ADAL" clId="{E52B34DD-8A26-4AAB-878E-B0DDC833F59A}" dt="2026-02-10T19:50:01.918" v="544" actId="26606"/>
          <ac:spMkLst>
            <pc:docMk/>
            <pc:sldMk cId="3797981847" sldId="297"/>
            <ac:spMk id="2" creationId="{5DD4A9AA-8C13-E90E-0F5F-6DA7BBB07454}"/>
          </ac:spMkLst>
        </pc:spChg>
        <pc:spChg chg="mod">
          <ac:chgData name="Robert Campbell" userId="ecf2a988-d5fc-4072-947e-3fd9e73d9868" providerId="ADAL" clId="{E52B34DD-8A26-4AAB-878E-B0DDC833F59A}" dt="2026-02-10T19:50:15.898" v="547" actId="14100"/>
          <ac:spMkLst>
            <pc:docMk/>
            <pc:sldMk cId="3797981847" sldId="297"/>
            <ac:spMk id="3" creationId="{409A5B57-554D-BD66-0DFD-93E50D3B9EBF}"/>
          </ac:spMkLst>
        </pc:spChg>
        <pc:spChg chg="add">
          <ac:chgData name="Robert Campbell" userId="ecf2a988-d5fc-4072-947e-3fd9e73d9868" providerId="ADAL" clId="{E52B34DD-8A26-4AAB-878E-B0DDC833F59A}" dt="2026-02-10T19:50:01.918" v="544" actId="26606"/>
          <ac:spMkLst>
            <pc:docMk/>
            <pc:sldMk cId="3797981847" sldId="297"/>
            <ac:spMk id="8" creationId="{3C06EAFD-0C69-4B3B-BEA7-E7E11DDF9C43}"/>
          </ac:spMkLst>
        </pc:spChg>
        <pc:spChg chg="add">
          <ac:chgData name="Robert Campbell" userId="ecf2a988-d5fc-4072-947e-3fd9e73d9868" providerId="ADAL" clId="{E52B34DD-8A26-4AAB-878E-B0DDC833F59A}" dt="2026-02-10T19:50:01.918" v="544" actId="26606"/>
          <ac:spMkLst>
            <pc:docMk/>
            <pc:sldMk cId="3797981847" sldId="297"/>
            <ac:spMk id="10" creationId="{A4066C89-42FB-4624-9AFE-3A31B36491B5}"/>
          </ac:spMkLst>
        </pc:spChg>
        <pc:spChg chg="add">
          <ac:chgData name="Robert Campbell" userId="ecf2a988-d5fc-4072-947e-3fd9e73d9868" providerId="ADAL" clId="{E52B34DD-8A26-4AAB-878E-B0DDC833F59A}" dt="2026-02-10T19:50:01.918" v="544" actId="26606"/>
          <ac:spMkLst>
            <pc:docMk/>
            <pc:sldMk cId="3797981847" sldId="297"/>
            <ac:spMk id="12" creationId="{BA218FBC-B2D6-48CA-9289-C4110162EDAD}"/>
          </ac:spMkLst>
        </pc:spChg>
        <pc:spChg chg="add">
          <ac:chgData name="Robert Campbell" userId="ecf2a988-d5fc-4072-947e-3fd9e73d9868" providerId="ADAL" clId="{E52B34DD-8A26-4AAB-878E-B0DDC833F59A}" dt="2026-02-10T19:50:01.918" v="544" actId="26606"/>
          <ac:spMkLst>
            <pc:docMk/>
            <pc:sldMk cId="3797981847" sldId="297"/>
            <ac:spMk id="14" creationId="{2DED9084-49DA-4911-ACB7-5F9E4DEFA039}"/>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6A5AB0-4B64-4629-B82B-60EDFDC92E1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8A4B1C7-7FEF-47E8-970F-77C437CC4B86}">
      <dgm:prSet/>
      <dgm:spPr/>
      <dgm:t>
        <a:bodyPr/>
        <a:lstStyle/>
        <a:p>
          <a:pPr>
            <a:lnSpc>
              <a:spcPct val="100000"/>
            </a:lnSpc>
          </a:pPr>
          <a:r>
            <a:rPr lang="en-US" dirty="0"/>
            <a:t>Systematic and Step by Step</a:t>
          </a:r>
        </a:p>
      </dgm:t>
    </dgm:pt>
    <dgm:pt modelId="{DAA5BEBA-886E-4220-885B-4A8A9F50D818}" type="parTrans" cxnId="{64738E6F-08FA-47D0-940B-83BCD837086D}">
      <dgm:prSet/>
      <dgm:spPr/>
      <dgm:t>
        <a:bodyPr/>
        <a:lstStyle/>
        <a:p>
          <a:endParaRPr lang="en-US"/>
        </a:p>
      </dgm:t>
    </dgm:pt>
    <dgm:pt modelId="{2B9B5077-C343-4A8F-BAA0-C90B9CAC6A50}" type="sibTrans" cxnId="{64738E6F-08FA-47D0-940B-83BCD837086D}">
      <dgm:prSet/>
      <dgm:spPr/>
      <dgm:t>
        <a:bodyPr/>
        <a:lstStyle/>
        <a:p>
          <a:endParaRPr lang="en-US"/>
        </a:p>
      </dgm:t>
    </dgm:pt>
    <dgm:pt modelId="{87AD335E-C25C-4C88-BEA6-2DD63E37C6A9}">
      <dgm:prSet custT="1"/>
      <dgm:spPr/>
      <dgm:t>
        <a:bodyPr/>
        <a:lstStyle/>
        <a:p>
          <a:pPr>
            <a:lnSpc>
              <a:spcPct val="100000"/>
            </a:lnSpc>
          </a:pPr>
          <a:r>
            <a:rPr lang="en-US" sz="2400" dirty="0">
              <a:latin typeface="+mn-lt"/>
            </a:rPr>
            <a:t>Do symptoms meet criteria, are the symptoms what we think they are, are they a result of medical or physical issues</a:t>
          </a:r>
        </a:p>
      </dgm:t>
    </dgm:pt>
    <dgm:pt modelId="{DD0B9EAB-C4D6-469D-A08B-7DC97F7D1B07}" type="parTrans" cxnId="{9C3C33C7-BE0C-4E97-BC0F-0760EDAB9927}">
      <dgm:prSet/>
      <dgm:spPr/>
      <dgm:t>
        <a:bodyPr/>
        <a:lstStyle/>
        <a:p>
          <a:endParaRPr lang="en-US"/>
        </a:p>
      </dgm:t>
    </dgm:pt>
    <dgm:pt modelId="{B5A4468C-389A-4FC1-B721-A570F32697B2}" type="sibTrans" cxnId="{9C3C33C7-BE0C-4E97-BC0F-0760EDAB9927}">
      <dgm:prSet/>
      <dgm:spPr/>
      <dgm:t>
        <a:bodyPr/>
        <a:lstStyle/>
        <a:p>
          <a:endParaRPr lang="en-US"/>
        </a:p>
      </dgm:t>
    </dgm:pt>
    <dgm:pt modelId="{5FAB054C-7411-4682-BAC5-147769D79687}" type="pres">
      <dgm:prSet presAssocID="{A26A5AB0-4B64-4629-B82B-60EDFDC92E1D}" presName="root" presStyleCnt="0">
        <dgm:presLayoutVars>
          <dgm:dir/>
          <dgm:resizeHandles val="exact"/>
        </dgm:presLayoutVars>
      </dgm:prSet>
      <dgm:spPr/>
    </dgm:pt>
    <dgm:pt modelId="{E2780362-B0FC-4095-BBF4-ED9E5A92D5FA}" type="pres">
      <dgm:prSet presAssocID="{68A4B1C7-7FEF-47E8-970F-77C437CC4B86}" presName="compNode" presStyleCnt="0"/>
      <dgm:spPr/>
    </dgm:pt>
    <dgm:pt modelId="{D2257913-20AC-4C7C-85B6-8FCB2D0BA821}" type="pres">
      <dgm:prSet presAssocID="{68A4B1C7-7FEF-47E8-970F-77C437CC4B86}" presName="bgRect" presStyleLbl="bgShp" presStyleIdx="0" presStyleCnt="2"/>
      <dgm:spPr/>
    </dgm:pt>
    <dgm:pt modelId="{D539CF18-84DA-441C-8655-352A96206252}" type="pres">
      <dgm:prSet presAssocID="{68A4B1C7-7FEF-47E8-970F-77C437CC4B86}" presName="iconRect" presStyleLbl="node1" presStyleIdx="0" presStyleCnt="2"/>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Check List"/>
        </a:ext>
      </dgm:extLst>
    </dgm:pt>
    <dgm:pt modelId="{95207F27-FC86-49D8-8657-C74A728F9E02}" type="pres">
      <dgm:prSet presAssocID="{68A4B1C7-7FEF-47E8-970F-77C437CC4B86}" presName="spaceRect" presStyleCnt="0"/>
      <dgm:spPr/>
    </dgm:pt>
    <dgm:pt modelId="{05AA5E20-5FAD-4508-BBC8-C41299FA345D}" type="pres">
      <dgm:prSet presAssocID="{68A4B1C7-7FEF-47E8-970F-77C437CC4B86}" presName="parTx" presStyleLbl="revTx" presStyleIdx="0" presStyleCnt="2">
        <dgm:presLayoutVars>
          <dgm:chMax val="0"/>
          <dgm:chPref val="0"/>
        </dgm:presLayoutVars>
      </dgm:prSet>
      <dgm:spPr/>
    </dgm:pt>
    <dgm:pt modelId="{59CE287D-F153-4233-B35A-88FF6F00C533}" type="pres">
      <dgm:prSet presAssocID="{2B9B5077-C343-4A8F-BAA0-C90B9CAC6A50}" presName="sibTrans" presStyleCnt="0"/>
      <dgm:spPr/>
    </dgm:pt>
    <dgm:pt modelId="{A1021B56-6D97-4D15-B5D9-7983917C8EAB}" type="pres">
      <dgm:prSet presAssocID="{87AD335E-C25C-4C88-BEA6-2DD63E37C6A9}" presName="compNode" presStyleCnt="0"/>
      <dgm:spPr/>
    </dgm:pt>
    <dgm:pt modelId="{166788B9-138B-46B2-A171-58B4E42B4EE2}" type="pres">
      <dgm:prSet presAssocID="{87AD335E-C25C-4C88-BEA6-2DD63E37C6A9}" presName="bgRect" presStyleLbl="bgShp" presStyleIdx="1" presStyleCnt="2"/>
      <dgm:spPr/>
    </dgm:pt>
    <dgm:pt modelId="{CF96E851-5871-4BDA-935B-6175A54B6623}" type="pres">
      <dgm:prSet presAssocID="{87AD335E-C25C-4C88-BEA6-2DD63E37C6A9}"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Checkmark with solid fill"/>
        </a:ext>
      </dgm:extLst>
    </dgm:pt>
    <dgm:pt modelId="{220B44CB-49E2-49A7-B8E1-00A360B63A75}" type="pres">
      <dgm:prSet presAssocID="{87AD335E-C25C-4C88-BEA6-2DD63E37C6A9}" presName="spaceRect" presStyleCnt="0"/>
      <dgm:spPr/>
    </dgm:pt>
    <dgm:pt modelId="{E0F94E96-EBD9-4790-8081-E31154C155A3}" type="pres">
      <dgm:prSet presAssocID="{87AD335E-C25C-4C88-BEA6-2DD63E37C6A9}" presName="parTx" presStyleLbl="revTx" presStyleIdx="1" presStyleCnt="2">
        <dgm:presLayoutVars>
          <dgm:chMax val="0"/>
          <dgm:chPref val="0"/>
        </dgm:presLayoutVars>
      </dgm:prSet>
      <dgm:spPr/>
    </dgm:pt>
  </dgm:ptLst>
  <dgm:cxnLst>
    <dgm:cxn modelId="{0C7A303A-A1BE-42C8-986F-8B19AE7B06D6}" type="presOf" srcId="{A26A5AB0-4B64-4629-B82B-60EDFDC92E1D}" destId="{5FAB054C-7411-4682-BAC5-147769D79687}" srcOrd="0" destOrd="0" presId="urn:microsoft.com/office/officeart/2018/2/layout/IconVerticalSolidList"/>
    <dgm:cxn modelId="{5BA7B341-FAB4-4EAB-AA92-9FE376BF0397}" type="presOf" srcId="{87AD335E-C25C-4C88-BEA6-2DD63E37C6A9}" destId="{E0F94E96-EBD9-4790-8081-E31154C155A3}" srcOrd="0" destOrd="0" presId="urn:microsoft.com/office/officeart/2018/2/layout/IconVerticalSolidList"/>
    <dgm:cxn modelId="{64738E6F-08FA-47D0-940B-83BCD837086D}" srcId="{A26A5AB0-4B64-4629-B82B-60EDFDC92E1D}" destId="{68A4B1C7-7FEF-47E8-970F-77C437CC4B86}" srcOrd="0" destOrd="0" parTransId="{DAA5BEBA-886E-4220-885B-4A8A9F50D818}" sibTransId="{2B9B5077-C343-4A8F-BAA0-C90B9CAC6A50}"/>
    <dgm:cxn modelId="{0E3ED490-C179-47A2-8003-ADF9426ED310}" type="presOf" srcId="{68A4B1C7-7FEF-47E8-970F-77C437CC4B86}" destId="{05AA5E20-5FAD-4508-BBC8-C41299FA345D}" srcOrd="0" destOrd="0" presId="urn:microsoft.com/office/officeart/2018/2/layout/IconVerticalSolidList"/>
    <dgm:cxn modelId="{9C3C33C7-BE0C-4E97-BC0F-0760EDAB9927}" srcId="{A26A5AB0-4B64-4629-B82B-60EDFDC92E1D}" destId="{87AD335E-C25C-4C88-BEA6-2DD63E37C6A9}" srcOrd="1" destOrd="0" parTransId="{DD0B9EAB-C4D6-469D-A08B-7DC97F7D1B07}" sibTransId="{B5A4468C-389A-4FC1-B721-A570F32697B2}"/>
    <dgm:cxn modelId="{06E492B8-09B1-4B56-9AE8-3B9E3EFA0F39}" type="presParOf" srcId="{5FAB054C-7411-4682-BAC5-147769D79687}" destId="{E2780362-B0FC-4095-BBF4-ED9E5A92D5FA}" srcOrd="0" destOrd="0" presId="urn:microsoft.com/office/officeart/2018/2/layout/IconVerticalSolidList"/>
    <dgm:cxn modelId="{2D376E80-F550-4EA0-99E1-7AE2F18BABD3}" type="presParOf" srcId="{E2780362-B0FC-4095-BBF4-ED9E5A92D5FA}" destId="{D2257913-20AC-4C7C-85B6-8FCB2D0BA821}" srcOrd="0" destOrd="0" presId="urn:microsoft.com/office/officeart/2018/2/layout/IconVerticalSolidList"/>
    <dgm:cxn modelId="{5EFED0A7-845A-4DE6-A00E-1730561757FE}" type="presParOf" srcId="{E2780362-B0FC-4095-BBF4-ED9E5A92D5FA}" destId="{D539CF18-84DA-441C-8655-352A96206252}" srcOrd="1" destOrd="0" presId="urn:microsoft.com/office/officeart/2018/2/layout/IconVerticalSolidList"/>
    <dgm:cxn modelId="{64C9F533-4BC7-49D9-BF87-888EFC57242D}" type="presParOf" srcId="{E2780362-B0FC-4095-BBF4-ED9E5A92D5FA}" destId="{95207F27-FC86-49D8-8657-C74A728F9E02}" srcOrd="2" destOrd="0" presId="urn:microsoft.com/office/officeart/2018/2/layout/IconVerticalSolidList"/>
    <dgm:cxn modelId="{8B63F854-34EA-4137-A7EE-BA5BC53A489E}" type="presParOf" srcId="{E2780362-B0FC-4095-BBF4-ED9E5A92D5FA}" destId="{05AA5E20-5FAD-4508-BBC8-C41299FA345D}" srcOrd="3" destOrd="0" presId="urn:microsoft.com/office/officeart/2018/2/layout/IconVerticalSolidList"/>
    <dgm:cxn modelId="{304E3E6D-441B-4558-8924-AB8BE36D7D88}" type="presParOf" srcId="{5FAB054C-7411-4682-BAC5-147769D79687}" destId="{59CE287D-F153-4233-B35A-88FF6F00C533}" srcOrd="1" destOrd="0" presId="urn:microsoft.com/office/officeart/2018/2/layout/IconVerticalSolidList"/>
    <dgm:cxn modelId="{A807ACD0-7CBC-4FD1-95CF-0CCF4E0F9752}" type="presParOf" srcId="{5FAB054C-7411-4682-BAC5-147769D79687}" destId="{A1021B56-6D97-4D15-B5D9-7983917C8EAB}" srcOrd="2" destOrd="0" presId="urn:microsoft.com/office/officeart/2018/2/layout/IconVerticalSolidList"/>
    <dgm:cxn modelId="{0931EDEB-534B-4130-8ED9-8631D5C1581B}" type="presParOf" srcId="{A1021B56-6D97-4D15-B5D9-7983917C8EAB}" destId="{166788B9-138B-46B2-A171-58B4E42B4EE2}" srcOrd="0" destOrd="0" presId="urn:microsoft.com/office/officeart/2018/2/layout/IconVerticalSolidList"/>
    <dgm:cxn modelId="{8BE20898-B997-4422-9F06-229427876824}" type="presParOf" srcId="{A1021B56-6D97-4D15-B5D9-7983917C8EAB}" destId="{CF96E851-5871-4BDA-935B-6175A54B6623}" srcOrd="1" destOrd="0" presId="urn:microsoft.com/office/officeart/2018/2/layout/IconVerticalSolidList"/>
    <dgm:cxn modelId="{4C9D2AE6-DC99-4E4A-A323-40EB2937CC06}" type="presParOf" srcId="{A1021B56-6D97-4D15-B5D9-7983917C8EAB}" destId="{220B44CB-49E2-49A7-B8E1-00A360B63A75}" srcOrd="2" destOrd="0" presId="urn:microsoft.com/office/officeart/2018/2/layout/IconVerticalSolidList"/>
    <dgm:cxn modelId="{38CBA9CE-963F-47A8-9DC0-29AD0126071B}" type="presParOf" srcId="{A1021B56-6D97-4D15-B5D9-7983917C8EAB}" destId="{E0F94E96-EBD9-4790-8081-E31154C155A3}"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6EB4D53-34A4-4AFB-BB09-4FB2EACAB284}"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FB2E01C-8701-4DE6-A6D1-4DF340CFA509}">
      <dgm:prSet/>
      <dgm:spPr/>
      <dgm:t>
        <a:bodyPr/>
        <a:lstStyle/>
        <a:p>
          <a:r>
            <a:rPr lang="en-US"/>
            <a:t>Intake Paperwork, Clinical Interview, Steps of Differential Diagnosis</a:t>
          </a:r>
        </a:p>
      </dgm:t>
    </dgm:pt>
    <dgm:pt modelId="{B0C16F16-236E-4FCD-8E63-A7D20D38C491}" type="parTrans" cxnId="{22C582CF-B9A3-4A00-8ECE-475235344BE7}">
      <dgm:prSet/>
      <dgm:spPr/>
      <dgm:t>
        <a:bodyPr/>
        <a:lstStyle/>
        <a:p>
          <a:endParaRPr lang="en-US"/>
        </a:p>
      </dgm:t>
    </dgm:pt>
    <dgm:pt modelId="{E0F93021-D4A6-4984-9E46-CE10A5915AC0}" type="sibTrans" cxnId="{22C582CF-B9A3-4A00-8ECE-475235344BE7}">
      <dgm:prSet/>
      <dgm:spPr/>
      <dgm:t>
        <a:bodyPr/>
        <a:lstStyle/>
        <a:p>
          <a:endParaRPr lang="en-US"/>
        </a:p>
      </dgm:t>
    </dgm:pt>
    <dgm:pt modelId="{CF1E77C0-60E1-437E-AE17-8EBDCFFCCFA6}">
      <dgm:prSet/>
      <dgm:spPr/>
      <dgm:t>
        <a:bodyPr/>
        <a:lstStyle/>
        <a:p>
          <a:r>
            <a:rPr lang="en-US"/>
            <a:t>The Steps of Differential Diagnosis Inform the What and Why</a:t>
          </a:r>
        </a:p>
      </dgm:t>
    </dgm:pt>
    <dgm:pt modelId="{1B64EAC6-14F6-4066-96A7-A11EA556FE12}" type="parTrans" cxnId="{798E9FF1-02A8-415C-BB53-E48A957DA36E}">
      <dgm:prSet/>
      <dgm:spPr/>
      <dgm:t>
        <a:bodyPr/>
        <a:lstStyle/>
        <a:p>
          <a:endParaRPr lang="en-US"/>
        </a:p>
      </dgm:t>
    </dgm:pt>
    <dgm:pt modelId="{5EA1FC4F-73ED-421B-A1E2-EF192C2F07EE}" type="sibTrans" cxnId="{798E9FF1-02A8-415C-BB53-E48A957DA36E}">
      <dgm:prSet/>
      <dgm:spPr/>
      <dgm:t>
        <a:bodyPr/>
        <a:lstStyle/>
        <a:p>
          <a:endParaRPr lang="en-US"/>
        </a:p>
      </dgm:t>
    </dgm:pt>
    <dgm:pt modelId="{74A37D1F-40DA-4CCA-BFAD-4EF07681555B}">
      <dgm:prSet/>
      <dgm:spPr/>
      <dgm:t>
        <a:bodyPr/>
        <a:lstStyle/>
        <a:p>
          <a:r>
            <a:rPr lang="en-US"/>
            <a:t>The Clinical Interview and Intake Process are the How</a:t>
          </a:r>
        </a:p>
      </dgm:t>
    </dgm:pt>
    <dgm:pt modelId="{5A050565-0DC1-4E7A-A41B-474F56473FD5}" type="parTrans" cxnId="{44BBB587-1379-4D42-863A-1525F5F10067}">
      <dgm:prSet/>
      <dgm:spPr/>
      <dgm:t>
        <a:bodyPr/>
        <a:lstStyle/>
        <a:p>
          <a:endParaRPr lang="en-US"/>
        </a:p>
      </dgm:t>
    </dgm:pt>
    <dgm:pt modelId="{6D0F14C7-E1AF-4DED-B814-E3E6B0E1FE99}" type="sibTrans" cxnId="{44BBB587-1379-4D42-863A-1525F5F10067}">
      <dgm:prSet/>
      <dgm:spPr/>
      <dgm:t>
        <a:bodyPr/>
        <a:lstStyle/>
        <a:p>
          <a:endParaRPr lang="en-US"/>
        </a:p>
      </dgm:t>
    </dgm:pt>
    <dgm:pt modelId="{98ACB3E3-30F3-460B-828B-180830C52C37}" type="pres">
      <dgm:prSet presAssocID="{A6EB4D53-34A4-4AFB-BB09-4FB2EACAB284}" presName="linear" presStyleCnt="0">
        <dgm:presLayoutVars>
          <dgm:animLvl val="lvl"/>
          <dgm:resizeHandles val="exact"/>
        </dgm:presLayoutVars>
      </dgm:prSet>
      <dgm:spPr/>
    </dgm:pt>
    <dgm:pt modelId="{D8786678-211A-418C-AF1F-E84ED912AF3C}" type="pres">
      <dgm:prSet presAssocID="{3FB2E01C-8701-4DE6-A6D1-4DF340CFA509}" presName="parentText" presStyleLbl="node1" presStyleIdx="0" presStyleCnt="3">
        <dgm:presLayoutVars>
          <dgm:chMax val="0"/>
          <dgm:bulletEnabled val="1"/>
        </dgm:presLayoutVars>
      </dgm:prSet>
      <dgm:spPr/>
    </dgm:pt>
    <dgm:pt modelId="{0014F3C8-D276-4ED0-81F2-973ACDFEC9F8}" type="pres">
      <dgm:prSet presAssocID="{E0F93021-D4A6-4984-9E46-CE10A5915AC0}" presName="spacer" presStyleCnt="0"/>
      <dgm:spPr/>
    </dgm:pt>
    <dgm:pt modelId="{4B468203-4FC8-47B4-A2EF-DFFCC5489665}" type="pres">
      <dgm:prSet presAssocID="{CF1E77C0-60E1-437E-AE17-8EBDCFFCCFA6}" presName="parentText" presStyleLbl="node1" presStyleIdx="1" presStyleCnt="3">
        <dgm:presLayoutVars>
          <dgm:chMax val="0"/>
          <dgm:bulletEnabled val="1"/>
        </dgm:presLayoutVars>
      </dgm:prSet>
      <dgm:spPr/>
    </dgm:pt>
    <dgm:pt modelId="{F09ED9C6-4318-4FE1-BA80-536A2C2C8CFF}" type="pres">
      <dgm:prSet presAssocID="{5EA1FC4F-73ED-421B-A1E2-EF192C2F07EE}" presName="spacer" presStyleCnt="0"/>
      <dgm:spPr/>
    </dgm:pt>
    <dgm:pt modelId="{D57C3C6A-F469-40E7-B525-D5644B865FD2}" type="pres">
      <dgm:prSet presAssocID="{74A37D1F-40DA-4CCA-BFAD-4EF07681555B}" presName="parentText" presStyleLbl="node1" presStyleIdx="2" presStyleCnt="3">
        <dgm:presLayoutVars>
          <dgm:chMax val="0"/>
          <dgm:bulletEnabled val="1"/>
        </dgm:presLayoutVars>
      </dgm:prSet>
      <dgm:spPr/>
    </dgm:pt>
  </dgm:ptLst>
  <dgm:cxnLst>
    <dgm:cxn modelId="{847FBA0A-5140-46E2-B79B-ACA25B5560AB}" type="presOf" srcId="{3FB2E01C-8701-4DE6-A6D1-4DF340CFA509}" destId="{D8786678-211A-418C-AF1F-E84ED912AF3C}" srcOrd="0" destOrd="0" presId="urn:microsoft.com/office/officeart/2005/8/layout/vList2"/>
    <dgm:cxn modelId="{6AF5D541-ADAD-48F2-923E-CFB3F6FA575B}" type="presOf" srcId="{74A37D1F-40DA-4CCA-BFAD-4EF07681555B}" destId="{D57C3C6A-F469-40E7-B525-D5644B865FD2}" srcOrd="0" destOrd="0" presId="urn:microsoft.com/office/officeart/2005/8/layout/vList2"/>
    <dgm:cxn modelId="{44BBB587-1379-4D42-863A-1525F5F10067}" srcId="{A6EB4D53-34A4-4AFB-BB09-4FB2EACAB284}" destId="{74A37D1F-40DA-4CCA-BFAD-4EF07681555B}" srcOrd="2" destOrd="0" parTransId="{5A050565-0DC1-4E7A-A41B-474F56473FD5}" sibTransId="{6D0F14C7-E1AF-4DED-B814-E3E6B0E1FE99}"/>
    <dgm:cxn modelId="{367C619C-445A-4EE9-A8AF-29793A4BEAFB}" type="presOf" srcId="{A6EB4D53-34A4-4AFB-BB09-4FB2EACAB284}" destId="{98ACB3E3-30F3-460B-828B-180830C52C37}" srcOrd="0" destOrd="0" presId="urn:microsoft.com/office/officeart/2005/8/layout/vList2"/>
    <dgm:cxn modelId="{3CD28BB0-FDED-4C36-B97A-B9767F7BC26F}" type="presOf" srcId="{CF1E77C0-60E1-437E-AE17-8EBDCFFCCFA6}" destId="{4B468203-4FC8-47B4-A2EF-DFFCC5489665}" srcOrd="0" destOrd="0" presId="urn:microsoft.com/office/officeart/2005/8/layout/vList2"/>
    <dgm:cxn modelId="{22C582CF-B9A3-4A00-8ECE-475235344BE7}" srcId="{A6EB4D53-34A4-4AFB-BB09-4FB2EACAB284}" destId="{3FB2E01C-8701-4DE6-A6D1-4DF340CFA509}" srcOrd="0" destOrd="0" parTransId="{B0C16F16-236E-4FCD-8E63-A7D20D38C491}" sibTransId="{E0F93021-D4A6-4984-9E46-CE10A5915AC0}"/>
    <dgm:cxn modelId="{798E9FF1-02A8-415C-BB53-E48A957DA36E}" srcId="{A6EB4D53-34A4-4AFB-BB09-4FB2EACAB284}" destId="{CF1E77C0-60E1-437E-AE17-8EBDCFFCCFA6}" srcOrd="1" destOrd="0" parTransId="{1B64EAC6-14F6-4066-96A7-A11EA556FE12}" sibTransId="{5EA1FC4F-73ED-421B-A1E2-EF192C2F07EE}"/>
    <dgm:cxn modelId="{33DA029F-5E21-4DD9-912E-5AB253FB5EA8}" type="presParOf" srcId="{98ACB3E3-30F3-460B-828B-180830C52C37}" destId="{D8786678-211A-418C-AF1F-E84ED912AF3C}" srcOrd="0" destOrd="0" presId="urn:microsoft.com/office/officeart/2005/8/layout/vList2"/>
    <dgm:cxn modelId="{F10998A1-9C12-455C-AAD2-CF5905B4DE7A}" type="presParOf" srcId="{98ACB3E3-30F3-460B-828B-180830C52C37}" destId="{0014F3C8-D276-4ED0-81F2-973ACDFEC9F8}" srcOrd="1" destOrd="0" presId="urn:microsoft.com/office/officeart/2005/8/layout/vList2"/>
    <dgm:cxn modelId="{C009442E-AC99-4166-851B-92C438A7DCA3}" type="presParOf" srcId="{98ACB3E3-30F3-460B-828B-180830C52C37}" destId="{4B468203-4FC8-47B4-A2EF-DFFCC5489665}" srcOrd="2" destOrd="0" presId="urn:microsoft.com/office/officeart/2005/8/layout/vList2"/>
    <dgm:cxn modelId="{40D38F15-E068-4E3C-BDE5-0687AD377989}" type="presParOf" srcId="{98ACB3E3-30F3-460B-828B-180830C52C37}" destId="{F09ED9C6-4318-4FE1-BA80-536A2C2C8CFF}" srcOrd="3" destOrd="0" presId="urn:microsoft.com/office/officeart/2005/8/layout/vList2"/>
    <dgm:cxn modelId="{DC0F6310-21A8-4FFB-AD55-897FA7F587ED}" type="presParOf" srcId="{98ACB3E3-30F3-460B-828B-180830C52C37}" destId="{D57C3C6A-F469-40E7-B525-D5644B865FD2}"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257913-20AC-4C7C-85B6-8FCB2D0BA821}">
      <dsp:nvSpPr>
        <dsp:cNvPr id="0" name=""/>
        <dsp:cNvSpPr/>
      </dsp:nvSpPr>
      <dsp:spPr>
        <a:xfrm>
          <a:off x="0" y="625504"/>
          <a:ext cx="8594725" cy="13869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39CF18-84DA-441C-8655-352A96206252}">
      <dsp:nvSpPr>
        <dsp:cNvPr id="0" name=""/>
        <dsp:cNvSpPr/>
      </dsp:nvSpPr>
      <dsp:spPr>
        <a:xfrm>
          <a:off x="419564" y="937577"/>
          <a:ext cx="762843" cy="762843"/>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AA5E20-5FAD-4508-BBC8-C41299FA345D}">
      <dsp:nvSpPr>
        <dsp:cNvPr id="0" name=""/>
        <dsp:cNvSpPr/>
      </dsp:nvSpPr>
      <dsp:spPr>
        <a:xfrm>
          <a:off x="1601972" y="625504"/>
          <a:ext cx="6992752" cy="1386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790" tIns="146790" rIns="146790" bIns="146790" numCol="1" spcCol="1270" anchor="ctr" anchorCtr="0">
          <a:noAutofit/>
        </a:bodyPr>
        <a:lstStyle/>
        <a:p>
          <a:pPr marL="0" lvl="0" indent="0" algn="l" defTabSz="1111250">
            <a:lnSpc>
              <a:spcPct val="100000"/>
            </a:lnSpc>
            <a:spcBef>
              <a:spcPct val="0"/>
            </a:spcBef>
            <a:spcAft>
              <a:spcPct val="35000"/>
            </a:spcAft>
            <a:buNone/>
          </a:pPr>
          <a:r>
            <a:rPr lang="en-US" sz="2500" kern="1200" dirty="0"/>
            <a:t>Systematic and Step by Step</a:t>
          </a:r>
        </a:p>
      </dsp:txBody>
      <dsp:txXfrm>
        <a:off x="1601972" y="625504"/>
        <a:ext cx="6992752" cy="1386988"/>
      </dsp:txXfrm>
    </dsp:sp>
    <dsp:sp modelId="{166788B9-138B-46B2-A171-58B4E42B4EE2}">
      <dsp:nvSpPr>
        <dsp:cNvPr id="0" name=""/>
        <dsp:cNvSpPr/>
      </dsp:nvSpPr>
      <dsp:spPr>
        <a:xfrm>
          <a:off x="0" y="2338844"/>
          <a:ext cx="8594725" cy="13869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96E851-5871-4BDA-935B-6175A54B6623}">
      <dsp:nvSpPr>
        <dsp:cNvPr id="0" name=""/>
        <dsp:cNvSpPr/>
      </dsp:nvSpPr>
      <dsp:spPr>
        <a:xfrm>
          <a:off x="419564" y="2650916"/>
          <a:ext cx="762843" cy="762843"/>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F94E96-EBD9-4790-8081-E31154C155A3}">
      <dsp:nvSpPr>
        <dsp:cNvPr id="0" name=""/>
        <dsp:cNvSpPr/>
      </dsp:nvSpPr>
      <dsp:spPr>
        <a:xfrm>
          <a:off x="1601972" y="2338844"/>
          <a:ext cx="6992752" cy="1386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790" tIns="146790" rIns="146790" bIns="146790" numCol="1" spcCol="1270" anchor="ctr" anchorCtr="0">
          <a:noAutofit/>
        </a:bodyPr>
        <a:lstStyle/>
        <a:p>
          <a:pPr marL="0" lvl="0" indent="0" algn="l" defTabSz="1066800">
            <a:lnSpc>
              <a:spcPct val="100000"/>
            </a:lnSpc>
            <a:spcBef>
              <a:spcPct val="0"/>
            </a:spcBef>
            <a:spcAft>
              <a:spcPct val="35000"/>
            </a:spcAft>
            <a:buNone/>
          </a:pPr>
          <a:r>
            <a:rPr lang="en-US" sz="2400" kern="1200" dirty="0">
              <a:latin typeface="+mn-lt"/>
            </a:rPr>
            <a:t>Do symptoms meet criteria, are the symptoms what we think they are, are they a result of medical or physical issues</a:t>
          </a:r>
        </a:p>
      </dsp:txBody>
      <dsp:txXfrm>
        <a:off x="1601972" y="2338844"/>
        <a:ext cx="6992752" cy="13869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786678-211A-418C-AF1F-E84ED912AF3C}">
      <dsp:nvSpPr>
        <dsp:cNvPr id="0" name=""/>
        <dsp:cNvSpPr/>
      </dsp:nvSpPr>
      <dsp:spPr>
        <a:xfrm>
          <a:off x="0" y="27992"/>
          <a:ext cx="5141912" cy="17222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Intake Paperwork, Clinical Interview, Steps of Differential Diagnosis</a:t>
          </a:r>
        </a:p>
      </dsp:txBody>
      <dsp:txXfrm>
        <a:off x="84073" y="112065"/>
        <a:ext cx="4973766" cy="1554094"/>
      </dsp:txXfrm>
    </dsp:sp>
    <dsp:sp modelId="{4B468203-4FC8-47B4-A2EF-DFFCC5489665}">
      <dsp:nvSpPr>
        <dsp:cNvPr id="0" name=""/>
        <dsp:cNvSpPr/>
      </dsp:nvSpPr>
      <dsp:spPr>
        <a:xfrm>
          <a:off x="0" y="1842392"/>
          <a:ext cx="5141912" cy="1722240"/>
        </a:xfrm>
        <a:prstGeom prst="roundRect">
          <a:avLst/>
        </a:prstGeom>
        <a:solidFill>
          <a:schemeClr val="accent2">
            <a:hueOff val="3221807"/>
            <a:satOff val="-9246"/>
            <a:lumOff val="-14805"/>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The Steps of Differential Diagnosis Inform the What and Why</a:t>
          </a:r>
        </a:p>
      </dsp:txBody>
      <dsp:txXfrm>
        <a:off x="84073" y="1926465"/>
        <a:ext cx="4973766" cy="1554094"/>
      </dsp:txXfrm>
    </dsp:sp>
    <dsp:sp modelId="{D57C3C6A-F469-40E7-B525-D5644B865FD2}">
      <dsp:nvSpPr>
        <dsp:cNvPr id="0" name=""/>
        <dsp:cNvSpPr/>
      </dsp:nvSpPr>
      <dsp:spPr>
        <a:xfrm>
          <a:off x="0" y="3656792"/>
          <a:ext cx="5141912" cy="1722240"/>
        </a:xfrm>
        <a:prstGeom prst="roundRect">
          <a:avLst/>
        </a:prstGeom>
        <a:solidFill>
          <a:schemeClr val="accent2">
            <a:hueOff val="6443614"/>
            <a:satOff val="-18493"/>
            <a:lumOff val="-2960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The Clinical Interview and Intake Process are the How</a:t>
          </a:r>
        </a:p>
      </dsp:txBody>
      <dsp:txXfrm>
        <a:off x="84073" y="3740865"/>
        <a:ext cx="4973766" cy="155409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FE3E3B82-9466-4C90-B5AB-6A315A77577D}" type="datetimeFigureOut">
              <a:rPr lang="en-US" smtClean="0"/>
              <a:t>2/10/2026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B9286BF3-AA66-43B8-8B3D-2DC54CE4021B}" type="slidenum">
              <a:rPr lang="en-US" smtClean="0"/>
              <a:t>‹#›</a:t>
            </a:fld>
            <a:endParaRPr lang="en-US"/>
          </a:p>
        </p:txBody>
      </p:sp>
    </p:spTree>
    <p:extLst>
      <p:ext uri="{BB962C8B-B14F-4D97-AF65-F5344CB8AC3E}">
        <p14:creationId xmlns:p14="http://schemas.microsoft.com/office/powerpoint/2010/main" val="2406272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286BF3-AA66-43B8-8B3D-2DC54CE4021B}" type="slidenum">
              <a:rPr lang="en-US" smtClean="0"/>
              <a:t>1</a:t>
            </a:fld>
            <a:endParaRPr lang="en-US"/>
          </a:p>
        </p:txBody>
      </p:sp>
    </p:spTree>
    <p:extLst>
      <p:ext uri="{BB962C8B-B14F-4D97-AF65-F5344CB8AC3E}">
        <p14:creationId xmlns:p14="http://schemas.microsoft.com/office/powerpoint/2010/main" val="4135198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286BF3-AA66-43B8-8B3D-2DC54CE4021B}" type="slidenum">
              <a:rPr lang="en-US" smtClean="0"/>
              <a:t>2</a:t>
            </a:fld>
            <a:endParaRPr lang="en-US"/>
          </a:p>
        </p:txBody>
      </p:sp>
    </p:spTree>
    <p:extLst>
      <p:ext uri="{BB962C8B-B14F-4D97-AF65-F5344CB8AC3E}">
        <p14:creationId xmlns:p14="http://schemas.microsoft.com/office/powerpoint/2010/main" val="259348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286BF3-AA66-43B8-8B3D-2DC54CE4021B}" type="slidenum">
              <a:rPr lang="en-US" smtClean="0"/>
              <a:t>3</a:t>
            </a:fld>
            <a:endParaRPr lang="en-US"/>
          </a:p>
        </p:txBody>
      </p:sp>
    </p:spTree>
    <p:extLst>
      <p:ext uri="{BB962C8B-B14F-4D97-AF65-F5344CB8AC3E}">
        <p14:creationId xmlns:p14="http://schemas.microsoft.com/office/powerpoint/2010/main" val="1572206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286BF3-AA66-43B8-8B3D-2DC54CE4021B}" type="slidenum">
              <a:rPr lang="en-US" smtClean="0"/>
              <a:t>4</a:t>
            </a:fld>
            <a:endParaRPr lang="en-US"/>
          </a:p>
        </p:txBody>
      </p:sp>
    </p:spTree>
    <p:extLst>
      <p:ext uri="{BB962C8B-B14F-4D97-AF65-F5344CB8AC3E}">
        <p14:creationId xmlns:p14="http://schemas.microsoft.com/office/powerpoint/2010/main" val="5828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286BF3-AA66-43B8-8B3D-2DC54CE4021B}" type="slidenum">
              <a:rPr lang="en-US" smtClean="0"/>
              <a:t>5</a:t>
            </a:fld>
            <a:endParaRPr lang="en-US"/>
          </a:p>
        </p:txBody>
      </p:sp>
    </p:spTree>
    <p:extLst>
      <p:ext uri="{BB962C8B-B14F-4D97-AF65-F5344CB8AC3E}">
        <p14:creationId xmlns:p14="http://schemas.microsoft.com/office/powerpoint/2010/main" val="845027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BFF4C5-7590-46D3-803F-C86457FB5B8B}" type="slidenum">
              <a:rPr lang="en-US" smtClean="0"/>
              <a:t>6</a:t>
            </a:fld>
            <a:endParaRPr lang="en-US"/>
          </a:p>
        </p:txBody>
      </p:sp>
    </p:spTree>
    <p:extLst>
      <p:ext uri="{BB962C8B-B14F-4D97-AF65-F5344CB8AC3E}">
        <p14:creationId xmlns:p14="http://schemas.microsoft.com/office/powerpoint/2010/main" val="3835479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286BF3-AA66-43B8-8B3D-2DC54CE4021B}" type="slidenum">
              <a:rPr lang="en-US" smtClean="0"/>
              <a:t>7</a:t>
            </a:fld>
            <a:endParaRPr lang="en-US"/>
          </a:p>
        </p:txBody>
      </p:sp>
    </p:spTree>
    <p:extLst>
      <p:ext uri="{BB962C8B-B14F-4D97-AF65-F5344CB8AC3E}">
        <p14:creationId xmlns:p14="http://schemas.microsoft.com/office/powerpoint/2010/main" val="34212212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286BF3-AA66-43B8-8B3D-2DC54CE4021B}" type="slidenum">
              <a:rPr lang="en-US" smtClean="0"/>
              <a:t>8</a:t>
            </a:fld>
            <a:endParaRPr lang="en-US"/>
          </a:p>
        </p:txBody>
      </p:sp>
    </p:spTree>
    <p:extLst>
      <p:ext uri="{BB962C8B-B14F-4D97-AF65-F5344CB8AC3E}">
        <p14:creationId xmlns:p14="http://schemas.microsoft.com/office/powerpoint/2010/main" val="3122016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286BF3-AA66-43B8-8B3D-2DC54CE4021B}" type="slidenum">
              <a:rPr lang="en-US" smtClean="0"/>
              <a:t>9</a:t>
            </a:fld>
            <a:endParaRPr lang="en-US"/>
          </a:p>
        </p:txBody>
      </p:sp>
    </p:spTree>
    <p:extLst>
      <p:ext uri="{BB962C8B-B14F-4D97-AF65-F5344CB8AC3E}">
        <p14:creationId xmlns:p14="http://schemas.microsoft.com/office/powerpoint/2010/main" val="34377323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286BF3-AA66-43B8-8B3D-2DC54CE4021B}" type="slidenum">
              <a:rPr lang="en-US" smtClean="0"/>
              <a:t>10</a:t>
            </a:fld>
            <a:endParaRPr lang="en-US"/>
          </a:p>
        </p:txBody>
      </p:sp>
    </p:spTree>
    <p:extLst>
      <p:ext uri="{BB962C8B-B14F-4D97-AF65-F5344CB8AC3E}">
        <p14:creationId xmlns:p14="http://schemas.microsoft.com/office/powerpoint/2010/main" val="24358713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BFF4C5-7590-46D3-803F-C86457FB5B8B}" type="slidenum">
              <a:rPr lang="en-US" smtClean="0"/>
              <a:t>11</a:t>
            </a:fld>
            <a:endParaRPr lang="en-US"/>
          </a:p>
        </p:txBody>
      </p:sp>
    </p:spTree>
    <p:extLst>
      <p:ext uri="{BB962C8B-B14F-4D97-AF65-F5344CB8AC3E}">
        <p14:creationId xmlns:p14="http://schemas.microsoft.com/office/powerpoint/2010/main" val="37063138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BFF4C5-7590-46D3-803F-C86457FB5B8B}" type="slidenum">
              <a:rPr lang="en-US" smtClean="0"/>
              <a:t>12</a:t>
            </a:fld>
            <a:endParaRPr lang="en-US"/>
          </a:p>
        </p:txBody>
      </p:sp>
    </p:spTree>
    <p:extLst>
      <p:ext uri="{BB962C8B-B14F-4D97-AF65-F5344CB8AC3E}">
        <p14:creationId xmlns:p14="http://schemas.microsoft.com/office/powerpoint/2010/main" val="9236504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BFF4C5-7590-46D3-803F-C86457FB5B8B}" type="slidenum">
              <a:rPr lang="en-US" smtClean="0"/>
              <a:t>13</a:t>
            </a:fld>
            <a:endParaRPr lang="en-US"/>
          </a:p>
        </p:txBody>
      </p:sp>
    </p:spTree>
    <p:extLst>
      <p:ext uri="{BB962C8B-B14F-4D97-AF65-F5344CB8AC3E}">
        <p14:creationId xmlns:p14="http://schemas.microsoft.com/office/powerpoint/2010/main" val="10865992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BFF4C5-7590-46D3-803F-C86457FB5B8B}" type="slidenum">
              <a:rPr lang="en-US" smtClean="0"/>
              <a:t>14</a:t>
            </a:fld>
            <a:endParaRPr lang="en-US"/>
          </a:p>
        </p:txBody>
      </p:sp>
    </p:spTree>
    <p:extLst>
      <p:ext uri="{BB962C8B-B14F-4D97-AF65-F5344CB8AC3E}">
        <p14:creationId xmlns:p14="http://schemas.microsoft.com/office/powerpoint/2010/main" val="12052585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286BF3-AA66-43B8-8B3D-2DC54CE4021B}" type="slidenum">
              <a:rPr lang="en-US" smtClean="0"/>
              <a:t>15</a:t>
            </a:fld>
            <a:endParaRPr lang="en-US"/>
          </a:p>
        </p:txBody>
      </p:sp>
    </p:spTree>
    <p:extLst>
      <p:ext uri="{BB962C8B-B14F-4D97-AF65-F5344CB8AC3E}">
        <p14:creationId xmlns:p14="http://schemas.microsoft.com/office/powerpoint/2010/main" val="42880264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02AF86-3E43-4C00-9E79-6131A5C09E56}" type="slidenum">
              <a:rPr lang="en-US" smtClean="0"/>
              <a:t>16</a:t>
            </a:fld>
            <a:endParaRPr lang="en-US"/>
          </a:p>
        </p:txBody>
      </p:sp>
    </p:spTree>
    <p:extLst>
      <p:ext uri="{BB962C8B-B14F-4D97-AF65-F5344CB8AC3E}">
        <p14:creationId xmlns:p14="http://schemas.microsoft.com/office/powerpoint/2010/main" val="1754550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02AF86-3E43-4C00-9E79-6131A5C09E56}" type="slidenum">
              <a:rPr lang="en-US" smtClean="0"/>
              <a:t>17</a:t>
            </a:fld>
            <a:endParaRPr lang="en-US"/>
          </a:p>
        </p:txBody>
      </p:sp>
    </p:spTree>
    <p:extLst>
      <p:ext uri="{BB962C8B-B14F-4D97-AF65-F5344CB8AC3E}">
        <p14:creationId xmlns:p14="http://schemas.microsoft.com/office/powerpoint/2010/main" val="41185066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02AF86-3E43-4C00-9E79-6131A5C09E56}" type="slidenum">
              <a:rPr lang="en-US" smtClean="0"/>
              <a:t>18</a:t>
            </a:fld>
            <a:endParaRPr lang="en-US"/>
          </a:p>
        </p:txBody>
      </p:sp>
    </p:spTree>
    <p:extLst>
      <p:ext uri="{BB962C8B-B14F-4D97-AF65-F5344CB8AC3E}">
        <p14:creationId xmlns:p14="http://schemas.microsoft.com/office/powerpoint/2010/main" val="23899717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02AF86-3E43-4C00-9E79-6131A5C09E56}" type="slidenum">
              <a:rPr lang="en-US" smtClean="0"/>
              <a:t>19</a:t>
            </a:fld>
            <a:endParaRPr lang="en-US"/>
          </a:p>
        </p:txBody>
      </p:sp>
    </p:spTree>
    <p:extLst>
      <p:ext uri="{BB962C8B-B14F-4D97-AF65-F5344CB8AC3E}">
        <p14:creationId xmlns:p14="http://schemas.microsoft.com/office/powerpoint/2010/main" val="5757674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02AF86-3E43-4C00-9E79-6131A5C09E56}" type="slidenum">
              <a:rPr lang="en-US" smtClean="0"/>
              <a:t>20</a:t>
            </a:fld>
            <a:endParaRPr lang="en-US"/>
          </a:p>
        </p:txBody>
      </p:sp>
    </p:spTree>
    <p:extLst>
      <p:ext uri="{BB962C8B-B14F-4D97-AF65-F5344CB8AC3E}">
        <p14:creationId xmlns:p14="http://schemas.microsoft.com/office/powerpoint/2010/main" val="14606128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baseline="0" dirty="0"/>
          </a:p>
        </p:txBody>
      </p:sp>
      <p:sp>
        <p:nvSpPr>
          <p:cNvPr id="4" name="Slide Number Placeholder 3"/>
          <p:cNvSpPr>
            <a:spLocks noGrp="1"/>
          </p:cNvSpPr>
          <p:nvPr>
            <p:ph type="sldNum" sz="quarter" idx="10"/>
          </p:nvPr>
        </p:nvSpPr>
        <p:spPr/>
        <p:txBody>
          <a:bodyPr/>
          <a:lstStyle/>
          <a:p>
            <a:fld id="{4C02AF86-3E43-4C00-9E79-6131A5C09E56}" type="slidenum">
              <a:rPr lang="en-US" smtClean="0"/>
              <a:t>21</a:t>
            </a:fld>
            <a:endParaRPr lang="en-US"/>
          </a:p>
        </p:txBody>
      </p:sp>
    </p:spTree>
    <p:extLst>
      <p:ext uri="{BB962C8B-B14F-4D97-AF65-F5344CB8AC3E}">
        <p14:creationId xmlns:p14="http://schemas.microsoft.com/office/powerpoint/2010/main" val="42837924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02AF86-3E43-4C00-9E79-6131A5C09E56}" type="slidenum">
              <a:rPr lang="en-US" smtClean="0"/>
              <a:t>22</a:t>
            </a:fld>
            <a:endParaRPr lang="en-US"/>
          </a:p>
        </p:txBody>
      </p:sp>
    </p:spTree>
    <p:extLst>
      <p:ext uri="{BB962C8B-B14F-4D97-AF65-F5344CB8AC3E}">
        <p14:creationId xmlns:p14="http://schemas.microsoft.com/office/powerpoint/2010/main" val="40225553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9286BF3-AA66-43B8-8B3D-2DC54CE4021B}" type="slidenum">
              <a:rPr lang="en-US" smtClean="0"/>
              <a:t>23</a:t>
            </a:fld>
            <a:endParaRPr lang="en-US"/>
          </a:p>
        </p:txBody>
      </p:sp>
    </p:spTree>
    <p:extLst>
      <p:ext uri="{BB962C8B-B14F-4D97-AF65-F5344CB8AC3E}">
        <p14:creationId xmlns:p14="http://schemas.microsoft.com/office/powerpoint/2010/main" val="30800151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4C02AF86-3E43-4C00-9E79-6131A5C09E56}" type="slidenum">
              <a:rPr lang="en-US" smtClean="0"/>
              <a:t>24</a:t>
            </a:fld>
            <a:endParaRPr lang="en-US"/>
          </a:p>
        </p:txBody>
      </p:sp>
    </p:spTree>
    <p:extLst>
      <p:ext uri="{BB962C8B-B14F-4D97-AF65-F5344CB8AC3E}">
        <p14:creationId xmlns:p14="http://schemas.microsoft.com/office/powerpoint/2010/main" val="17659584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02AF86-3E43-4C00-9E79-6131A5C09E56}" type="slidenum">
              <a:rPr lang="en-US" smtClean="0"/>
              <a:t>25</a:t>
            </a:fld>
            <a:endParaRPr lang="en-US"/>
          </a:p>
        </p:txBody>
      </p:sp>
    </p:spTree>
    <p:extLst>
      <p:ext uri="{BB962C8B-B14F-4D97-AF65-F5344CB8AC3E}">
        <p14:creationId xmlns:p14="http://schemas.microsoft.com/office/powerpoint/2010/main" val="827449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286BF3-AA66-43B8-8B3D-2DC54CE4021B}" type="slidenum">
              <a:rPr lang="en-US" smtClean="0"/>
              <a:t>26</a:t>
            </a:fld>
            <a:endParaRPr lang="en-US"/>
          </a:p>
        </p:txBody>
      </p:sp>
    </p:spTree>
    <p:extLst>
      <p:ext uri="{BB962C8B-B14F-4D97-AF65-F5344CB8AC3E}">
        <p14:creationId xmlns:p14="http://schemas.microsoft.com/office/powerpoint/2010/main" val="25078954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286BF3-AA66-43B8-8B3D-2DC54CE4021B}" type="slidenum">
              <a:rPr lang="en-US" smtClean="0"/>
              <a:t>27</a:t>
            </a:fld>
            <a:endParaRPr lang="en-US"/>
          </a:p>
        </p:txBody>
      </p:sp>
    </p:spTree>
    <p:extLst>
      <p:ext uri="{BB962C8B-B14F-4D97-AF65-F5344CB8AC3E}">
        <p14:creationId xmlns:p14="http://schemas.microsoft.com/office/powerpoint/2010/main" val="39217343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9286BF3-AA66-43B8-8B3D-2DC54CE4021B}" type="slidenum">
              <a:rPr lang="en-US" smtClean="0"/>
              <a:t>28</a:t>
            </a:fld>
            <a:endParaRPr lang="en-US"/>
          </a:p>
        </p:txBody>
      </p:sp>
    </p:spTree>
    <p:extLst>
      <p:ext uri="{BB962C8B-B14F-4D97-AF65-F5344CB8AC3E}">
        <p14:creationId xmlns:p14="http://schemas.microsoft.com/office/powerpoint/2010/main" val="22282428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E0FDE7-FE71-46E3-9512-437B13AD5F46}" type="slidenum">
              <a:rPr lang="en-US" smtClean="0"/>
              <a:t>29</a:t>
            </a:fld>
            <a:endParaRPr lang="en-US"/>
          </a:p>
        </p:txBody>
      </p:sp>
    </p:spTree>
    <p:extLst>
      <p:ext uri="{BB962C8B-B14F-4D97-AF65-F5344CB8AC3E}">
        <p14:creationId xmlns:p14="http://schemas.microsoft.com/office/powerpoint/2010/main" val="18088420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E0FDE7-FE71-46E3-9512-437B13AD5F46}" type="slidenum">
              <a:rPr lang="en-US" smtClean="0"/>
              <a:t>30</a:t>
            </a:fld>
            <a:endParaRPr lang="en-US"/>
          </a:p>
        </p:txBody>
      </p:sp>
    </p:spTree>
    <p:extLst>
      <p:ext uri="{BB962C8B-B14F-4D97-AF65-F5344CB8AC3E}">
        <p14:creationId xmlns:p14="http://schemas.microsoft.com/office/powerpoint/2010/main" val="19494739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E0FDE7-FE71-46E3-9512-437B13AD5F46}" type="slidenum">
              <a:rPr lang="en-US" smtClean="0"/>
              <a:t>31</a:t>
            </a:fld>
            <a:endParaRPr lang="en-US"/>
          </a:p>
        </p:txBody>
      </p:sp>
    </p:spTree>
    <p:extLst>
      <p:ext uri="{BB962C8B-B14F-4D97-AF65-F5344CB8AC3E}">
        <p14:creationId xmlns:p14="http://schemas.microsoft.com/office/powerpoint/2010/main" val="24583714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9286BF3-AA66-43B8-8B3D-2DC54CE4021B}" type="slidenum">
              <a:rPr lang="en-US" smtClean="0"/>
              <a:t>32</a:t>
            </a:fld>
            <a:endParaRPr lang="en-US"/>
          </a:p>
        </p:txBody>
      </p:sp>
    </p:spTree>
    <p:extLst>
      <p:ext uri="{BB962C8B-B14F-4D97-AF65-F5344CB8AC3E}">
        <p14:creationId xmlns:p14="http://schemas.microsoft.com/office/powerpoint/2010/main" val="3102969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491038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9954A3-9DFD-4C44-94BA-B95130A3BA1C}" type="slidenum">
              <a:rPr lang="en-US" smtClean="0"/>
              <a:t>‹#›</a:t>
            </a:fld>
            <a:endParaRPr lang="en-US"/>
          </a:p>
        </p:txBody>
      </p:sp>
    </p:spTree>
    <p:extLst>
      <p:ext uri="{BB962C8B-B14F-4D97-AF65-F5344CB8AC3E}">
        <p14:creationId xmlns:p14="http://schemas.microsoft.com/office/powerpoint/2010/main" val="3668556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B61BEF0D-F0BB-DE4B-95CE-6DB70DBA9567}" type="datetimeFigureOut">
              <a:rPr lang="en-US" smtClean="0"/>
              <a:pPr/>
              <a:t>2/10/2026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359621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a:p>
        </p:txBody>
      </p:sp>
    </p:spTree>
    <p:extLst>
      <p:ext uri="{BB962C8B-B14F-4D97-AF65-F5344CB8AC3E}">
        <p14:creationId xmlns:p14="http://schemas.microsoft.com/office/powerpoint/2010/main" val="3595285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621582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679543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285635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a:p>
        </p:txBody>
      </p:sp>
    </p:spTree>
    <p:extLst>
      <p:ext uri="{BB962C8B-B14F-4D97-AF65-F5344CB8AC3E}">
        <p14:creationId xmlns:p14="http://schemas.microsoft.com/office/powerpoint/2010/main" val="2221988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2/10/2026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09910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a:p>
        </p:txBody>
      </p:sp>
    </p:spTree>
    <p:extLst>
      <p:ext uri="{BB962C8B-B14F-4D97-AF65-F5344CB8AC3E}">
        <p14:creationId xmlns:p14="http://schemas.microsoft.com/office/powerpoint/2010/main" val="1631703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578341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B61BEF0D-F0BB-DE4B-95CE-6DB70DBA9567}" type="datetimeFigureOut">
              <a:rPr lang="en-US" smtClean="0"/>
              <a:pPr/>
              <a:t>2/10/2026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811589666"/>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2.wdp"/><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png"/><Relationship Id="rId5" Type="http://schemas.microsoft.com/office/2007/relationships/hdphoto" Target="../media/hdphoto2.wdp"/><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3.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2.jpeg"/><Relationship Id="rId7" Type="http://schemas.openxmlformats.org/officeDocument/2006/relationships/diagramColors" Target="../diagrams/colors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hemeOverride" Target="../theme/themeOverride9.xml"/><Relationship Id="rId4" Type="http://schemas.openxmlformats.org/officeDocument/2006/relationships/image" Target="../media/image17.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hemeOverride" Target="../theme/themeOverride10.xml"/><Relationship Id="rId4" Type="http://schemas.openxmlformats.org/officeDocument/2006/relationships/image" Target="../media/image17.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hemeOverride" Target="../theme/themeOverride11.xml"/><Relationship Id="rId4" Type="http://schemas.openxmlformats.org/officeDocument/2006/relationships/image" Target="../media/image17.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hemeOverride" Target="../theme/themeOverride12.xml"/><Relationship Id="rId4" Type="http://schemas.openxmlformats.org/officeDocument/2006/relationships/image" Target="../media/image17.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hemeOverride" Target="../theme/themeOverride13.xml"/><Relationship Id="rId4" Type="http://schemas.openxmlformats.org/officeDocument/2006/relationships/image" Target="../media/image17.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hemeOverride" Target="../theme/themeOverride14.xml"/><Relationship Id="rId4" Type="http://schemas.openxmlformats.org/officeDocument/2006/relationships/image" Target="../media/image17.jpeg"/></Relationships>
</file>

<file path=ppt/slides/_rels/slide26.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image" Target="../media/image11.png"/><Relationship Id="rId7" Type="http://schemas.openxmlformats.org/officeDocument/2006/relationships/diagramData" Target="../diagrams/data2.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microsoft.com/office/2007/relationships/hdphoto" Target="../media/hdphoto2.wdp"/><Relationship Id="rId11" Type="http://schemas.microsoft.com/office/2007/relationships/diagramDrawing" Target="../diagrams/drawing2.xml"/><Relationship Id="rId5" Type="http://schemas.openxmlformats.org/officeDocument/2006/relationships/image" Target="../media/image4.png"/><Relationship Id="rId10" Type="http://schemas.openxmlformats.org/officeDocument/2006/relationships/diagramColors" Target="../diagrams/colors2.xml"/><Relationship Id="rId4" Type="http://schemas.microsoft.com/office/2007/relationships/hdphoto" Target="../media/hdphoto3.wdp"/><Relationship Id="rId9" Type="http://schemas.openxmlformats.org/officeDocument/2006/relationships/diagramQuickStyle" Target="../diagrams/quickStyle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3.wdp"/></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hemeOverride" Target="../theme/themeOverride1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hemeOverride" Target="../theme/themeOverride1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hemeOverride" Target="../theme/themeOverride17.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3.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C28659E-412C-4600-B45E-BAE370BC2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n illusion of swirling lines in black and white">
            <a:extLst>
              <a:ext uri="{FF2B5EF4-FFF2-40B4-BE49-F238E27FC236}">
                <a16:creationId xmlns:a16="http://schemas.microsoft.com/office/drawing/2014/main" id="{845BB6BF-9047-4007-B0AB-3A4020D5CFEF}"/>
              </a:ext>
            </a:extLst>
          </p:cNvPr>
          <p:cNvPicPr>
            <a:picLocks noChangeAspect="1"/>
          </p:cNvPicPr>
          <p:nvPr/>
        </p:nvPicPr>
        <p:blipFill rotWithShape="1">
          <a:blip r:embed="rId3"/>
          <a:srcRect t="23391" r="9091"/>
          <a:stretch>
            <a:fillRect/>
          </a:stretch>
        </p:blipFill>
        <p:spPr>
          <a:xfrm>
            <a:off x="20" y="10"/>
            <a:ext cx="12191980" cy="6857991"/>
          </a:xfrm>
          <a:prstGeom prst="rect">
            <a:avLst/>
          </a:prstGeom>
        </p:spPr>
      </p:pic>
      <p:sp>
        <p:nvSpPr>
          <p:cNvPr id="12" name="Rectangle 11">
            <a:extLst>
              <a:ext uri="{FF2B5EF4-FFF2-40B4-BE49-F238E27FC236}">
                <a16:creationId xmlns:a16="http://schemas.microsoft.com/office/drawing/2014/main" id="{55BE2824-A619-43D4-8CEE-814E76EAC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blipFill dpi="0" rotWithShape="1">
            <a:blip r:embed="rId4">
              <a:alphaModFix amt="17000"/>
              <a:duotone>
                <a:schemeClr val="accent1">
                  <a:shade val="45000"/>
                  <a:satMod val="135000"/>
                </a:schemeClr>
                <a:prstClr val="white"/>
              </a:duotone>
              <a:extLst>
                <a:ext uri="{BEBA8EAE-BF5A-486C-A8C5-ECC9F3942E4B}">
                  <a14:imgProps xmlns:a14="http://schemas.microsoft.com/office/drawing/2010/main">
                    <a14:imgLayer r:embed="rId5">
                      <a14:imgEffect>
                        <a14:sharpenSoften amount="25000"/>
                      </a14:imgEffect>
                      <a14:imgEffect>
                        <a14:brightnessContrast bright="20000" contrast="20000"/>
                      </a14:imgEffect>
                    </a14:imgLayer>
                  </a14:imgProps>
                </a:ext>
                <a:ext uri="{28A0092B-C50C-407E-A947-70E740481C1C}">
                  <a14:useLocalDpi xmlns:a14="http://schemas.microsoft.com/office/drawing/2010/main" val="0"/>
                </a:ext>
              </a:extLst>
            </a:blip>
            <a:srcRect/>
            <a:tile tx="0" ty="-254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F757314-8028-429F-A691-15514DF113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2531684"/>
            <a:ext cx="10222992" cy="80683"/>
          </a:xfrm>
          <a:prstGeom prst="rect">
            <a:avLst/>
          </a:prstGeom>
          <a:blipFill dpi="0" rotWithShape="1">
            <a:blip r:embed="rId6">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CFB0F09-9A6D-4393-94DE-D19BB32FF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2669517"/>
            <a:ext cx="10222992" cy="2743200"/>
          </a:xfrm>
          <a:prstGeom prst="rect">
            <a:avLst/>
          </a:prstGeom>
          <a:blipFill dpi="0" rotWithShape="1">
            <a:blip r:embed="rId6">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1A8FF86-3729-44D9-9029-E0816A7E2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5484434"/>
            <a:ext cx="10222992" cy="80683"/>
          </a:xfrm>
          <a:prstGeom prst="rect">
            <a:avLst/>
          </a:prstGeom>
          <a:blipFill dpi="0" rotWithShape="1">
            <a:blip r:embed="rId6">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A924F705-30C0-4ED8-9364-62609FAD44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5253661"/>
            <a:ext cx="1080904" cy="1080902"/>
            <a:chOff x="9685338" y="4460675"/>
            <a:chExt cx="1080904" cy="1080902"/>
          </a:xfrm>
        </p:grpSpPr>
        <p:sp>
          <p:nvSpPr>
            <p:cNvPr id="21" name="Oval 20">
              <a:extLst>
                <a:ext uri="{FF2B5EF4-FFF2-40B4-BE49-F238E27FC236}">
                  <a16:creationId xmlns:a16="http://schemas.microsoft.com/office/drawing/2014/main" id="{2011EC6B-5921-4E83-802A-C8EDBFF944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7">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2" name="Oval 21">
              <a:extLst>
                <a:ext uri="{FF2B5EF4-FFF2-40B4-BE49-F238E27FC236}">
                  <a16:creationId xmlns:a16="http://schemas.microsoft.com/office/drawing/2014/main" id="{A6591F3A-6CC6-475E-B681-19B2E17DC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2612367"/>
            <a:ext cx="9966960" cy="3017156"/>
          </a:xfrm>
        </p:spPr>
        <p:txBody>
          <a:bodyPr>
            <a:normAutofit/>
          </a:bodyPr>
          <a:lstStyle/>
          <a:p>
            <a:r>
              <a:rPr lang="en-US"/>
              <a:t>Psychopathology</a:t>
            </a:r>
          </a:p>
        </p:txBody>
      </p:sp>
      <p:sp>
        <p:nvSpPr>
          <p:cNvPr id="3" name="Subtitle 2"/>
          <p:cNvSpPr>
            <a:spLocks noGrp="1"/>
          </p:cNvSpPr>
          <p:nvPr>
            <p:ph type="subTitle" idx="1"/>
          </p:nvPr>
        </p:nvSpPr>
        <p:spPr>
          <a:xfrm>
            <a:off x="1069848" y="5565117"/>
            <a:ext cx="7891272" cy="620015"/>
          </a:xfrm>
          <a:ln>
            <a:noFill/>
          </a:ln>
        </p:spPr>
        <p:txBody>
          <a:bodyPr>
            <a:normAutofit/>
          </a:bodyPr>
          <a:lstStyle/>
          <a:p>
            <a:r>
              <a:rPr lang="en-US">
                <a:solidFill>
                  <a:schemeClr val="bg1"/>
                </a:solidFill>
              </a:rPr>
              <a:t>Session 4</a:t>
            </a:r>
          </a:p>
        </p:txBody>
      </p:sp>
    </p:spTree>
    <p:extLst>
      <p:ext uri="{BB962C8B-B14F-4D97-AF65-F5344CB8AC3E}">
        <p14:creationId xmlns:p14="http://schemas.microsoft.com/office/powerpoint/2010/main" val="1564221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Question mark on green pastel background">
            <a:extLst>
              <a:ext uri="{FF2B5EF4-FFF2-40B4-BE49-F238E27FC236}">
                <a16:creationId xmlns:a16="http://schemas.microsoft.com/office/drawing/2014/main" id="{CDD164D9-9F83-42F7-AF09-F07D1A0C257A}"/>
              </a:ext>
            </a:extLst>
          </p:cNvPr>
          <p:cNvPicPr>
            <a:picLocks noChangeAspect="1"/>
          </p:cNvPicPr>
          <p:nvPr/>
        </p:nvPicPr>
        <p:blipFill rotWithShape="1">
          <a:blip r:embed="rId3"/>
          <a:srcRect t="12500" b="12500"/>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F79FF99C-BAA9-404F-9C96-6DD456B4F7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9C44AFD-C72D-4D9C-84C6-73E615CE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blipFill dpi="0" rotWithShape="1">
            <a:blip r:embed="rId4">
              <a:alphaModFix amt="30000"/>
              <a:duotone>
                <a:prstClr val="black"/>
                <a:schemeClr val="accent1">
                  <a:tint val="45000"/>
                  <a:satMod val="400000"/>
                </a:schemeClr>
              </a:duotone>
              <a:extLst>
                <a:ext uri="{BEBA8EAE-BF5A-486C-A8C5-ECC9F3942E4B}">
                  <a14:imgProps xmlns:a14="http://schemas.microsoft.com/office/drawing/2010/main">
                    <a14:imgLayer r:embed="rId5">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6F5D96-B82F-4EB1-A175-C2D1A022ED45}"/>
              </a:ext>
            </a:extLst>
          </p:cNvPr>
          <p:cNvSpPr>
            <a:spLocks noGrp="1"/>
          </p:cNvSpPr>
          <p:nvPr>
            <p:ph type="title"/>
          </p:nvPr>
        </p:nvSpPr>
        <p:spPr>
          <a:xfrm>
            <a:off x="1069848" y="484632"/>
            <a:ext cx="10058400" cy="1609344"/>
          </a:xfrm>
        </p:spPr>
        <p:txBody>
          <a:bodyPr anchor="ctr">
            <a:normAutofit/>
          </a:bodyPr>
          <a:lstStyle/>
          <a:p>
            <a:r>
              <a:rPr lang="en-US">
                <a:solidFill>
                  <a:schemeClr val="tx1"/>
                </a:solidFill>
              </a:rPr>
              <a:t>Mid Semester Check-in</a:t>
            </a:r>
          </a:p>
        </p:txBody>
      </p:sp>
      <p:sp>
        <p:nvSpPr>
          <p:cNvPr id="4" name="Content Placeholder 3">
            <a:extLst>
              <a:ext uri="{FF2B5EF4-FFF2-40B4-BE49-F238E27FC236}">
                <a16:creationId xmlns:a16="http://schemas.microsoft.com/office/drawing/2014/main" id="{84728607-A2AE-4AB7-A473-7901F6059D29}"/>
              </a:ext>
            </a:extLst>
          </p:cNvPr>
          <p:cNvSpPr>
            <a:spLocks noGrp="1"/>
          </p:cNvSpPr>
          <p:nvPr>
            <p:ph idx="1"/>
          </p:nvPr>
        </p:nvSpPr>
        <p:spPr>
          <a:xfrm>
            <a:off x="1069848" y="2121408"/>
            <a:ext cx="10058400" cy="4050792"/>
          </a:xfrm>
        </p:spPr>
        <p:txBody>
          <a:bodyPr>
            <a:normAutofit/>
          </a:bodyPr>
          <a:lstStyle/>
          <a:p>
            <a:r>
              <a:rPr lang="en-US" sz="3200" dirty="0"/>
              <a:t>What’s Going Well?</a:t>
            </a:r>
          </a:p>
          <a:p>
            <a:r>
              <a:rPr lang="en-US" sz="3200" dirty="0"/>
              <a:t>What’s Not Going Well?</a:t>
            </a:r>
          </a:p>
          <a:p>
            <a:r>
              <a:rPr lang="en-US" sz="3200" dirty="0"/>
              <a:t>Other Thoughts, Comments, Questions?</a:t>
            </a:r>
          </a:p>
          <a:p>
            <a:endParaRPr lang="en-US" dirty="0"/>
          </a:p>
        </p:txBody>
      </p:sp>
      <p:grpSp>
        <p:nvGrpSpPr>
          <p:cNvPr id="15" name="Group 14">
            <a:extLst>
              <a:ext uri="{FF2B5EF4-FFF2-40B4-BE49-F238E27FC236}">
                <a16:creationId xmlns:a16="http://schemas.microsoft.com/office/drawing/2014/main" id="{1D25B14F-36E0-41E8-956F-CABEF1ADD65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6" name="Oval 15">
              <a:extLst>
                <a:ext uri="{FF2B5EF4-FFF2-40B4-BE49-F238E27FC236}">
                  <a16:creationId xmlns:a16="http://schemas.microsoft.com/office/drawing/2014/main" id="{4AFB9EA5-DE4D-4E6B-A302-F55174E4B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7" name="Oval 16">
              <a:extLst>
                <a:ext uri="{FF2B5EF4-FFF2-40B4-BE49-F238E27FC236}">
                  <a16:creationId xmlns:a16="http://schemas.microsoft.com/office/drawing/2014/main" id="{E44092F4-4D9B-4D0A-8832-C29E786F8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2226184915"/>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3B474-0139-4049-ADFF-3116B18446F1}"/>
              </a:ext>
            </a:extLst>
          </p:cNvPr>
          <p:cNvSpPr>
            <a:spLocks noGrp="1"/>
          </p:cNvSpPr>
          <p:nvPr>
            <p:ph type="title"/>
          </p:nvPr>
        </p:nvSpPr>
        <p:spPr>
          <a:xfrm>
            <a:off x="4965290" y="365760"/>
            <a:ext cx="5997678" cy="1325562"/>
          </a:xfrm>
        </p:spPr>
        <p:txBody>
          <a:bodyPr>
            <a:normAutofit/>
          </a:bodyPr>
          <a:lstStyle/>
          <a:p>
            <a:r>
              <a:rPr lang="en-US"/>
              <a:t>Final Exam</a:t>
            </a:r>
          </a:p>
        </p:txBody>
      </p:sp>
      <p:sp>
        <p:nvSpPr>
          <p:cNvPr id="5" name="Content Placeholder 4">
            <a:extLst>
              <a:ext uri="{FF2B5EF4-FFF2-40B4-BE49-F238E27FC236}">
                <a16:creationId xmlns:a16="http://schemas.microsoft.com/office/drawing/2014/main" id="{07433C04-0500-4CF9-ADA3-B1FB754060BA}"/>
              </a:ext>
            </a:extLst>
          </p:cNvPr>
          <p:cNvSpPr>
            <a:spLocks noGrp="1"/>
          </p:cNvSpPr>
          <p:nvPr>
            <p:ph idx="1"/>
          </p:nvPr>
        </p:nvSpPr>
        <p:spPr>
          <a:xfrm>
            <a:off x="4084320" y="1691322"/>
            <a:ext cx="6896541" cy="5024438"/>
          </a:xfrm>
        </p:spPr>
        <p:txBody>
          <a:bodyPr>
            <a:normAutofit/>
          </a:bodyPr>
          <a:lstStyle/>
          <a:p>
            <a:pPr rtl="0" fontAlgn="base">
              <a:buFont typeface="Arial" panose="020B0604020202020204" pitchFamily="34" charset="0"/>
              <a:buChar char="•"/>
            </a:pPr>
            <a:r>
              <a:rPr lang="en-US" sz="1600" b="0" i="0" u="none" strike="noStrike" dirty="0">
                <a:effectLst>
                  <a:outerShdw blurRad="38100" dist="38100" dir="2700000" algn="tl">
                    <a:srgbClr val="000000">
                      <a:alpha val="43137"/>
                    </a:srgbClr>
                  </a:outerShdw>
                </a:effectLst>
                <a:latin typeface="Trebuchet MS" panose="020B0603020202020204" pitchFamily="34" charset="0"/>
              </a:rPr>
              <a:t>Vignette Provided</a:t>
            </a:r>
            <a:r>
              <a:rPr lang="en-US" sz="1600" b="0" i="0" dirty="0">
                <a:effectLst>
                  <a:outerShdw blurRad="38100" dist="38100" dir="2700000" algn="tl">
                    <a:srgbClr val="000000">
                      <a:alpha val="43137"/>
                    </a:srgbClr>
                  </a:outerShdw>
                </a:effectLst>
                <a:latin typeface="Trebuchet MS" panose="020B0603020202020204" pitchFamily="34" charset="0"/>
              </a:rPr>
              <a:t>​</a:t>
            </a:r>
            <a:endParaRPr lang="en-US" sz="1600" b="0" i="0" dirty="0">
              <a:effectLst>
                <a:outerShdw blurRad="38100" dist="38100" dir="2700000" algn="tl">
                  <a:srgbClr val="000000">
                    <a:alpha val="43137"/>
                  </a:srgbClr>
                </a:outerShdw>
              </a:effectLst>
              <a:latin typeface="Arial" panose="020B0604020202020204" pitchFamily="34" charset="0"/>
            </a:endParaRPr>
          </a:p>
          <a:p>
            <a:pPr rtl="0" fontAlgn="base">
              <a:buFont typeface="Arial" panose="020B0604020202020204" pitchFamily="34" charset="0"/>
              <a:buChar char="•"/>
            </a:pPr>
            <a:r>
              <a:rPr lang="en-US" sz="1600" b="0" i="0" u="none" strike="noStrike" dirty="0">
                <a:effectLst>
                  <a:outerShdw blurRad="38100" dist="38100" dir="2700000" algn="tl">
                    <a:srgbClr val="000000">
                      <a:alpha val="43137"/>
                    </a:srgbClr>
                  </a:outerShdw>
                </a:effectLst>
                <a:latin typeface="Trebuchet MS" panose="020B0603020202020204" pitchFamily="34" charset="0"/>
              </a:rPr>
              <a:t>Clear diagnosis possible</a:t>
            </a:r>
            <a:r>
              <a:rPr lang="en-US" sz="1600" b="0" i="0" dirty="0">
                <a:effectLst>
                  <a:outerShdw blurRad="38100" dist="38100" dir="2700000" algn="tl">
                    <a:srgbClr val="000000">
                      <a:alpha val="43137"/>
                    </a:srgbClr>
                  </a:outerShdw>
                </a:effectLst>
                <a:latin typeface="Trebuchet MS" panose="020B0603020202020204" pitchFamily="34" charset="0"/>
              </a:rPr>
              <a:t>​</a:t>
            </a:r>
            <a:endParaRPr lang="en-US" sz="1600" b="0" i="0" dirty="0">
              <a:effectLst>
                <a:outerShdw blurRad="38100" dist="38100" dir="2700000" algn="tl">
                  <a:srgbClr val="000000">
                    <a:alpha val="43137"/>
                  </a:srgbClr>
                </a:outerShdw>
              </a:effectLst>
              <a:latin typeface="Arial" panose="020B0604020202020204" pitchFamily="34" charset="0"/>
            </a:endParaRPr>
          </a:p>
          <a:p>
            <a:pPr rtl="0" fontAlgn="base">
              <a:buFont typeface="Arial" panose="020B0604020202020204" pitchFamily="34" charset="0"/>
              <a:buChar char="•"/>
            </a:pPr>
            <a:r>
              <a:rPr lang="en-US" sz="1600" b="0" i="0" u="none" strike="noStrike" dirty="0">
                <a:effectLst>
                  <a:outerShdw blurRad="38100" dist="38100" dir="2700000" algn="tl">
                    <a:srgbClr val="000000">
                      <a:alpha val="43137"/>
                    </a:srgbClr>
                  </a:outerShdw>
                </a:effectLst>
                <a:latin typeface="Trebuchet MS" panose="020B0603020202020204" pitchFamily="34" charset="0"/>
              </a:rPr>
              <a:t>You must:</a:t>
            </a:r>
            <a:r>
              <a:rPr lang="en-US" sz="1600" b="0" i="0" dirty="0">
                <a:effectLst>
                  <a:outerShdw blurRad="38100" dist="38100" dir="2700000" algn="tl">
                    <a:srgbClr val="000000">
                      <a:alpha val="43137"/>
                    </a:srgbClr>
                  </a:outerShdw>
                </a:effectLst>
                <a:latin typeface="Trebuchet MS" panose="020B0603020202020204" pitchFamily="34" charset="0"/>
              </a:rPr>
              <a:t>​</a:t>
            </a:r>
            <a:endParaRPr lang="en-US" sz="1600" b="0" i="0" dirty="0">
              <a:effectLst>
                <a:outerShdw blurRad="38100" dist="38100" dir="2700000" algn="tl">
                  <a:srgbClr val="000000">
                    <a:alpha val="43137"/>
                  </a:srgbClr>
                </a:outerShdw>
              </a:effectLst>
              <a:latin typeface="Arial" panose="020B0604020202020204" pitchFamily="34" charset="0"/>
            </a:endParaRPr>
          </a:p>
          <a:p>
            <a:pPr rtl="0" fontAlgn="base">
              <a:buFont typeface="Arial" panose="020B0604020202020204" pitchFamily="34" charset="0"/>
              <a:buChar char="•"/>
            </a:pPr>
            <a:r>
              <a:rPr lang="en-US" sz="1600" b="0" i="0" u="none" strike="noStrike" dirty="0">
                <a:effectLst>
                  <a:outerShdw blurRad="38100" dist="38100" dir="2700000" algn="tl">
                    <a:srgbClr val="000000">
                      <a:alpha val="43137"/>
                    </a:srgbClr>
                  </a:outerShdw>
                </a:effectLst>
                <a:latin typeface="Trebuchet MS" panose="020B0603020202020204" pitchFamily="34" charset="0"/>
              </a:rPr>
              <a:t>Provide accurate DSM Diagnosis including all coding </a:t>
            </a:r>
            <a:r>
              <a:rPr lang="en-US" sz="1600" b="0" i="0" dirty="0">
                <a:effectLst>
                  <a:outerShdw blurRad="38100" dist="38100" dir="2700000" algn="tl">
                    <a:srgbClr val="000000">
                      <a:alpha val="43137"/>
                    </a:srgbClr>
                  </a:outerShdw>
                </a:effectLst>
                <a:latin typeface="Trebuchet MS" panose="020B0603020202020204" pitchFamily="34" charset="0"/>
              </a:rPr>
              <a:t>​</a:t>
            </a:r>
            <a:endParaRPr lang="en-US" sz="1600" b="0" i="0" dirty="0">
              <a:effectLst>
                <a:outerShdw blurRad="38100" dist="38100" dir="2700000" algn="tl">
                  <a:srgbClr val="000000">
                    <a:alpha val="43137"/>
                  </a:srgbClr>
                </a:outerShdw>
              </a:effectLst>
              <a:latin typeface="Arial" panose="020B0604020202020204" pitchFamily="34" charset="0"/>
            </a:endParaRPr>
          </a:p>
          <a:p>
            <a:pPr rtl="0" fontAlgn="base">
              <a:buFont typeface="Arial" panose="020B0604020202020204" pitchFamily="34" charset="0"/>
              <a:buChar char="•"/>
            </a:pPr>
            <a:r>
              <a:rPr lang="en-US" sz="1600" b="0" i="0" u="none" strike="noStrike" dirty="0">
                <a:effectLst>
                  <a:outerShdw blurRad="38100" dist="38100" dir="2700000" algn="tl">
                    <a:srgbClr val="000000">
                      <a:alpha val="43137"/>
                    </a:srgbClr>
                  </a:outerShdw>
                </a:effectLst>
                <a:latin typeface="Trebuchet MS" panose="020B0603020202020204" pitchFamily="34" charset="0"/>
              </a:rPr>
              <a:t>Include </a:t>
            </a:r>
            <a:r>
              <a:rPr lang="en-US" sz="1800" b="0" i="0" u="sng" strike="noStrike" dirty="0">
                <a:effectLst>
                  <a:outerShdw blurRad="38100" dist="38100" dir="2700000" algn="tl">
                    <a:srgbClr val="000000">
                      <a:alpha val="43137"/>
                    </a:srgbClr>
                  </a:outerShdw>
                </a:effectLst>
                <a:latin typeface="Trebuchet MS" panose="020B0603020202020204" pitchFamily="34" charset="0"/>
              </a:rPr>
              <a:t>Relevant</a:t>
            </a:r>
            <a:r>
              <a:rPr lang="en-US" sz="1600" b="0" i="0" u="none" strike="noStrike" dirty="0">
                <a:effectLst>
                  <a:outerShdw blurRad="38100" dist="38100" dir="2700000" algn="tl">
                    <a:srgbClr val="000000">
                      <a:alpha val="43137"/>
                    </a:srgbClr>
                  </a:outerShdw>
                </a:effectLst>
                <a:latin typeface="Trebuchet MS" panose="020B0603020202020204" pitchFamily="34" charset="0"/>
              </a:rPr>
              <a:t> Specifiers</a:t>
            </a:r>
            <a:r>
              <a:rPr lang="en-US" sz="1600" b="0" i="0" dirty="0">
                <a:effectLst>
                  <a:outerShdw blurRad="38100" dist="38100" dir="2700000" algn="tl">
                    <a:srgbClr val="000000">
                      <a:alpha val="43137"/>
                    </a:srgbClr>
                  </a:outerShdw>
                </a:effectLst>
                <a:latin typeface="Trebuchet MS" panose="020B0603020202020204" pitchFamily="34" charset="0"/>
              </a:rPr>
              <a:t>​</a:t>
            </a:r>
            <a:endParaRPr lang="en-US" sz="1600" b="0" i="0" dirty="0">
              <a:effectLst>
                <a:outerShdw blurRad="38100" dist="38100" dir="2700000" algn="tl">
                  <a:srgbClr val="000000">
                    <a:alpha val="43137"/>
                  </a:srgbClr>
                </a:outerShdw>
              </a:effectLst>
              <a:latin typeface="Arial" panose="020B0604020202020204" pitchFamily="34" charset="0"/>
            </a:endParaRPr>
          </a:p>
          <a:p>
            <a:pPr rtl="0" fontAlgn="base">
              <a:buFont typeface="Arial" panose="020B0604020202020204" pitchFamily="34" charset="0"/>
              <a:buChar char="•"/>
            </a:pPr>
            <a:r>
              <a:rPr lang="en-US" sz="1600" b="0" i="0" u="none" strike="noStrike" dirty="0">
                <a:effectLst>
                  <a:outerShdw blurRad="38100" dist="38100" dir="2700000" algn="tl">
                    <a:srgbClr val="000000">
                      <a:alpha val="43137"/>
                    </a:srgbClr>
                  </a:outerShdw>
                </a:effectLst>
                <a:latin typeface="Trebuchet MS" panose="020B0603020202020204" pitchFamily="34" charset="0"/>
              </a:rPr>
              <a:t>Provide a clear description of how symptoms meet diagnostic criteria</a:t>
            </a:r>
            <a:r>
              <a:rPr lang="en-US" sz="1600" b="0" i="0" dirty="0">
                <a:effectLst>
                  <a:outerShdw blurRad="38100" dist="38100" dir="2700000" algn="tl">
                    <a:srgbClr val="000000">
                      <a:alpha val="43137"/>
                    </a:srgbClr>
                  </a:outerShdw>
                </a:effectLst>
                <a:latin typeface="Trebuchet MS" panose="020B0603020202020204" pitchFamily="34" charset="0"/>
              </a:rPr>
              <a:t>​</a:t>
            </a:r>
            <a:endParaRPr lang="en-US" sz="1600" b="0" i="0" dirty="0">
              <a:effectLst>
                <a:outerShdw blurRad="38100" dist="38100" dir="2700000" algn="tl">
                  <a:srgbClr val="000000">
                    <a:alpha val="43137"/>
                  </a:srgbClr>
                </a:outerShdw>
              </a:effectLst>
              <a:latin typeface="Arial" panose="020B0604020202020204" pitchFamily="34" charset="0"/>
            </a:endParaRPr>
          </a:p>
          <a:p>
            <a:pPr rtl="0" fontAlgn="base">
              <a:buFont typeface="Arial" panose="020B0604020202020204" pitchFamily="34" charset="0"/>
              <a:buChar char="•"/>
            </a:pPr>
            <a:r>
              <a:rPr lang="en-US" sz="1600" b="0" i="0" u="none" strike="noStrike" dirty="0">
                <a:effectLst>
                  <a:outerShdw blurRad="38100" dist="38100" dir="2700000" algn="tl">
                    <a:srgbClr val="000000">
                      <a:alpha val="43137"/>
                    </a:srgbClr>
                  </a:outerShdw>
                </a:effectLst>
                <a:latin typeface="Trebuchet MS" panose="020B0603020202020204" pitchFamily="34" charset="0"/>
              </a:rPr>
              <a:t>Include a discussion of all diagnostic criteria</a:t>
            </a:r>
            <a:r>
              <a:rPr lang="en-US" sz="1600" b="0" i="0" dirty="0">
                <a:effectLst>
                  <a:outerShdw blurRad="38100" dist="38100" dir="2700000" algn="tl">
                    <a:srgbClr val="000000">
                      <a:alpha val="43137"/>
                    </a:srgbClr>
                  </a:outerShdw>
                </a:effectLst>
                <a:latin typeface="Trebuchet MS" panose="020B0603020202020204" pitchFamily="34" charset="0"/>
              </a:rPr>
              <a:t>​</a:t>
            </a:r>
            <a:endParaRPr lang="en-US" sz="1600" b="0" i="0" dirty="0">
              <a:effectLst>
                <a:outerShdw blurRad="38100" dist="38100" dir="2700000" algn="tl">
                  <a:srgbClr val="000000">
                    <a:alpha val="43137"/>
                  </a:srgbClr>
                </a:outerShdw>
              </a:effectLst>
              <a:latin typeface="Arial" panose="020B0604020202020204" pitchFamily="34" charset="0"/>
            </a:endParaRPr>
          </a:p>
          <a:p>
            <a:pPr rtl="0" fontAlgn="base">
              <a:buFont typeface="Arial" panose="020B0604020202020204" pitchFamily="34" charset="0"/>
              <a:buChar char="•"/>
            </a:pPr>
            <a:r>
              <a:rPr lang="en-US" sz="1600" b="0" i="0" u="none" strike="noStrike" dirty="0">
                <a:effectLst>
                  <a:outerShdw blurRad="38100" dist="38100" dir="2700000" algn="tl">
                    <a:srgbClr val="000000">
                      <a:alpha val="43137"/>
                    </a:srgbClr>
                  </a:outerShdw>
                </a:effectLst>
                <a:latin typeface="Trebuchet MS" panose="020B0603020202020204" pitchFamily="34" charset="0"/>
              </a:rPr>
              <a:t>Provide a thorough (but not exhaustive) differential diagnosis</a:t>
            </a:r>
            <a:r>
              <a:rPr lang="en-US" sz="1600" b="0" i="0" dirty="0">
                <a:effectLst>
                  <a:outerShdw blurRad="38100" dist="38100" dir="2700000" algn="tl">
                    <a:srgbClr val="000000">
                      <a:alpha val="43137"/>
                    </a:srgbClr>
                  </a:outerShdw>
                </a:effectLst>
                <a:latin typeface="Trebuchet MS" panose="020B0603020202020204" pitchFamily="34" charset="0"/>
              </a:rPr>
              <a:t>​</a:t>
            </a:r>
            <a:endParaRPr lang="en-US" sz="1600" b="0" i="0" dirty="0">
              <a:effectLst>
                <a:outerShdw blurRad="38100" dist="38100" dir="2700000" algn="tl">
                  <a:srgbClr val="000000">
                    <a:alpha val="43137"/>
                  </a:srgbClr>
                </a:outerShdw>
              </a:effectLst>
              <a:latin typeface="Arial" panose="020B0604020202020204" pitchFamily="34" charset="0"/>
            </a:endParaRPr>
          </a:p>
          <a:p>
            <a:pPr rtl="0" fontAlgn="base">
              <a:buFont typeface="Arial" panose="020B0604020202020204" pitchFamily="34" charset="0"/>
              <a:buChar char="•"/>
            </a:pPr>
            <a:r>
              <a:rPr lang="en-US" sz="1600" b="0" i="0" u="none" strike="noStrike" dirty="0">
                <a:effectLst>
                  <a:outerShdw blurRad="38100" dist="38100" dir="2700000" algn="tl">
                    <a:srgbClr val="000000">
                      <a:alpha val="43137"/>
                    </a:srgbClr>
                  </a:outerShdw>
                </a:effectLst>
                <a:latin typeface="Trebuchet MS" panose="020B0603020202020204" pitchFamily="34" charset="0"/>
              </a:rPr>
              <a:t>Give specific rational for why you are ruling out</a:t>
            </a:r>
            <a:r>
              <a:rPr lang="en-US" sz="1600" b="0" i="0" dirty="0">
                <a:effectLst>
                  <a:outerShdw blurRad="38100" dist="38100" dir="2700000" algn="tl">
                    <a:srgbClr val="000000">
                      <a:alpha val="43137"/>
                    </a:srgbClr>
                  </a:outerShdw>
                </a:effectLst>
                <a:latin typeface="Trebuchet MS" panose="020B0603020202020204" pitchFamily="34" charset="0"/>
              </a:rPr>
              <a:t>​</a:t>
            </a:r>
            <a:endParaRPr lang="en-US" sz="1600" b="0" i="0" dirty="0">
              <a:effectLst>
                <a:outerShdw blurRad="38100" dist="38100" dir="2700000" algn="tl">
                  <a:srgbClr val="000000">
                    <a:alpha val="43137"/>
                  </a:srgbClr>
                </a:outerShdw>
              </a:effectLst>
              <a:latin typeface="Arial" panose="020B0604020202020204" pitchFamily="34" charset="0"/>
            </a:endParaRPr>
          </a:p>
          <a:p>
            <a:pPr rtl="0" fontAlgn="base">
              <a:buFont typeface="Arial" panose="020B0604020202020204" pitchFamily="34" charset="0"/>
              <a:buChar char="•"/>
            </a:pPr>
            <a:r>
              <a:rPr lang="en-US" sz="1600" b="0" i="0" u="none" strike="noStrike" dirty="0">
                <a:effectLst>
                  <a:outerShdw blurRad="38100" dist="38100" dir="2700000" algn="tl">
                    <a:srgbClr val="000000">
                      <a:alpha val="43137"/>
                    </a:srgbClr>
                  </a:outerShdw>
                </a:effectLst>
                <a:latin typeface="Trebuchet MS" panose="020B0603020202020204" pitchFamily="34" charset="0"/>
              </a:rPr>
              <a:t>Include all steps of differential diagnosis</a:t>
            </a:r>
            <a:r>
              <a:rPr lang="en-US" sz="1600" b="0" i="0" dirty="0">
                <a:effectLst>
                  <a:outerShdw blurRad="38100" dist="38100" dir="2700000" algn="tl">
                    <a:srgbClr val="000000">
                      <a:alpha val="43137"/>
                    </a:srgbClr>
                  </a:outerShdw>
                </a:effectLst>
                <a:latin typeface="Trebuchet MS" panose="020B0603020202020204" pitchFamily="34" charset="0"/>
              </a:rPr>
              <a:t>​</a:t>
            </a:r>
            <a:endParaRPr lang="en-US" sz="1600" b="0" i="0" dirty="0">
              <a:effectLst>
                <a:outerShdw blurRad="38100" dist="38100" dir="2700000" algn="tl">
                  <a:srgbClr val="000000">
                    <a:alpha val="43137"/>
                  </a:srgbClr>
                </a:outerShdw>
              </a:effectLst>
              <a:latin typeface="Arial" panose="020B0604020202020204" pitchFamily="34" charset="0"/>
            </a:endParaRPr>
          </a:p>
          <a:p>
            <a:endParaRPr lang="en-US" sz="1400" dirty="0"/>
          </a:p>
        </p:txBody>
      </p:sp>
      <p:pic>
        <p:nvPicPr>
          <p:cNvPr id="7" name="Picture 6" descr="Analysing medical x-ray results">
            <a:extLst>
              <a:ext uri="{FF2B5EF4-FFF2-40B4-BE49-F238E27FC236}">
                <a16:creationId xmlns:a16="http://schemas.microsoft.com/office/drawing/2014/main" id="{FADDD5FE-F856-8867-2AC2-31622D4B36CC}"/>
              </a:ext>
            </a:extLst>
          </p:cNvPr>
          <p:cNvPicPr>
            <a:picLocks noChangeAspect="1"/>
          </p:cNvPicPr>
          <p:nvPr/>
        </p:nvPicPr>
        <p:blipFill rotWithShape="1">
          <a:blip r:embed="rId3"/>
          <a:srcRect l="41840" r="17318" b="-1"/>
          <a:stretch/>
        </p:blipFill>
        <p:spPr>
          <a:xfrm>
            <a:off x="457201" y="10"/>
            <a:ext cx="3302000" cy="6857990"/>
          </a:xfrm>
          <a:prstGeom prst="rect">
            <a:avLst/>
          </a:prstGeom>
        </p:spPr>
      </p:pic>
    </p:spTree>
    <p:extLst>
      <p:ext uri="{BB962C8B-B14F-4D97-AF65-F5344CB8AC3E}">
        <p14:creationId xmlns:p14="http://schemas.microsoft.com/office/powerpoint/2010/main" val="3872175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21CB5A-3CD1-3F31-C043-A7CB286912A1}"/>
              </a:ext>
            </a:extLst>
          </p:cNvPr>
          <p:cNvPicPr>
            <a:picLocks noChangeAspect="1"/>
          </p:cNvPicPr>
          <p:nvPr/>
        </p:nvPicPr>
        <p:blipFill>
          <a:blip r:embed="rId3"/>
          <a:stretch>
            <a:fillRect/>
          </a:stretch>
        </p:blipFill>
        <p:spPr>
          <a:xfrm>
            <a:off x="895684" y="0"/>
            <a:ext cx="10400632" cy="6858000"/>
          </a:xfrm>
          <a:prstGeom prst="rect">
            <a:avLst/>
          </a:prstGeom>
        </p:spPr>
      </p:pic>
    </p:spTree>
    <p:extLst>
      <p:ext uri="{BB962C8B-B14F-4D97-AF65-F5344CB8AC3E}">
        <p14:creationId xmlns:p14="http://schemas.microsoft.com/office/powerpoint/2010/main" val="1492346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06EAFD-0C69-4B3B-BEA7-E7E11DDF9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4066C89-42FB-4624-9AFE-3A31B3649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4" y="0"/>
            <a:ext cx="4648169" cy="6858000"/>
          </a:xfrm>
          <a:prstGeom prst="rect">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algn="ctr" defTabSz="914400"/>
            <a:endParaRPr lang="en-US" sz="2000" kern="0">
              <a:solidFill>
                <a:prstClr val="white"/>
              </a:solidFill>
              <a:latin typeface="Rockwell Extra Bold" pitchFamily="18" charset="0"/>
            </a:endParaRPr>
          </a:p>
        </p:txBody>
      </p:sp>
      <p:sp>
        <p:nvSpPr>
          <p:cNvPr id="2" name="Title 1">
            <a:extLst>
              <a:ext uri="{FF2B5EF4-FFF2-40B4-BE49-F238E27FC236}">
                <a16:creationId xmlns:a16="http://schemas.microsoft.com/office/drawing/2014/main" id="{6CFA17BA-DA4E-EB27-B65C-95D490988731}"/>
              </a:ext>
            </a:extLst>
          </p:cNvPr>
          <p:cNvSpPr>
            <a:spLocks noGrp="1"/>
          </p:cNvSpPr>
          <p:nvPr>
            <p:ph type="title"/>
          </p:nvPr>
        </p:nvSpPr>
        <p:spPr>
          <a:xfrm>
            <a:off x="643468" y="643466"/>
            <a:ext cx="3686312" cy="5528734"/>
          </a:xfrm>
        </p:spPr>
        <p:txBody>
          <a:bodyPr>
            <a:normAutofit/>
          </a:bodyPr>
          <a:lstStyle/>
          <a:p>
            <a:pPr algn="r"/>
            <a:r>
              <a:rPr lang="en-US" sz="4800" dirty="0">
                <a:solidFill>
                  <a:srgbClr val="FFFFFF"/>
                </a:solidFill>
              </a:rPr>
              <a:t>Follow Up From Last Class	</a:t>
            </a:r>
          </a:p>
        </p:txBody>
      </p:sp>
      <p:sp>
        <p:nvSpPr>
          <p:cNvPr id="3" name="Content Placeholder 2">
            <a:extLst>
              <a:ext uri="{FF2B5EF4-FFF2-40B4-BE49-F238E27FC236}">
                <a16:creationId xmlns:a16="http://schemas.microsoft.com/office/drawing/2014/main" id="{1E434525-20DB-340D-CFC8-3D65DB9BAAE9}"/>
              </a:ext>
            </a:extLst>
          </p:cNvPr>
          <p:cNvSpPr>
            <a:spLocks noGrp="1"/>
          </p:cNvSpPr>
          <p:nvPr>
            <p:ph idx="1"/>
          </p:nvPr>
        </p:nvSpPr>
        <p:spPr>
          <a:xfrm>
            <a:off x="5053780" y="599768"/>
            <a:ext cx="6074467" cy="5572432"/>
          </a:xfrm>
        </p:spPr>
        <p:txBody>
          <a:bodyPr anchor="ctr">
            <a:normAutofit/>
          </a:bodyPr>
          <a:lstStyle/>
          <a:p>
            <a:r>
              <a:rPr lang="en-US" sz="2800" dirty="0"/>
              <a:t>How is Clinical Interviewing Different that therapy?</a:t>
            </a:r>
          </a:p>
          <a:p>
            <a:r>
              <a:rPr lang="en-US" sz="2800" dirty="0"/>
              <a:t>What information do we follow?</a:t>
            </a:r>
          </a:p>
          <a:p>
            <a:r>
              <a:rPr lang="en-US" sz="2800" dirty="0"/>
              <a:t>Discussion about Experience with Clinical Interviewing from last class</a:t>
            </a:r>
          </a:p>
          <a:p>
            <a:r>
              <a:rPr lang="en-US" sz="2800" dirty="0"/>
              <a:t>Other Questions?</a:t>
            </a:r>
          </a:p>
          <a:p>
            <a:endParaRPr lang="en-US" dirty="0"/>
          </a:p>
        </p:txBody>
      </p:sp>
      <p:sp>
        <p:nvSpPr>
          <p:cNvPr id="12" name="Oval 11">
            <a:extLst>
              <a:ext uri="{FF2B5EF4-FFF2-40B4-BE49-F238E27FC236}">
                <a16:creationId xmlns:a16="http://schemas.microsoft.com/office/drawing/2014/main" id="{BA218FBC-B2D6-48CA-9289-C4110162E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2DED9084-49DA-4911-ACB7-5F9E4DEFA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205933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20398">
              <a:schemeClr val="bg1">
                <a:lumMod val="95000"/>
              </a:schemeClr>
            </a:gs>
            <a:gs pos="34928">
              <a:schemeClr val="bg1">
                <a:lumMod val="95000"/>
              </a:schemeClr>
            </a:gs>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Trauma and Stress Related Disorders</a:t>
            </a:r>
          </a:p>
        </p:txBody>
      </p:sp>
      <p:sp>
        <p:nvSpPr>
          <p:cNvPr id="3" name="Content Placeholder 2"/>
          <p:cNvSpPr>
            <a:spLocks noGrp="1"/>
          </p:cNvSpPr>
          <p:nvPr>
            <p:ph idx="1"/>
          </p:nvPr>
        </p:nvSpPr>
        <p:spPr/>
        <p:txBody>
          <a:bodyPr/>
          <a:lstStyle/>
          <a:p>
            <a:r>
              <a:rPr lang="en-US" sz="2400" dirty="0">
                <a:effectLst>
                  <a:outerShdw blurRad="38100" dist="38100" dir="2700000" algn="tl">
                    <a:srgbClr val="000000">
                      <a:alpha val="43137"/>
                    </a:srgbClr>
                  </a:outerShdw>
                </a:effectLst>
              </a:rPr>
              <a:t>Exposure to trauma and stress</a:t>
            </a:r>
          </a:p>
          <a:p>
            <a:r>
              <a:rPr lang="en-US" sz="2400" dirty="0">
                <a:effectLst>
                  <a:outerShdw blurRad="38100" dist="38100" dir="2700000" algn="tl">
                    <a:srgbClr val="000000">
                      <a:alpha val="43137"/>
                    </a:srgbClr>
                  </a:outerShdw>
                </a:effectLst>
              </a:rPr>
              <a:t>Includes </a:t>
            </a:r>
          </a:p>
          <a:p>
            <a:r>
              <a:rPr lang="en-US" sz="2400" dirty="0">
                <a:effectLst>
                  <a:outerShdw blurRad="38100" dist="38100" dir="2700000" algn="tl">
                    <a:srgbClr val="000000">
                      <a:alpha val="43137"/>
                    </a:srgbClr>
                  </a:outerShdw>
                </a:effectLst>
              </a:rPr>
              <a:t>Reactive attachment disorder, </a:t>
            </a:r>
          </a:p>
          <a:p>
            <a:r>
              <a:rPr lang="en-US" sz="2400" dirty="0">
                <a:effectLst>
                  <a:outerShdw blurRad="38100" dist="38100" dir="2700000" algn="tl">
                    <a:srgbClr val="000000">
                      <a:alpha val="43137"/>
                    </a:srgbClr>
                  </a:outerShdw>
                </a:effectLst>
              </a:rPr>
              <a:t>Disinhibited social engagement disorder, </a:t>
            </a:r>
          </a:p>
          <a:p>
            <a:r>
              <a:rPr lang="en-US" sz="2400" dirty="0">
                <a:effectLst>
                  <a:outerShdw blurRad="38100" dist="38100" dir="2700000" algn="tl">
                    <a:srgbClr val="000000">
                      <a:alpha val="43137"/>
                    </a:srgbClr>
                  </a:outerShdw>
                </a:effectLst>
              </a:rPr>
              <a:t>PTSD</a:t>
            </a:r>
          </a:p>
          <a:p>
            <a:r>
              <a:rPr lang="en-US" sz="2400" dirty="0">
                <a:effectLst>
                  <a:outerShdw blurRad="38100" dist="38100" dir="2700000" algn="tl">
                    <a:srgbClr val="000000">
                      <a:alpha val="43137"/>
                    </a:srgbClr>
                  </a:outerShdw>
                </a:effectLst>
              </a:rPr>
              <a:t>Acute stress and adjustment disorders </a:t>
            </a:r>
          </a:p>
          <a:p>
            <a:endParaRPr lang="en-US" dirty="0"/>
          </a:p>
          <a:p>
            <a:endParaRPr lang="en-US" dirty="0"/>
          </a:p>
          <a:p>
            <a:endParaRPr lang="en-US" dirty="0"/>
          </a:p>
        </p:txBody>
      </p:sp>
      <p:sp>
        <p:nvSpPr>
          <p:cNvPr id="4" name="TextBox 3"/>
          <p:cNvSpPr txBox="1"/>
          <p:nvPr/>
        </p:nvSpPr>
        <p:spPr>
          <a:xfrm>
            <a:off x="9934222" y="6176963"/>
            <a:ext cx="1603022" cy="369332"/>
          </a:xfrm>
          <a:prstGeom prst="rect">
            <a:avLst/>
          </a:prstGeom>
          <a:noFill/>
        </p:spPr>
        <p:txBody>
          <a:bodyPr wrap="square" rtlCol="0">
            <a:spAutoFit/>
          </a:bodyPr>
          <a:lstStyle/>
          <a:p>
            <a:r>
              <a:rPr lang="en-US" dirty="0"/>
              <a:t>APA, 2022</a:t>
            </a:r>
          </a:p>
        </p:txBody>
      </p:sp>
    </p:spTree>
    <p:extLst>
      <p:ext uri="{BB962C8B-B14F-4D97-AF65-F5344CB8AC3E}">
        <p14:creationId xmlns:p14="http://schemas.microsoft.com/office/powerpoint/2010/main" val="2590591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20398">
              <a:schemeClr val="bg1">
                <a:lumMod val="95000"/>
              </a:schemeClr>
            </a:gs>
            <a:gs pos="34928">
              <a:schemeClr val="bg1">
                <a:lumMod val="95000"/>
              </a:schemeClr>
            </a:gs>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Reactive Attachment Disorder</a:t>
            </a:r>
          </a:p>
        </p:txBody>
      </p:sp>
      <p:sp>
        <p:nvSpPr>
          <p:cNvPr id="3" name="Content Placeholder 2"/>
          <p:cNvSpPr>
            <a:spLocks noGrp="1"/>
          </p:cNvSpPr>
          <p:nvPr>
            <p:ph idx="1"/>
          </p:nvPr>
        </p:nvSpPr>
        <p:spPr/>
        <p:txBody>
          <a:bodyPr>
            <a:normAutofit/>
          </a:bodyPr>
          <a:lstStyle/>
          <a:p>
            <a:r>
              <a:rPr lang="en-US" sz="2400" dirty="0">
                <a:effectLst>
                  <a:outerShdw blurRad="38100" dist="38100" dir="2700000" algn="tl">
                    <a:srgbClr val="000000">
                      <a:alpha val="43137"/>
                    </a:srgbClr>
                  </a:outerShdw>
                </a:effectLst>
              </a:rPr>
              <a:t>Difficulty with Primary Attachment </a:t>
            </a:r>
          </a:p>
          <a:p>
            <a:pPr lvl="1"/>
            <a:r>
              <a:rPr lang="en-US" sz="2400" dirty="0">
                <a:effectLst>
                  <a:outerShdw blurRad="38100" dist="38100" dir="2700000" algn="tl">
                    <a:srgbClr val="000000">
                      <a:alpha val="43137"/>
                    </a:srgbClr>
                  </a:outerShdw>
                </a:effectLst>
              </a:rPr>
              <a:t>Limited or no clear connection with caregiver</a:t>
            </a:r>
          </a:p>
          <a:p>
            <a:pPr lvl="1"/>
            <a:r>
              <a:rPr lang="en-US" sz="2400" dirty="0">
                <a:effectLst>
                  <a:outerShdw blurRad="38100" dist="38100" dir="2700000" algn="tl">
                    <a:srgbClr val="000000">
                      <a:alpha val="43137"/>
                    </a:srgbClr>
                  </a:outerShdw>
                </a:effectLst>
              </a:rPr>
              <a:t>Does not seek or respond to care when distressed</a:t>
            </a:r>
          </a:p>
          <a:p>
            <a:pPr lvl="1"/>
            <a:r>
              <a:rPr lang="en-US" sz="2400" dirty="0">
                <a:effectLst>
                  <a:outerShdw blurRad="38100" dist="38100" dir="2700000" algn="tl">
                    <a:srgbClr val="000000">
                      <a:alpha val="43137"/>
                    </a:srgbClr>
                  </a:outerShdw>
                </a:effectLst>
              </a:rPr>
              <a:t>Muted social engagement</a:t>
            </a:r>
          </a:p>
          <a:p>
            <a:pPr marL="457200" lvl="1" indent="0">
              <a:buNone/>
            </a:pPr>
            <a:endParaRPr lang="en-US" sz="2400" dirty="0">
              <a:effectLst>
                <a:outerShdw blurRad="38100" dist="38100" dir="2700000" algn="tl">
                  <a:srgbClr val="000000">
                    <a:alpha val="43137"/>
                  </a:srgbClr>
                </a:outerShdw>
              </a:effectLst>
            </a:endParaRPr>
          </a:p>
          <a:p>
            <a:pPr marL="457200" lvl="1" indent="0">
              <a:buNone/>
            </a:pPr>
            <a:r>
              <a:rPr lang="en-US" sz="2400" dirty="0">
                <a:effectLst>
                  <a:outerShdw blurRad="38100" dist="38100" dir="2700000" algn="tl">
                    <a:srgbClr val="000000">
                      <a:alpha val="43137"/>
                    </a:srgbClr>
                  </a:outerShdw>
                </a:effectLst>
              </a:rPr>
              <a:t>Must have experienced neglect</a:t>
            </a:r>
          </a:p>
          <a:p>
            <a:pPr marL="457200" lvl="1" indent="0">
              <a:buNone/>
            </a:pPr>
            <a:r>
              <a:rPr lang="en-US" sz="2400" dirty="0">
                <a:effectLst>
                  <a:outerShdw blurRad="38100" dist="38100" dir="2700000" algn="tl">
                    <a:srgbClr val="000000">
                      <a:alpha val="43137"/>
                    </a:srgbClr>
                  </a:outerShdw>
                </a:effectLst>
              </a:rPr>
              <a:t>Typically before age 5</a:t>
            </a:r>
          </a:p>
        </p:txBody>
      </p:sp>
    </p:spTree>
    <p:extLst>
      <p:ext uri="{BB962C8B-B14F-4D97-AF65-F5344CB8AC3E}">
        <p14:creationId xmlns:p14="http://schemas.microsoft.com/office/powerpoint/2010/main" val="2342476585"/>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20398">
              <a:schemeClr val="bg1">
                <a:lumMod val="95000"/>
              </a:schemeClr>
            </a:gs>
            <a:gs pos="34928">
              <a:schemeClr val="bg1">
                <a:lumMod val="95000"/>
              </a:schemeClr>
            </a:gs>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Adjustment Disorders</a:t>
            </a:r>
          </a:p>
        </p:txBody>
      </p:sp>
      <p:sp>
        <p:nvSpPr>
          <p:cNvPr id="3" name="Content Placeholder 2"/>
          <p:cNvSpPr>
            <a:spLocks noGrp="1"/>
          </p:cNvSpPr>
          <p:nvPr>
            <p:ph idx="1"/>
          </p:nvPr>
        </p:nvSpPr>
        <p:spPr/>
        <p:txBody>
          <a:bodyPr>
            <a:normAutofit lnSpcReduction="10000"/>
          </a:bodyPr>
          <a:lstStyle/>
          <a:p>
            <a:r>
              <a:rPr lang="en-US" sz="3200" dirty="0">
                <a:effectLst>
                  <a:outerShdw blurRad="38100" dist="38100" dir="2700000" algn="tl">
                    <a:srgbClr val="000000">
                      <a:alpha val="43137"/>
                    </a:srgbClr>
                  </a:outerShdw>
                </a:effectLst>
              </a:rPr>
              <a:t>Emotional or behavior response to a known stressor</a:t>
            </a:r>
          </a:p>
          <a:p>
            <a:pPr lvl="1"/>
            <a:r>
              <a:rPr lang="en-US" sz="3200" dirty="0">
                <a:effectLst>
                  <a:outerShdw blurRad="38100" dist="38100" dir="2700000" algn="tl">
                    <a:srgbClr val="000000">
                      <a:alpha val="43137"/>
                    </a:srgbClr>
                  </a:outerShdw>
                </a:effectLst>
              </a:rPr>
              <a:t>One or multiple stressor event(s)</a:t>
            </a:r>
          </a:p>
          <a:p>
            <a:pPr lvl="1"/>
            <a:r>
              <a:rPr lang="en-US" sz="3200" dirty="0">
                <a:effectLst>
                  <a:outerShdw blurRad="38100" dist="38100" dir="2700000" algn="tl">
                    <a:srgbClr val="000000">
                      <a:alpha val="43137"/>
                    </a:srgbClr>
                  </a:outerShdw>
                </a:effectLst>
              </a:rPr>
              <a:t>Symptoms experienced within 3 months of an event or stressor(s)</a:t>
            </a:r>
          </a:p>
          <a:p>
            <a:pPr lvl="1"/>
            <a:r>
              <a:rPr lang="en-US" sz="3200" dirty="0">
                <a:effectLst>
                  <a:outerShdw blurRad="38100" dist="38100" dir="2700000" algn="tl">
                    <a:srgbClr val="000000">
                      <a:alpha val="43137"/>
                    </a:srgbClr>
                  </a:outerShdw>
                </a:effectLst>
              </a:rPr>
              <a:t>Significant life events, occupational, interpersonal, grief</a:t>
            </a:r>
          </a:p>
          <a:p>
            <a:r>
              <a:rPr lang="en-US" sz="3200" dirty="0">
                <a:effectLst>
                  <a:outerShdw blurRad="38100" dist="38100" dir="2700000" algn="tl">
                    <a:srgbClr val="000000">
                      <a:alpha val="43137"/>
                    </a:srgbClr>
                  </a:outerShdw>
                </a:effectLst>
              </a:rPr>
              <a:t>Responses- Depression, anxiety behavioral</a:t>
            </a:r>
          </a:p>
          <a:p>
            <a:pPr lvl="1"/>
            <a:r>
              <a:rPr lang="en-US" sz="3200" dirty="0">
                <a:effectLst>
                  <a:outerShdw blurRad="38100" dist="38100" dir="2700000" algn="tl">
                    <a:srgbClr val="000000">
                      <a:alpha val="43137"/>
                    </a:srgbClr>
                  </a:outerShdw>
                </a:effectLst>
              </a:rPr>
              <a:t>Mixed presentations</a:t>
            </a:r>
          </a:p>
          <a:p>
            <a:pPr marL="0" indent="0">
              <a:buNone/>
            </a:pPr>
            <a:endParaRPr lang="en-US" dirty="0"/>
          </a:p>
          <a:p>
            <a:pPr lvl="1"/>
            <a:endParaRPr lang="en-US" dirty="0"/>
          </a:p>
        </p:txBody>
      </p:sp>
      <p:sp>
        <p:nvSpPr>
          <p:cNvPr id="4" name="TextBox 3"/>
          <p:cNvSpPr txBox="1"/>
          <p:nvPr/>
        </p:nvSpPr>
        <p:spPr>
          <a:xfrm>
            <a:off x="9934222" y="6176963"/>
            <a:ext cx="1603022" cy="369332"/>
          </a:xfrm>
          <a:prstGeom prst="rect">
            <a:avLst/>
          </a:prstGeom>
          <a:noFill/>
        </p:spPr>
        <p:txBody>
          <a:bodyPr wrap="square" rtlCol="0">
            <a:spAutoFit/>
          </a:bodyPr>
          <a:lstStyle/>
          <a:p>
            <a:r>
              <a:rPr lang="en-US" dirty="0"/>
              <a:t>APA, 2022</a:t>
            </a:r>
          </a:p>
        </p:txBody>
      </p:sp>
    </p:spTree>
    <p:extLst>
      <p:ext uri="{BB962C8B-B14F-4D97-AF65-F5344CB8AC3E}">
        <p14:creationId xmlns:p14="http://schemas.microsoft.com/office/powerpoint/2010/main" val="625068258"/>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20398">
              <a:schemeClr val="bg1">
                <a:lumMod val="95000"/>
              </a:schemeClr>
            </a:gs>
            <a:gs pos="34928">
              <a:schemeClr val="bg1">
                <a:lumMod val="95000"/>
              </a:schemeClr>
            </a:gs>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Acute Stress</a:t>
            </a:r>
          </a:p>
        </p:txBody>
      </p:sp>
      <p:sp>
        <p:nvSpPr>
          <p:cNvPr id="3" name="Content Placeholder 2"/>
          <p:cNvSpPr>
            <a:spLocks noGrp="1"/>
          </p:cNvSpPr>
          <p:nvPr>
            <p:ph idx="1"/>
          </p:nvPr>
        </p:nvSpPr>
        <p:spPr>
          <a:xfrm>
            <a:off x="1097280" y="1845733"/>
            <a:ext cx="10058400" cy="4725663"/>
          </a:xfrm>
        </p:spPr>
        <p:txBody>
          <a:bodyPr>
            <a:normAutofit/>
          </a:bodyPr>
          <a:lstStyle/>
          <a:p>
            <a:r>
              <a:rPr lang="en-US" sz="2800" dirty="0">
                <a:effectLst>
                  <a:outerShdw blurRad="38100" dist="38100" dir="2700000" algn="tl">
                    <a:srgbClr val="000000">
                      <a:alpha val="43137"/>
                    </a:srgbClr>
                  </a:outerShdw>
                </a:effectLst>
              </a:rPr>
              <a:t>Distress related to trauma or stress that last 3 days to 1 Month</a:t>
            </a:r>
          </a:p>
          <a:p>
            <a:pPr lvl="1"/>
            <a:r>
              <a:rPr lang="en-US" sz="2800" dirty="0">
                <a:effectLst>
                  <a:outerShdw blurRad="38100" dist="38100" dir="2700000" algn="tl">
                    <a:srgbClr val="000000">
                      <a:alpha val="43137"/>
                    </a:srgbClr>
                  </a:outerShdw>
                </a:effectLst>
              </a:rPr>
              <a:t>War, sexual assault, injury, </a:t>
            </a:r>
          </a:p>
          <a:p>
            <a:pPr lvl="2"/>
            <a:r>
              <a:rPr lang="en-US" sz="2800" dirty="0">
                <a:effectLst>
                  <a:outerShdw blurRad="38100" dist="38100" dir="2700000" algn="tl">
                    <a:srgbClr val="000000">
                      <a:alpha val="43137"/>
                    </a:srgbClr>
                  </a:outerShdw>
                </a:effectLst>
              </a:rPr>
              <a:t>Real or perceived threat</a:t>
            </a:r>
          </a:p>
          <a:p>
            <a:r>
              <a:rPr lang="en-US" sz="2800" dirty="0">
                <a:effectLst>
                  <a:outerShdw blurRad="38100" dist="38100" dir="2700000" algn="tl">
                    <a:srgbClr val="000000">
                      <a:alpha val="43137"/>
                    </a:srgbClr>
                  </a:outerShdw>
                </a:effectLst>
              </a:rPr>
              <a:t>Symptoms include anxiety, re-experiencing of events, dissociation, emotional instability and reactivity</a:t>
            </a:r>
          </a:p>
          <a:p>
            <a:pPr lvl="1"/>
            <a:r>
              <a:rPr lang="en-US" sz="2800" dirty="0">
                <a:effectLst>
                  <a:outerShdw blurRad="38100" dist="38100" dir="2700000" algn="tl">
                    <a:srgbClr val="000000">
                      <a:alpha val="43137"/>
                    </a:srgbClr>
                  </a:outerShdw>
                </a:effectLst>
              </a:rPr>
              <a:t>Must experience symptoms last at least 3 days to 1 month</a:t>
            </a:r>
          </a:p>
          <a:p>
            <a:pPr lvl="1"/>
            <a:r>
              <a:rPr lang="en-US" sz="2800" dirty="0">
                <a:effectLst>
                  <a:outerShdw blurRad="38100" dist="38100" dir="2700000" algn="tl">
                    <a:srgbClr val="000000">
                      <a:alpha val="43137"/>
                    </a:srgbClr>
                  </a:outerShdw>
                </a:effectLst>
              </a:rPr>
              <a:t>Different categories of symptoms-Intrusion, negative mood, dissociation, avoidance, and arousal </a:t>
            </a:r>
          </a:p>
          <a:p>
            <a:pPr lvl="1"/>
            <a:r>
              <a:rPr lang="en-US" sz="2800" dirty="0">
                <a:effectLst>
                  <a:outerShdw blurRad="38100" dist="38100" dir="2700000" algn="tl">
                    <a:srgbClr val="000000">
                      <a:alpha val="43137"/>
                    </a:srgbClr>
                  </a:outerShdw>
                </a:effectLst>
              </a:rPr>
              <a:t>Nine or more symptoms across all categories</a:t>
            </a:r>
          </a:p>
          <a:p>
            <a:endParaRPr lang="en-US" dirty="0"/>
          </a:p>
        </p:txBody>
      </p:sp>
      <p:sp>
        <p:nvSpPr>
          <p:cNvPr id="4" name="TextBox 3"/>
          <p:cNvSpPr txBox="1"/>
          <p:nvPr/>
        </p:nvSpPr>
        <p:spPr>
          <a:xfrm>
            <a:off x="9934222" y="6176963"/>
            <a:ext cx="1603022" cy="369332"/>
          </a:xfrm>
          <a:prstGeom prst="rect">
            <a:avLst/>
          </a:prstGeom>
          <a:noFill/>
        </p:spPr>
        <p:txBody>
          <a:bodyPr wrap="square" rtlCol="0">
            <a:spAutoFit/>
          </a:bodyPr>
          <a:lstStyle/>
          <a:p>
            <a:r>
              <a:rPr lang="en-US" dirty="0"/>
              <a:t>APA, 2022</a:t>
            </a:r>
          </a:p>
        </p:txBody>
      </p:sp>
    </p:spTree>
    <p:extLst>
      <p:ext uri="{BB962C8B-B14F-4D97-AF65-F5344CB8AC3E}">
        <p14:creationId xmlns:p14="http://schemas.microsoft.com/office/powerpoint/2010/main" val="734469913"/>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20398">
              <a:schemeClr val="bg1">
                <a:lumMod val="95000"/>
              </a:schemeClr>
            </a:gs>
            <a:gs pos="34928">
              <a:schemeClr val="bg1">
                <a:lumMod val="95000"/>
              </a:schemeClr>
            </a:gs>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PTSD	</a:t>
            </a:r>
          </a:p>
        </p:txBody>
      </p:sp>
      <p:sp>
        <p:nvSpPr>
          <p:cNvPr id="3" name="Content Placeholder 2"/>
          <p:cNvSpPr>
            <a:spLocks noGrp="1"/>
          </p:cNvSpPr>
          <p:nvPr>
            <p:ph idx="1"/>
          </p:nvPr>
        </p:nvSpPr>
        <p:spPr/>
        <p:txBody>
          <a:bodyPr>
            <a:normAutofit lnSpcReduction="10000"/>
          </a:bodyPr>
          <a:lstStyle/>
          <a:p>
            <a:r>
              <a:rPr lang="en-US" sz="3200" dirty="0">
                <a:effectLst>
                  <a:outerShdw blurRad="38100" dist="38100" dir="2700000" algn="tl">
                    <a:srgbClr val="000000">
                      <a:alpha val="43137"/>
                    </a:srgbClr>
                  </a:outerShdw>
                </a:effectLst>
              </a:rPr>
              <a:t>Negative moods and arousal states related to traumatic events(s)</a:t>
            </a:r>
          </a:p>
          <a:p>
            <a:r>
              <a:rPr lang="en-US" sz="3200" dirty="0">
                <a:effectLst>
                  <a:outerShdw blurRad="38100" dist="38100" dir="2700000" algn="tl">
                    <a:srgbClr val="000000">
                      <a:alpha val="43137"/>
                    </a:srgbClr>
                  </a:outerShdw>
                </a:effectLst>
              </a:rPr>
              <a:t>Symptoms and experiences criteria similar to acute stress but some criteria different</a:t>
            </a:r>
          </a:p>
          <a:p>
            <a:pPr lvl="1"/>
            <a:r>
              <a:rPr lang="en-US" sz="3200" dirty="0">
                <a:effectLst>
                  <a:outerShdw blurRad="38100" dist="38100" dir="2700000" algn="tl">
                    <a:srgbClr val="000000">
                      <a:alpha val="43137"/>
                    </a:srgbClr>
                  </a:outerShdw>
                </a:effectLst>
              </a:rPr>
              <a:t> Specific number of symptoms in each category differ</a:t>
            </a:r>
          </a:p>
          <a:p>
            <a:pPr lvl="1"/>
            <a:r>
              <a:rPr lang="en-US" sz="3200" dirty="0">
                <a:effectLst>
                  <a:outerShdw blurRad="38100" dist="38100" dir="2700000" algn="tl">
                    <a:srgbClr val="000000">
                      <a:alpha val="43137"/>
                    </a:srgbClr>
                  </a:outerShdw>
                </a:effectLst>
              </a:rPr>
              <a:t>Duration of symptoms more that 1 month</a:t>
            </a:r>
          </a:p>
          <a:p>
            <a:r>
              <a:rPr lang="en-US" sz="3200" dirty="0">
                <a:effectLst>
                  <a:outerShdw blurRad="38100" dist="38100" dir="2700000" algn="tl">
                    <a:srgbClr val="000000">
                      <a:alpha val="43137"/>
                    </a:srgbClr>
                  </a:outerShdw>
                </a:effectLst>
              </a:rPr>
              <a:t>Specific criteria for children under 6 years of age</a:t>
            </a:r>
          </a:p>
        </p:txBody>
      </p:sp>
      <p:sp>
        <p:nvSpPr>
          <p:cNvPr id="4" name="TextBox 3"/>
          <p:cNvSpPr txBox="1"/>
          <p:nvPr/>
        </p:nvSpPr>
        <p:spPr>
          <a:xfrm>
            <a:off x="9934222" y="6176963"/>
            <a:ext cx="1603022" cy="369332"/>
          </a:xfrm>
          <a:prstGeom prst="rect">
            <a:avLst/>
          </a:prstGeom>
          <a:noFill/>
        </p:spPr>
        <p:txBody>
          <a:bodyPr wrap="square" rtlCol="0">
            <a:spAutoFit/>
          </a:bodyPr>
          <a:lstStyle/>
          <a:p>
            <a:r>
              <a:rPr lang="en-US" dirty="0"/>
              <a:t>APA, 2022</a:t>
            </a:r>
          </a:p>
        </p:txBody>
      </p:sp>
    </p:spTree>
    <p:extLst>
      <p:ext uri="{BB962C8B-B14F-4D97-AF65-F5344CB8AC3E}">
        <p14:creationId xmlns:p14="http://schemas.microsoft.com/office/powerpoint/2010/main" val="3977712162"/>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20398">
              <a:schemeClr val="bg1">
                <a:lumMod val="95000"/>
              </a:schemeClr>
            </a:gs>
            <a:gs pos="34928">
              <a:schemeClr val="bg1">
                <a:lumMod val="95000"/>
              </a:schemeClr>
            </a:gs>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95EDB-6F03-4232-9A7A-A7D0CCC102D7}"/>
              </a:ext>
            </a:extLst>
          </p:cNvPr>
          <p:cNvSpPr>
            <a:spLocks noGrp="1"/>
          </p:cNvSpPr>
          <p:nvPr>
            <p:ph type="title"/>
          </p:nvPr>
        </p:nvSpPr>
        <p:spPr/>
        <p:txBody>
          <a:bodyPr/>
          <a:lstStyle/>
          <a:p>
            <a:r>
              <a:rPr lang="en-US"/>
              <a:t>Dissociative Identity Disorder (DID)</a:t>
            </a:r>
          </a:p>
        </p:txBody>
      </p:sp>
      <p:sp>
        <p:nvSpPr>
          <p:cNvPr id="3" name="Content Placeholder 2">
            <a:extLst>
              <a:ext uri="{FF2B5EF4-FFF2-40B4-BE49-F238E27FC236}">
                <a16:creationId xmlns:a16="http://schemas.microsoft.com/office/drawing/2014/main" id="{3607D822-4556-4F60-AC69-2AE8A3E2EEEA}"/>
              </a:ext>
            </a:extLst>
          </p:cNvPr>
          <p:cNvSpPr>
            <a:spLocks noGrp="1"/>
          </p:cNvSpPr>
          <p:nvPr>
            <p:ph idx="1"/>
          </p:nvPr>
        </p:nvSpPr>
        <p:spPr/>
        <p:txBody>
          <a:bodyPr>
            <a:normAutofit/>
          </a:bodyPr>
          <a:lstStyle/>
          <a:p>
            <a:r>
              <a:rPr lang="en-US" sz="2800" dirty="0"/>
              <a:t>Must include 2 or more distinct personality states</a:t>
            </a:r>
          </a:p>
          <a:p>
            <a:r>
              <a:rPr lang="en-US" sz="2800" dirty="0"/>
              <a:t>Often identified by gaps in time and awareness of events</a:t>
            </a:r>
          </a:p>
          <a:p>
            <a:r>
              <a:rPr lang="en-US" sz="2800" dirty="0"/>
              <a:t>Possession vs. Non-possessive forms</a:t>
            </a:r>
          </a:p>
          <a:p>
            <a:pPr lvl="1"/>
            <a:r>
              <a:rPr lang="en-US" sz="2800" dirty="0"/>
              <a:t>Perception of outside control the distinction</a:t>
            </a:r>
          </a:p>
          <a:p>
            <a:r>
              <a:rPr lang="en-US" sz="2800" dirty="0"/>
              <a:t>Must NOT be attributed to a culturally and spiritually approved practice.</a:t>
            </a:r>
          </a:p>
        </p:txBody>
      </p:sp>
    </p:spTree>
    <p:extLst>
      <p:ext uri="{BB962C8B-B14F-4D97-AF65-F5344CB8AC3E}">
        <p14:creationId xmlns:p14="http://schemas.microsoft.com/office/powerpoint/2010/main" val="2471087025"/>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20398">
              <a:schemeClr val="bg1">
                <a:lumMod val="95000"/>
              </a:schemeClr>
            </a:gs>
            <a:gs pos="34928">
              <a:schemeClr val="bg1">
                <a:lumMod val="95000"/>
              </a:schemeClr>
            </a:gs>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780E8-9068-4A7A-B4CD-67402E4783CF}"/>
              </a:ext>
            </a:extLst>
          </p:cNvPr>
          <p:cNvSpPr>
            <a:spLocks noGrp="1"/>
          </p:cNvSpPr>
          <p:nvPr>
            <p:ph type="title"/>
          </p:nvPr>
        </p:nvSpPr>
        <p:spPr/>
        <p:txBody>
          <a:bodyPr/>
          <a:lstStyle/>
          <a:p>
            <a:r>
              <a:rPr lang="en-US"/>
              <a:t>Dissociative Disorders</a:t>
            </a:r>
          </a:p>
        </p:txBody>
      </p:sp>
      <p:sp>
        <p:nvSpPr>
          <p:cNvPr id="3" name="Content Placeholder 2">
            <a:extLst>
              <a:ext uri="{FF2B5EF4-FFF2-40B4-BE49-F238E27FC236}">
                <a16:creationId xmlns:a16="http://schemas.microsoft.com/office/drawing/2014/main" id="{77C338FD-9587-4986-BFBE-21C8BCDC3625}"/>
              </a:ext>
            </a:extLst>
          </p:cNvPr>
          <p:cNvSpPr>
            <a:spLocks noGrp="1"/>
          </p:cNvSpPr>
          <p:nvPr>
            <p:ph idx="1"/>
          </p:nvPr>
        </p:nvSpPr>
        <p:spPr/>
        <p:txBody>
          <a:bodyPr/>
          <a:lstStyle/>
          <a:p>
            <a:r>
              <a:rPr lang="en-US" sz="2800"/>
              <a:t>Disruption and Discontinuity of normal integration</a:t>
            </a:r>
          </a:p>
          <a:p>
            <a:pPr lvl="1"/>
            <a:r>
              <a:rPr lang="en-US" sz="2800"/>
              <a:t>Consciousness, emotions, perception, identity</a:t>
            </a:r>
          </a:p>
          <a:p>
            <a:r>
              <a:rPr lang="en-US" sz="2800"/>
              <a:t>Includes amnesia, depersonalization and derealization</a:t>
            </a:r>
          </a:p>
          <a:p>
            <a:r>
              <a:rPr lang="en-US" sz="2800"/>
              <a:t>Often related to trauma</a:t>
            </a:r>
          </a:p>
          <a:p>
            <a:r>
              <a:rPr lang="en-US" sz="2800"/>
              <a:t>Can include an awareness of the shift in personality/reality sometimes not</a:t>
            </a:r>
          </a:p>
          <a:p>
            <a:endParaRPr lang="en-US"/>
          </a:p>
          <a:p>
            <a:endParaRPr lang="en-US"/>
          </a:p>
        </p:txBody>
      </p:sp>
      <p:sp>
        <p:nvSpPr>
          <p:cNvPr id="4" name="TextBox 3">
            <a:extLst>
              <a:ext uri="{FF2B5EF4-FFF2-40B4-BE49-F238E27FC236}">
                <a16:creationId xmlns:a16="http://schemas.microsoft.com/office/drawing/2014/main" id="{BDADC0D4-4690-4C58-A617-80E05BFF535E}"/>
              </a:ext>
            </a:extLst>
          </p:cNvPr>
          <p:cNvSpPr txBox="1"/>
          <p:nvPr/>
        </p:nvSpPr>
        <p:spPr>
          <a:xfrm>
            <a:off x="9934222" y="6176963"/>
            <a:ext cx="1603022" cy="369332"/>
          </a:xfrm>
          <a:prstGeom prst="rect">
            <a:avLst/>
          </a:prstGeom>
          <a:noFill/>
        </p:spPr>
        <p:txBody>
          <a:bodyPr wrap="square" rtlCol="0">
            <a:spAutoFit/>
          </a:bodyPr>
          <a:lstStyle/>
          <a:p>
            <a:r>
              <a:rPr lang="en-US"/>
              <a:t>APA, 2013</a:t>
            </a:r>
          </a:p>
        </p:txBody>
      </p:sp>
    </p:spTree>
    <p:extLst>
      <p:ext uri="{BB962C8B-B14F-4D97-AF65-F5344CB8AC3E}">
        <p14:creationId xmlns:p14="http://schemas.microsoft.com/office/powerpoint/2010/main" val="1121618012"/>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20398">
              <a:schemeClr val="bg1">
                <a:lumMod val="95000"/>
              </a:schemeClr>
            </a:gs>
            <a:gs pos="34928">
              <a:schemeClr val="bg1">
                <a:lumMod val="95000"/>
              </a:schemeClr>
            </a:gs>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3B273-336B-48E1-8786-8F582F1E88CD}"/>
              </a:ext>
            </a:extLst>
          </p:cNvPr>
          <p:cNvSpPr>
            <a:spLocks noGrp="1"/>
          </p:cNvSpPr>
          <p:nvPr>
            <p:ph type="title"/>
          </p:nvPr>
        </p:nvSpPr>
        <p:spPr/>
        <p:txBody>
          <a:bodyPr/>
          <a:lstStyle/>
          <a:p>
            <a:r>
              <a:rPr lang="en-US"/>
              <a:t>Dissociative Amnesia</a:t>
            </a:r>
          </a:p>
        </p:txBody>
      </p:sp>
      <p:sp>
        <p:nvSpPr>
          <p:cNvPr id="3" name="Content Placeholder 2">
            <a:extLst>
              <a:ext uri="{FF2B5EF4-FFF2-40B4-BE49-F238E27FC236}">
                <a16:creationId xmlns:a16="http://schemas.microsoft.com/office/drawing/2014/main" id="{205C2484-1D43-4E0D-A1E2-B5C5555DBA6D}"/>
              </a:ext>
            </a:extLst>
          </p:cNvPr>
          <p:cNvSpPr>
            <a:spLocks noGrp="1"/>
          </p:cNvSpPr>
          <p:nvPr>
            <p:ph idx="1"/>
          </p:nvPr>
        </p:nvSpPr>
        <p:spPr/>
        <p:txBody>
          <a:bodyPr>
            <a:normAutofit/>
          </a:bodyPr>
          <a:lstStyle/>
          <a:p>
            <a:r>
              <a:rPr lang="en-US" sz="2800" dirty="0"/>
              <a:t>Lack of recall of autobiographical information that is not associated with “normal” forgetfulness</a:t>
            </a:r>
          </a:p>
          <a:p>
            <a:r>
              <a:rPr lang="en-US" sz="2800" dirty="0"/>
              <a:t>Localized- forgetting about a period of time- can be broad</a:t>
            </a:r>
          </a:p>
          <a:p>
            <a:r>
              <a:rPr lang="en-US" sz="2800" dirty="0"/>
              <a:t>Selective- forgetting about some events and not others</a:t>
            </a:r>
          </a:p>
          <a:p>
            <a:r>
              <a:rPr lang="en-US" sz="2800" dirty="0"/>
              <a:t>Generalized- Loss of full memory, identity</a:t>
            </a:r>
          </a:p>
          <a:p>
            <a:r>
              <a:rPr lang="en-US" sz="2800" dirty="0"/>
              <a:t>Need to include specifier of With or Without Fugue</a:t>
            </a:r>
          </a:p>
        </p:txBody>
      </p:sp>
      <p:sp>
        <p:nvSpPr>
          <p:cNvPr id="4" name="TextBox 3">
            <a:extLst>
              <a:ext uri="{FF2B5EF4-FFF2-40B4-BE49-F238E27FC236}">
                <a16:creationId xmlns:a16="http://schemas.microsoft.com/office/drawing/2014/main" id="{3FC9A4B5-ACB6-4025-80C0-012C38B6E26D}"/>
              </a:ext>
            </a:extLst>
          </p:cNvPr>
          <p:cNvSpPr txBox="1"/>
          <p:nvPr/>
        </p:nvSpPr>
        <p:spPr>
          <a:xfrm>
            <a:off x="9934222" y="6176963"/>
            <a:ext cx="1603022" cy="369332"/>
          </a:xfrm>
          <a:prstGeom prst="rect">
            <a:avLst/>
          </a:prstGeom>
          <a:noFill/>
        </p:spPr>
        <p:txBody>
          <a:bodyPr wrap="square" rtlCol="0">
            <a:spAutoFit/>
          </a:bodyPr>
          <a:lstStyle/>
          <a:p>
            <a:r>
              <a:rPr lang="en-US" dirty="0"/>
              <a:t>APA, 2022</a:t>
            </a:r>
          </a:p>
        </p:txBody>
      </p:sp>
    </p:spTree>
    <p:extLst>
      <p:ext uri="{BB962C8B-B14F-4D97-AF65-F5344CB8AC3E}">
        <p14:creationId xmlns:p14="http://schemas.microsoft.com/office/powerpoint/2010/main" val="2886667755"/>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20398">
              <a:schemeClr val="bg1">
                <a:lumMod val="95000"/>
              </a:schemeClr>
            </a:gs>
            <a:gs pos="34928">
              <a:schemeClr val="bg1">
                <a:lumMod val="95000"/>
              </a:schemeClr>
            </a:gs>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5F464-223A-41D2-B4F7-76FCC02B7ECF}"/>
              </a:ext>
            </a:extLst>
          </p:cNvPr>
          <p:cNvSpPr>
            <a:spLocks noGrp="1"/>
          </p:cNvSpPr>
          <p:nvPr>
            <p:ph type="title"/>
          </p:nvPr>
        </p:nvSpPr>
        <p:spPr/>
        <p:txBody>
          <a:bodyPr/>
          <a:lstStyle/>
          <a:p>
            <a:r>
              <a:rPr lang="en-US"/>
              <a:t>Depersonalization/Derealization	</a:t>
            </a:r>
          </a:p>
        </p:txBody>
      </p:sp>
      <p:sp>
        <p:nvSpPr>
          <p:cNvPr id="3" name="Content Placeholder 2">
            <a:extLst>
              <a:ext uri="{FF2B5EF4-FFF2-40B4-BE49-F238E27FC236}">
                <a16:creationId xmlns:a16="http://schemas.microsoft.com/office/drawing/2014/main" id="{7E81D5E0-A03A-4452-9278-60045442CF1E}"/>
              </a:ext>
            </a:extLst>
          </p:cNvPr>
          <p:cNvSpPr>
            <a:spLocks noGrp="1"/>
          </p:cNvSpPr>
          <p:nvPr>
            <p:ph idx="1"/>
          </p:nvPr>
        </p:nvSpPr>
        <p:spPr/>
        <p:txBody>
          <a:bodyPr/>
          <a:lstStyle/>
          <a:p>
            <a:r>
              <a:rPr lang="en-US" sz="2800" dirty="0"/>
              <a:t>Depersonalization- Out of body, observer of self</a:t>
            </a:r>
          </a:p>
          <a:p>
            <a:r>
              <a:rPr lang="en-US" sz="2800" dirty="0"/>
              <a:t>Derealization- Dream like, unreal, not connected to the reality of surroundings.</a:t>
            </a:r>
          </a:p>
          <a:p>
            <a:r>
              <a:rPr lang="en-US" sz="2800" dirty="0"/>
              <a:t>Must be persistent and recurrent</a:t>
            </a:r>
          </a:p>
          <a:p>
            <a:pPr lvl="1"/>
            <a:r>
              <a:rPr lang="en-US" sz="2800" dirty="0"/>
              <a:t>Everyone has dissociative moments/times</a:t>
            </a:r>
          </a:p>
          <a:p>
            <a:endParaRPr lang="en-US" dirty="0"/>
          </a:p>
        </p:txBody>
      </p:sp>
      <p:sp>
        <p:nvSpPr>
          <p:cNvPr id="4" name="TextBox 3">
            <a:extLst>
              <a:ext uri="{FF2B5EF4-FFF2-40B4-BE49-F238E27FC236}">
                <a16:creationId xmlns:a16="http://schemas.microsoft.com/office/drawing/2014/main" id="{9E4FF594-0CD1-9559-80C9-AAB49FBA459B}"/>
              </a:ext>
            </a:extLst>
          </p:cNvPr>
          <p:cNvSpPr txBox="1"/>
          <p:nvPr/>
        </p:nvSpPr>
        <p:spPr>
          <a:xfrm>
            <a:off x="9934222" y="6176963"/>
            <a:ext cx="1603022" cy="369332"/>
          </a:xfrm>
          <a:prstGeom prst="rect">
            <a:avLst/>
          </a:prstGeom>
          <a:noFill/>
        </p:spPr>
        <p:txBody>
          <a:bodyPr wrap="square" rtlCol="0">
            <a:spAutoFit/>
          </a:bodyPr>
          <a:lstStyle/>
          <a:p>
            <a:r>
              <a:rPr lang="en-US" dirty="0"/>
              <a:t>APA, 2022</a:t>
            </a:r>
          </a:p>
        </p:txBody>
      </p:sp>
    </p:spTree>
    <p:extLst>
      <p:ext uri="{BB962C8B-B14F-4D97-AF65-F5344CB8AC3E}">
        <p14:creationId xmlns:p14="http://schemas.microsoft.com/office/powerpoint/2010/main" val="1757733851"/>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Vignettes</a:t>
            </a:r>
          </a:p>
        </p:txBody>
      </p:sp>
      <p:sp>
        <p:nvSpPr>
          <p:cNvPr id="3" name="Content Placeholder 2"/>
          <p:cNvSpPr>
            <a:spLocks noGrp="1"/>
          </p:cNvSpPr>
          <p:nvPr>
            <p:ph idx="1"/>
          </p:nvPr>
        </p:nvSpPr>
        <p:spPr/>
        <p:txBody>
          <a:bodyPr/>
          <a:lstStyle/>
          <a:p>
            <a:r>
              <a:rPr lang="en-US" sz="3200" dirty="0"/>
              <a:t>Break into pairs or groups of three.</a:t>
            </a:r>
          </a:p>
          <a:p>
            <a:r>
              <a:rPr lang="en-US" sz="3200" dirty="0"/>
              <a:t>Take turns reading vignettes and working through the diagnostic Process.</a:t>
            </a:r>
          </a:p>
          <a:p>
            <a:pPr lvl="1"/>
            <a:r>
              <a:rPr lang="en-US" sz="3200" dirty="0"/>
              <a:t>Client- Roleplay vignette and answers clarifying questions</a:t>
            </a:r>
          </a:p>
          <a:p>
            <a:pPr lvl="1"/>
            <a:r>
              <a:rPr lang="en-US" sz="3200" dirty="0"/>
              <a:t>Clinician- Listens, makes notes, practices clinical interviewing skills, formulates diagnosis.</a:t>
            </a:r>
          </a:p>
          <a:p>
            <a:pPr marL="457200" lvl="1" indent="0">
              <a:buNone/>
            </a:pPr>
            <a:endParaRPr lang="en-US" dirty="0"/>
          </a:p>
        </p:txBody>
      </p:sp>
    </p:spTree>
    <p:extLst>
      <p:ext uri="{BB962C8B-B14F-4D97-AF65-F5344CB8AC3E}">
        <p14:creationId xmlns:p14="http://schemas.microsoft.com/office/powerpoint/2010/main" val="3560050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Differential Diagnosis </a:t>
            </a:r>
          </a:p>
        </p:txBody>
      </p:sp>
      <p:graphicFrame>
        <p:nvGraphicFramePr>
          <p:cNvPr id="6" name="Content Placeholder 2">
            <a:extLst>
              <a:ext uri="{FF2B5EF4-FFF2-40B4-BE49-F238E27FC236}">
                <a16:creationId xmlns:a16="http://schemas.microsoft.com/office/drawing/2014/main" id="{103BC82E-B81E-443A-B39B-AB88E65BB645}"/>
              </a:ext>
            </a:extLst>
          </p:cNvPr>
          <p:cNvGraphicFramePr>
            <a:graphicFrameLocks noGrp="1"/>
          </p:cNvGraphicFramePr>
          <p:nvPr>
            <p:ph idx="1"/>
            <p:extLst>
              <p:ext uri="{D42A27DB-BD31-4B8C-83A1-F6EECF244321}">
                <p14:modId xmlns:p14="http://schemas.microsoft.com/office/powerpoint/2010/main" val="2533521458"/>
              </p:ext>
            </p:extLst>
          </p:nvPr>
        </p:nvGraphicFramePr>
        <p:xfrm>
          <a:off x="1261872" y="1818140"/>
          <a:ext cx="8594725"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p:cNvSpPr txBox="1"/>
          <p:nvPr/>
        </p:nvSpPr>
        <p:spPr>
          <a:xfrm>
            <a:off x="9496697" y="6296297"/>
            <a:ext cx="2299063" cy="369332"/>
          </a:xfrm>
          <a:prstGeom prst="rect">
            <a:avLst/>
          </a:prstGeom>
          <a:noFill/>
        </p:spPr>
        <p:txBody>
          <a:bodyPr wrap="square" rtlCol="0">
            <a:spAutoFit/>
          </a:bodyPr>
          <a:lstStyle/>
          <a:p>
            <a:r>
              <a:rPr lang="en-US" dirty="0"/>
              <a:t>First, 2014</a:t>
            </a:r>
          </a:p>
        </p:txBody>
      </p:sp>
    </p:spTree>
    <p:extLst>
      <p:ext uri="{BB962C8B-B14F-4D97-AF65-F5344CB8AC3E}">
        <p14:creationId xmlns:p14="http://schemas.microsoft.com/office/powerpoint/2010/main" val="179503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Differential Diagnosis-Step 1 </a:t>
            </a:r>
          </a:p>
        </p:txBody>
      </p:sp>
      <p:sp>
        <p:nvSpPr>
          <p:cNvPr id="3" name="Content Placeholder 2"/>
          <p:cNvSpPr>
            <a:spLocks noGrp="1"/>
          </p:cNvSpPr>
          <p:nvPr>
            <p:ph idx="1"/>
          </p:nvPr>
        </p:nvSpPr>
        <p:spPr>
          <a:xfrm>
            <a:off x="677334" y="2160589"/>
            <a:ext cx="9563946" cy="4475342"/>
          </a:xfrm>
        </p:spPr>
        <p:txBody>
          <a:bodyPr>
            <a:normAutofit/>
          </a:bodyPr>
          <a:lstStyle/>
          <a:p>
            <a:r>
              <a:rPr lang="en-US" sz="3200" dirty="0"/>
              <a:t>Step 1- Rule out Malingering and Factitious Disorder</a:t>
            </a:r>
          </a:p>
          <a:p>
            <a:pPr lvl="1"/>
            <a:r>
              <a:rPr lang="en-US" sz="2800" dirty="0"/>
              <a:t>Malingering- Must have clear goal</a:t>
            </a:r>
          </a:p>
          <a:p>
            <a:pPr lvl="2"/>
            <a:r>
              <a:rPr lang="en-US" sz="2800" dirty="0"/>
              <a:t>Benefit or gain of some kind</a:t>
            </a:r>
          </a:p>
          <a:p>
            <a:pPr lvl="1"/>
            <a:r>
              <a:rPr lang="en-US" sz="2800" dirty="0"/>
              <a:t>Factious disorder</a:t>
            </a:r>
          </a:p>
          <a:p>
            <a:pPr lvl="2"/>
            <a:r>
              <a:rPr lang="en-US" sz="2800" dirty="0"/>
              <a:t>Falsification of symptoms</a:t>
            </a:r>
          </a:p>
          <a:p>
            <a:pPr lvl="3"/>
            <a:r>
              <a:rPr lang="en-US" sz="2800" dirty="0"/>
              <a:t>Lie, mimic, create symptoms</a:t>
            </a:r>
          </a:p>
          <a:p>
            <a:pPr lvl="3"/>
            <a:r>
              <a:rPr lang="en-US" sz="2800" dirty="0"/>
              <a:t>No obvious advantage or benefit</a:t>
            </a:r>
          </a:p>
        </p:txBody>
      </p:sp>
      <p:sp>
        <p:nvSpPr>
          <p:cNvPr id="4" name="TextBox 3"/>
          <p:cNvSpPr txBox="1"/>
          <p:nvPr/>
        </p:nvSpPr>
        <p:spPr>
          <a:xfrm>
            <a:off x="9496697" y="6296297"/>
            <a:ext cx="2299063" cy="369332"/>
          </a:xfrm>
          <a:prstGeom prst="rect">
            <a:avLst/>
          </a:prstGeom>
          <a:noFill/>
        </p:spPr>
        <p:txBody>
          <a:bodyPr wrap="square" rtlCol="0">
            <a:spAutoFit/>
          </a:bodyPr>
          <a:lstStyle/>
          <a:p>
            <a:r>
              <a:rPr lang="en-US"/>
              <a:t>First, 2014</a:t>
            </a:r>
          </a:p>
        </p:txBody>
      </p:sp>
    </p:spTree>
    <p:extLst>
      <p:ext uri="{BB962C8B-B14F-4D97-AF65-F5344CB8AC3E}">
        <p14:creationId xmlns:p14="http://schemas.microsoft.com/office/powerpoint/2010/main" val="351982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9655386" cy="1320800"/>
          </a:xfrm>
        </p:spPr>
        <p:txBody>
          <a:bodyPr>
            <a:normAutofit fontScale="90000"/>
          </a:bodyPr>
          <a:lstStyle/>
          <a:p>
            <a:r>
              <a:rPr lang="en-US"/>
              <a:t>Assessing Factious Disorder and Malingering</a:t>
            </a:r>
          </a:p>
        </p:txBody>
      </p:sp>
      <p:sp>
        <p:nvSpPr>
          <p:cNvPr id="3" name="Content Placeholder 2"/>
          <p:cNvSpPr>
            <a:spLocks noGrp="1"/>
          </p:cNvSpPr>
          <p:nvPr>
            <p:ph idx="1"/>
          </p:nvPr>
        </p:nvSpPr>
        <p:spPr>
          <a:xfrm>
            <a:off x="1207347" y="2162756"/>
            <a:ext cx="8595360" cy="4351337"/>
          </a:xfrm>
        </p:spPr>
        <p:txBody>
          <a:bodyPr>
            <a:normAutofit/>
          </a:bodyPr>
          <a:lstStyle/>
          <a:p>
            <a:pPr lvl="1"/>
            <a:r>
              <a:rPr lang="en-US" sz="4000" dirty="0"/>
              <a:t>How do we evaluate and determine malingering?</a:t>
            </a:r>
          </a:p>
          <a:p>
            <a:pPr lvl="2"/>
            <a:r>
              <a:rPr lang="en-US" sz="4000" dirty="0"/>
              <a:t>What might be some signs a client is malingering?</a:t>
            </a:r>
          </a:p>
          <a:p>
            <a:pPr lvl="2"/>
            <a:r>
              <a:rPr lang="en-US" sz="4000" dirty="0"/>
              <a:t>What are some questions we might ask?</a:t>
            </a:r>
          </a:p>
          <a:p>
            <a:endParaRPr lang="en-US" sz="2800" dirty="0"/>
          </a:p>
        </p:txBody>
      </p:sp>
      <p:sp>
        <p:nvSpPr>
          <p:cNvPr id="4" name="TextBox 3"/>
          <p:cNvSpPr txBox="1"/>
          <p:nvPr/>
        </p:nvSpPr>
        <p:spPr>
          <a:xfrm>
            <a:off x="9496697" y="6296297"/>
            <a:ext cx="2299063" cy="369332"/>
          </a:xfrm>
          <a:prstGeom prst="rect">
            <a:avLst/>
          </a:prstGeom>
          <a:noFill/>
        </p:spPr>
        <p:txBody>
          <a:bodyPr wrap="square" rtlCol="0">
            <a:spAutoFit/>
          </a:bodyPr>
          <a:lstStyle/>
          <a:p>
            <a:r>
              <a:rPr lang="en-US"/>
              <a:t>First, 2014</a:t>
            </a:r>
          </a:p>
        </p:txBody>
      </p:sp>
    </p:spTree>
    <p:extLst>
      <p:ext uri="{BB962C8B-B14F-4D97-AF65-F5344CB8AC3E}">
        <p14:creationId xmlns:p14="http://schemas.microsoft.com/office/powerpoint/2010/main" val="764722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Differential Diagnosis-Step 2</a:t>
            </a:r>
            <a:br>
              <a:rPr lang="en-US"/>
            </a:br>
            <a:endParaRPr lang="en-US"/>
          </a:p>
        </p:txBody>
      </p:sp>
      <p:sp>
        <p:nvSpPr>
          <p:cNvPr id="3" name="Content Placeholder 2"/>
          <p:cNvSpPr>
            <a:spLocks noGrp="1"/>
          </p:cNvSpPr>
          <p:nvPr>
            <p:ph idx="1"/>
          </p:nvPr>
        </p:nvSpPr>
        <p:spPr>
          <a:xfrm>
            <a:off x="677334" y="2160589"/>
            <a:ext cx="8596668" cy="4423091"/>
          </a:xfrm>
        </p:spPr>
        <p:txBody>
          <a:bodyPr>
            <a:normAutofit/>
          </a:bodyPr>
          <a:lstStyle/>
          <a:p>
            <a:r>
              <a:rPr lang="en-US" sz="3200" dirty="0"/>
              <a:t>Step 2- Rule out substance related causes</a:t>
            </a:r>
          </a:p>
          <a:p>
            <a:pPr lvl="1"/>
            <a:r>
              <a:rPr lang="en-US" sz="2800" dirty="0"/>
              <a:t>Many if not most symptoms of mental health disorders can be described by substance use, abuse, and withdrawal (Bennett, Peer, </a:t>
            </a:r>
            <a:r>
              <a:rPr lang="en-US" sz="2800" dirty="0" err="1"/>
              <a:t>Gjonbalaj-Marovic</a:t>
            </a:r>
            <a:r>
              <a:rPr lang="en-US" sz="2800" dirty="0"/>
              <a:t>, 2014)</a:t>
            </a:r>
          </a:p>
          <a:p>
            <a:pPr lvl="1"/>
            <a:r>
              <a:rPr lang="en-US" sz="2800" dirty="0"/>
              <a:t>Presence of substance use/abuse hinders diagnosis</a:t>
            </a:r>
          </a:p>
          <a:p>
            <a:pPr lvl="2"/>
            <a:r>
              <a:rPr lang="en-US" sz="2800" dirty="0"/>
              <a:t>Etiology-substance or mental health disorder</a:t>
            </a:r>
          </a:p>
          <a:p>
            <a:pPr lvl="2"/>
            <a:r>
              <a:rPr lang="en-US" sz="2800" dirty="0"/>
              <a:t>Masks, changes, expresses symptoms differently</a:t>
            </a:r>
          </a:p>
          <a:p>
            <a:pPr marL="914400" lvl="2" indent="0">
              <a:buNone/>
            </a:pPr>
            <a:endParaRPr lang="en-US" sz="2400" dirty="0"/>
          </a:p>
        </p:txBody>
      </p:sp>
      <p:sp>
        <p:nvSpPr>
          <p:cNvPr id="4" name="TextBox 3"/>
          <p:cNvSpPr txBox="1"/>
          <p:nvPr/>
        </p:nvSpPr>
        <p:spPr>
          <a:xfrm>
            <a:off x="9496697" y="6296297"/>
            <a:ext cx="2299063" cy="369332"/>
          </a:xfrm>
          <a:prstGeom prst="rect">
            <a:avLst/>
          </a:prstGeom>
          <a:noFill/>
        </p:spPr>
        <p:txBody>
          <a:bodyPr wrap="square" rtlCol="0">
            <a:spAutoFit/>
          </a:bodyPr>
          <a:lstStyle/>
          <a:p>
            <a:r>
              <a:rPr lang="en-US"/>
              <a:t>First, 2014</a:t>
            </a:r>
          </a:p>
        </p:txBody>
      </p:sp>
    </p:spTree>
    <p:extLst>
      <p:ext uri="{BB962C8B-B14F-4D97-AF65-F5344CB8AC3E}">
        <p14:creationId xmlns:p14="http://schemas.microsoft.com/office/powerpoint/2010/main" val="3704847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4"/>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Differential Diagnosis-Step 2</a:t>
            </a:r>
          </a:p>
        </p:txBody>
      </p:sp>
      <p:sp>
        <p:nvSpPr>
          <p:cNvPr id="3" name="Content Placeholder 2"/>
          <p:cNvSpPr>
            <a:spLocks noGrp="1"/>
          </p:cNvSpPr>
          <p:nvPr>
            <p:ph idx="1"/>
          </p:nvPr>
        </p:nvSpPr>
        <p:spPr/>
        <p:txBody>
          <a:bodyPr>
            <a:normAutofit/>
          </a:bodyPr>
          <a:lstStyle/>
          <a:p>
            <a:pPr lvl="1"/>
            <a:r>
              <a:rPr lang="en-US" sz="2800" dirty="0"/>
              <a:t>How to rule out?</a:t>
            </a:r>
          </a:p>
          <a:p>
            <a:pPr lvl="2"/>
            <a:r>
              <a:rPr lang="en-US" sz="2800" dirty="0"/>
              <a:t>Screen for all types of substances-recreational, medication, environmental</a:t>
            </a:r>
          </a:p>
          <a:p>
            <a:pPr lvl="2"/>
            <a:r>
              <a:rPr lang="en-US" sz="2800" dirty="0"/>
              <a:t>Abstinence is required but not always possible</a:t>
            </a:r>
          </a:p>
          <a:p>
            <a:pPr lvl="2"/>
            <a:r>
              <a:rPr lang="en-US" sz="2800" dirty="0"/>
              <a:t>Ask if symptoms were present prior to substance use</a:t>
            </a:r>
          </a:p>
          <a:p>
            <a:pPr lvl="2"/>
            <a:r>
              <a:rPr lang="en-US" sz="2800" dirty="0"/>
              <a:t>Evaluate time, dose, substance type</a:t>
            </a:r>
          </a:p>
          <a:p>
            <a:pPr lvl="3"/>
            <a:r>
              <a:rPr lang="en-US" sz="2800" dirty="0"/>
              <a:t>Do these equate to expressed symptoms</a:t>
            </a:r>
          </a:p>
          <a:p>
            <a:pPr lvl="2"/>
            <a:r>
              <a:rPr lang="en-US" sz="2800" dirty="0"/>
              <a:t>Consider self-medication</a:t>
            </a:r>
          </a:p>
          <a:p>
            <a:endParaRPr lang="en-US" dirty="0"/>
          </a:p>
        </p:txBody>
      </p:sp>
      <p:sp>
        <p:nvSpPr>
          <p:cNvPr id="4" name="TextBox 3"/>
          <p:cNvSpPr txBox="1"/>
          <p:nvPr/>
        </p:nvSpPr>
        <p:spPr>
          <a:xfrm>
            <a:off x="9496697" y="6296297"/>
            <a:ext cx="2299063" cy="369332"/>
          </a:xfrm>
          <a:prstGeom prst="rect">
            <a:avLst/>
          </a:prstGeom>
          <a:noFill/>
        </p:spPr>
        <p:txBody>
          <a:bodyPr wrap="square" rtlCol="0">
            <a:spAutoFit/>
          </a:bodyPr>
          <a:lstStyle/>
          <a:p>
            <a:r>
              <a:rPr lang="en-US"/>
              <a:t>First, 2014</a:t>
            </a:r>
          </a:p>
        </p:txBody>
      </p:sp>
    </p:spTree>
    <p:extLst>
      <p:ext uri="{BB962C8B-B14F-4D97-AF65-F5344CB8AC3E}">
        <p14:creationId xmlns:p14="http://schemas.microsoft.com/office/powerpoint/2010/main" val="1797459206"/>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4"/>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Differential Diagnosis-Step 3</a:t>
            </a:r>
          </a:p>
        </p:txBody>
      </p:sp>
      <p:sp>
        <p:nvSpPr>
          <p:cNvPr id="3" name="Content Placeholder 2"/>
          <p:cNvSpPr>
            <a:spLocks noGrp="1"/>
          </p:cNvSpPr>
          <p:nvPr>
            <p:ph idx="1"/>
          </p:nvPr>
        </p:nvSpPr>
        <p:spPr/>
        <p:txBody>
          <a:bodyPr>
            <a:normAutofit/>
          </a:bodyPr>
          <a:lstStyle/>
          <a:p>
            <a:r>
              <a:rPr lang="en-US" sz="2800" dirty="0"/>
              <a:t>Step 3-Rule out General medical condition.</a:t>
            </a:r>
          </a:p>
          <a:p>
            <a:pPr lvl="1"/>
            <a:r>
              <a:rPr lang="en-US" sz="2800" dirty="0"/>
              <a:t>Important but difficult to determine</a:t>
            </a:r>
          </a:p>
          <a:p>
            <a:pPr lvl="1"/>
            <a:r>
              <a:rPr lang="en-US" sz="2800" dirty="0"/>
              <a:t>Symptoms from medical conditions interact with, cause, change psychiatric experience</a:t>
            </a:r>
          </a:p>
          <a:p>
            <a:pPr lvl="1"/>
            <a:r>
              <a:rPr lang="en-US" sz="2800" dirty="0"/>
              <a:t>We are not medical professionals- refer to verify or rule out</a:t>
            </a:r>
          </a:p>
          <a:p>
            <a:pPr lvl="2"/>
            <a:r>
              <a:rPr lang="en-US" sz="2800" dirty="0"/>
              <a:t>We need to have a general understanding of the relationship</a:t>
            </a:r>
          </a:p>
        </p:txBody>
      </p:sp>
      <p:sp>
        <p:nvSpPr>
          <p:cNvPr id="4" name="TextBox 3"/>
          <p:cNvSpPr txBox="1"/>
          <p:nvPr/>
        </p:nvSpPr>
        <p:spPr>
          <a:xfrm>
            <a:off x="9496697" y="6296297"/>
            <a:ext cx="2299063" cy="369332"/>
          </a:xfrm>
          <a:prstGeom prst="rect">
            <a:avLst/>
          </a:prstGeom>
          <a:noFill/>
        </p:spPr>
        <p:txBody>
          <a:bodyPr wrap="square" rtlCol="0">
            <a:spAutoFit/>
          </a:bodyPr>
          <a:lstStyle/>
          <a:p>
            <a:r>
              <a:rPr lang="en-US"/>
              <a:t>First, 2014</a:t>
            </a:r>
          </a:p>
        </p:txBody>
      </p:sp>
    </p:spTree>
    <p:extLst>
      <p:ext uri="{BB962C8B-B14F-4D97-AF65-F5344CB8AC3E}">
        <p14:creationId xmlns:p14="http://schemas.microsoft.com/office/powerpoint/2010/main" val="265434058"/>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4"/>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Differential Diagnosis-Step 3</a:t>
            </a:r>
          </a:p>
        </p:txBody>
      </p:sp>
      <p:sp>
        <p:nvSpPr>
          <p:cNvPr id="3" name="Content Placeholder 2"/>
          <p:cNvSpPr>
            <a:spLocks noGrp="1"/>
          </p:cNvSpPr>
          <p:nvPr>
            <p:ph idx="1"/>
          </p:nvPr>
        </p:nvSpPr>
        <p:spPr/>
        <p:txBody>
          <a:bodyPr>
            <a:normAutofit/>
          </a:bodyPr>
          <a:lstStyle/>
          <a:p>
            <a:r>
              <a:rPr lang="en-US" sz="2400" dirty="0"/>
              <a:t>Ruling out </a:t>
            </a:r>
          </a:p>
          <a:p>
            <a:pPr lvl="1"/>
            <a:r>
              <a:rPr lang="en-US" sz="2400" dirty="0"/>
              <a:t>Determine which came first- medical or psychiatric</a:t>
            </a:r>
          </a:p>
          <a:p>
            <a:pPr lvl="1"/>
            <a:r>
              <a:rPr lang="en-US" sz="2400" dirty="0"/>
              <a:t>Evaluate for atypical expression of symptoms</a:t>
            </a:r>
          </a:p>
          <a:p>
            <a:r>
              <a:rPr lang="en-US" sz="2400" dirty="0"/>
              <a:t>If medical etiology determined we diagnose- due to general medical condition </a:t>
            </a:r>
          </a:p>
          <a:p>
            <a:r>
              <a:rPr lang="en-US" sz="2400" dirty="0"/>
              <a:t>What questions might we ask to rule out medical causes?</a:t>
            </a:r>
          </a:p>
        </p:txBody>
      </p:sp>
      <p:sp>
        <p:nvSpPr>
          <p:cNvPr id="4" name="TextBox 3"/>
          <p:cNvSpPr txBox="1"/>
          <p:nvPr/>
        </p:nvSpPr>
        <p:spPr>
          <a:xfrm>
            <a:off x="9496697" y="6296297"/>
            <a:ext cx="2299063" cy="369332"/>
          </a:xfrm>
          <a:prstGeom prst="rect">
            <a:avLst/>
          </a:prstGeom>
          <a:noFill/>
        </p:spPr>
        <p:txBody>
          <a:bodyPr wrap="square" rtlCol="0">
            <a:spAutoFit/>
          </a:bodyPr>
          <a:lstStyle/>
          <a:p>
            <a:r>
              <a:rPr lang="en-US"/>
              <a:t>First, 2014</a:t>
            </a:r>
          </a:p>
        </p:txBody>
      </p:sp>
    </p:spTree>
    <p:extLst>
      <p:ext uri="{BB962C8B-B14F-4D97-AF65-F5344CB8AC3E}">
        <p14:creationId xmlns:p14="http://schemas.microsoft.com/office/powerpoint/2010/main" val="1397781637"/>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4"/>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Differential diagnosis-Step 4</a:t>
            </a:r>
          </a:p>
        </p:txBody>
      </p:sp>
      <p:sp>
        <p:nvSpPr>
          <p:cNvPr id="3" name="Content Placeholder 2"/>
          <p:cNvSpPr>
            <a:spLocks noGrp="1"/>
          </p:cNvSpPr>
          <p:nvPr>
            <p:ph idx="1"/>
          </p:nvPr>
        </p:nvSpPr>
        <p:spPr/>
        <p:txBody>
          <a:bodyPr>
            <a:normAutofit/>
          </a:bodyPr>
          <a:lstStyle/>
          <a:p>
            <a:r>
              <a:rPr lang="en-US" sz="3600" dirty="0"/>
              <a:t>Step 4- Determine primary disorder </a:t>
            </a:r>
          </a:p>
          <a:p>
            <a:pPr lvl="1"/>
            <a:r>
              <a:rPr lang="en-US" sz="3200" dirty="0"/>
              <a:t>Which category is the best fit</a:t>
            </a:r>
          </a:p>
          <a:p>
            <a:pPr marL="457200" lvl="1" indent="0">
              <a:buNone/>
            </a:pPr>
            <a:endParaRPr lang="en-US" sz="3200" dirty="0"/>
          </a:p>
          <a:p>
            <a:pPr lvl="1"/>
            <a:r>
              <a:rPr lang="en-US" sz="3200" dirty="0"/>
              <a:t>Does the client meet FULL criteria</a:t>
            </a:r>
          </a:p>
          <a:p>
            <a:pPr marL="457200" lvl="1" indent="0">
              <a:buNone/>
            </a:pPr>
            <a:endParaRPr lang="en-US" sz="3200" dirty="0"/>
          </a:p>
          <a:p>
            <a:pPr lvl="1"/>
            <a:r>
              <a:rPr lang="en-US" sz="3200" dirty="0"/>
              <a:t>Proceed to differential diagnosis for that disorder</a:t>
            </a:r>
          </a:p>
          <a:p>
            <a:pPr lvl="2"/>
            <a:r>
              <a:rPr lang="en-US" sz="3200" dirty="0"/>
              <a:t>Use the decision tables and trees &amp; DSM</a:t>
            </a:r>
          </a:p>
          <a:p>
            <a:pPr lvl="2"/>
            <a:endParaRPr lang="en-US" sz="2400" dirty="0"/>
          </a:p>
        </p:txBody>
      </p:sp>
      <p:sp>
        <p:nvSpPr>
          <p:cNvPr id="4" name="TextBox 3"/>
          <p:cNvSpPr txBox="1"/>
          <p:nvPr/>
        </p:nvSpPr>
        <p:spPr>
          <a:xfrm>
            <a:off x="9496697" y="6296297"/>
            <a:ext cx="2299063" cy="369332"/>
          </a:xfrm>
          <a:prstGeom prst="rect">
            <a:avLst/>
          </a:prstGeom>
          <a:noFill/>
        </p:spPr>
        <p:txBody>
          <a:bodyPr wrap="square" rtlCol="0">
            <a:spAutoFit/>
          </a:bodyPr>
          <a:lstStyle/>
          <a:p>
            <a:r>
              <a:rPr lang="en-US"/>
              <a:t>First, 2014</a:t>
            </a:r>
          </a:p>
        </p:txBody>
      </p:sp>
    </p:spTree>
    <p:extLst>
      <p:ext uri="{BB962C8B-B14F-4D97-AF65-F5344CB8AC3E}">
        <p14:creationId xmlns:p14="http://schemas.microsoft.com/office/powerpoint/2010/main" val="860898327"/>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4"/>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Differential Diagnosis- Step 5</a:t>
            </a:r>
          </a:p>
        </p:txBody>
      </p:sp>
      <p:sp>
        <p:nvSpPr>
          <p:cNvPr id="3" name="Content Placeholder 2"/>
          <p:cNvSpPr>
            <a:spLocks noGrp="1"/>
          </p:cNvSpPr>
          <p:nvPr>
            <p:ph idx="1"/>
          </p:nvPr>
        </p:nvSpPr>
        <p:spPr/>
        <p:txBody>
          <a:bodyPr>
            <a:normAutofit/>
          </a:bodyPr>
          <a:lstStyle/>
          <a:p>
            <a:r>
              <a:rPr lang="en-US" sz="3200" dirty="0"/>
              <a:t>Step 5-  Adjustment disorder, specified, unspecified</a:t>
            </a:r>
          </a:p>
          <a:p>
            <a:pPr lvl="1"/>
            <a:r>
              <a:rPr lang="en-US" sz="3200" dirty="0"/>
              <a:t>Are there stressors that may be cause?</a:t>
            </a:r>
          </a:p>
          <a:p>
            <a:pPr lvl="2"/>
            <a:r>
              <a:rPr lang="en-US" sz="3200" dirty="0"/>
              <a:t>Loss, change, work, relationships</a:t>
            </a:r>
          </a:p>
          <a:p>
            <a:pPr lvl="1"/>
            <a:r>
              <a:rPr lang="en-US" sz="3200" dirty="0"/>
              <a:t>Specified Other</a:t>
            </a:r>
          </a:p>
          <a:p>
            <a:pPr lvl="1"/>
            <a:r>
              <a:rPr lang="en-US" sz="3200" dirty="0"/>
              <a:t>Unspecified Other </a:t>
            </a:r>
          </a:p>
          <a:p>
            <a:pPr marL="457200" lvl="1" indent="0">
              <a:buNone/>
            </a:pPr>
            <a:endParaRPr lang="en-US" sz="2200" dirty="0"/>
          </a:p>
        </p:txBody>
      </p:sp>
      <p:sp>
        <p:nvSpPr>
          <p:cNvPr id="4" name="TextBox 3"/>
          <p:cNvSpPr txBox="1"/>
          <p:nvPr/>
        </p:nvSpPr>
        <p:spPr>
          <a:xfrm>
            <a:off x="9496697" y="6296297"/>
            <a:ext cx="2299063" cy="369332"/>
          </a:xfrm>
          <a:prstGeom prst="rect">
            <a:avLst/>
          </a:prstGeom>
          <a:noFill/>
        </p:spPr>
        <p:txBody>
          <a:bodyPr wrap="square" rtlCol="0">
            <a:spAutoFit/>
          </a:bodyPr>
          <a:lstStyle/>
          <a:p>
            <a:r>
              <a:rPr lang="en-US"/>
              <a:t>First, 2014</a:t>
            </a:r>
          </a:p>
        </p:txBody>
      </p:sp>
    </p:spTree>
    <p:extLst>
      <p:ext uri="{BB962C8B-B14F-4D97-AF65-F5344CB8AC3E}">
        <p14:creationId xmlns:p14="http://schemas.microsoft.com/office/powerpoint/2010/main" val="33923417"/>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4"/>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Differential Diagnosis- Step 6</a:t>
            </a:r>
          </a:p>
        </p:txBody>
      </p:sp>
      <p:sp>
        <p:nvSpPr>
          <p:cNvPr id="3" name="Content Placeholder 2"/>
          <p:cNvSpPr>
            <a:spLocks noGrp="1"/>
          </p:cNvSpPr>
          <p:nvPr>
            <p:ph idx="1"/>
          </p:nvPr>
        </p:nvSpPr>
        <p:spPr/>
        <p:txBody>
          <a:bodyPr>
            <a:normAutofit/>
          </a:bodyPr>
          <a:lstStyle/>
          <a:p>
            <a:r>
              <a:rPr lang="en-US" sz="2800" dirty="0"/>
              <a:t>Step 6- Establish the Boundary with No mental disorder</a:t>
            </a:r>
          </a:p>
          <a:p>
            <a:pPr lvl="1"/>
            <a:r>
              <a:rPr lang="en-US" sz="2800" dirty="0"/>
              <a:t>Everyone experiences symptoms</a:t>
            </a:r>
          </a:p>
          <a:p>
            <a:pPr lvl="1"/>
            <a:r>
              <a:rPr lang="en-US" sz="2800" dirty="0"/>
              <a:t>Not every experience requires a diagnosis</a:t>
            </a:r>
          </a:p>
          <a:p>
            <a:pPr lvl="1"/>
            <a:r>
              <a:rPr lang="en-US" sz="2800" dirty="0"/>
              <a:t>Clinical significance</a:t>
            </a:r>
          </a:p>
          <a:p>
            <a:pPr lvl="2"/>
            <a:r>
              <a:rPr lang="en-US" sz="2800" dirty="0"/>
              <a:t>Does seeking treatment = clinical significance </a:t>
            </a:r>
          </a:p>
        </p:txBody>
      </p:sp>
      <p:sp>
        <p:nvSpPr>
          <p:cNvPr id="4" name="TextBox 3"/>
          <p:cNvSpPr txBox="1"/>
          <p:nvPr/>
        </p:nvSpPr>
        <p:spPr>
          <a:xfrm>
            <a:off x="9496697" y="6296297"/>
            <a:ext cx="2299063" cy="369332"/>
          </a:xfrm>
          <a:prstGeom prst="rect">
            <a:avLst/>
          </a:prstGeom>
          <a:noFill/>
        </p:spPr>
        <p:txBody>
          <a:bodyPr wrap="square" rtlCol="0">
            <a:spAutoFit/>
          </a:bodyPr>
          <a:lstStyle/>
          <a:p>
            <a:r>
              <a:rPr lang="en-US"/>
              <a:t>First, 2014</a:t>
            </a:r>
          </a:p>
        </p:txBody>
      </p:sp>
    </p:spTree>
    <p:extLst>
      <p:ext uri="{BB962C8B-B14F-4D97-AF65-F5344CB8AC3E}">
        <p14:creationId xmlns:p14="http://schemas.microsoft.com/office/powerpoint/2010/main" val="3563273583"/>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118BA95-03E7-41B7-B442-0AF8C0A7F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3048"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Oval 10">
            <a:extLst>
              <a:ext uri="{FF2B5EF4-FFF2-40B4-BE49-F238E27FC236}">
                <a16:creationId xmlns:a16="http://schemas.microsoft.com/office/drawing/2014/main" id="{059D8741-EAD6-41B1-A882-70D70FC358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1035" y="1679569"/>
            <a:ext cx="3498864" cy="3498858"/>
          </a:xfrm>
          <a:prstGeom prst="ellipse">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45444F36-3103-4D11-A25F-C054D4606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134" y="1864667"/>
            <a:ext cx="3128666" cy="312866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CAE92A8B-1CCC-DB5C-CCE4-0B9B49870D8C}"/>
              </a:ext>
            </a:extLst>
          </p:cNvPr>
          <p:cNvSpPr>
            <a:spLocks noGrp="1"/>
          </p:cNvSpPr>
          <p:nvPr>
            <p:ph type="title"/>
          </p:nvPr>
        </p:nvSpPr>
        <p:spPr>
          <a:xfrm>
            <a:off x="1490145" y="2376862"/>
            <a:ext cx="2640646" cy="2104273"/>
          </a:xfrm>
          <a:noFill/>
        </p:spPr>
        <p:txBody>
          <a:bodyPr>
            <a:normAutofit/>
          </a:bodyPr>
          <a:lstStyle/>
          <a:p>
            <a:pPr algn="ctr"/>
            <a:r>
              <a:rPr lang="en-US" sz="3000">
                <a:solidFill>
                  <a:srgbClr val="FFFFFF"/>
                </a:solidFill>
              </a:rPr>
              <a:t>Putting the Process together</a:t>
            </a:r>
          </a:p>
        </p:txBody>
      </p:sp>
      <p:sp>
        <p:nvSpPr>
          <p:cNvPr id="15" name="Rectangle 14">
            <a:extLst>
              <a:ext uri="{FF2B5EF4-FFF2-40B4-BE49-F238E27FC236}">
                <a16:creationId xmlns:a16="http://schemas.microsoft.com/office/drawing/2014/main" id="{AD9B3EAD-A2B3-42C4-927C-3455E3E69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02277" y="3388659"/>
            <a:ext cx="3657600"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F4858112-712A-F807-15B9-FDFE0BEAA3EE}"/>
              </a:ext>
            </a:extLst>
          </p:cNvPr>
          <p:cNvGraphicFramePr>
            <a:graphicFrameLocks noGrp="1"/>
          </p:cNvGraphicFramePr>
          <p:nvPr>
            <p:ph idx="1"/>
            <p:extLst>
              <p:ext uri="{D42A27DB-BD31-4B8C-83A1-F6EECF244321}">
                <p14:modId xmlns:p14="http://schemas.microsoft.com/office/powerpoint/2010/main" val="393358959"/>
              </p:ext>
            </p:extLst>
          </p:nvPr>
        </p:nvGraphicFramePr>
        <p:xfrm>
          <a:off x="6081713" y="725488"/>
          <a:ext cx="5141912" cy="54070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0700940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06EAFD-0C69-4B3B-BEA7-E7E11DDF9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4066C89-42FB-4624-9AFE-3A31B3649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4" y="0"/>
            <a:ext cx="4648169" cy="6858000"/>
          </a:xfrm>
          <a:prstGeom prst="rect">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algn="ctr" defTabSz="914400"/>
            <a:endParaRPr lang="en-US" sz="2000" kern="0">
              <a:solidFill>
                <a:prstClr val="white"/>
              </a:solidFill>
              <a:latin typeface="Rockwell Extra Bold" pitchFamily="18" charset="0"/>
            </a:endParaRPr>
          </a:p>
        </p:txBody>
      </p:sp>
      <p:sp>
        <p:nvSpPr>
          <p:cNvPr id="2" name="Title 1">
            <a:extLst>
              <a:ext uri="{FF2B5EF4-FFF2-40B4-BE49-F238E27FC236}">
                <a16:creationId xmlns:a16="http://schemas.microsoft.com/office/drawing/2014/main" id="{5DD4A9AA-8C13-E90E-0F5F-6DA7BBB07454}"/>
              </a:ext>
            </a:extLst>
          </p:cNvPr>
          <p:cNvSpPr>
            <a:spLocks noGrp="1"/>
          </p:cNvSpPr>
          <p:nvPr>
            <p:ph type="title"/>
          </p:nvPr>
        </p:nvSpPr>
        <p:spPr>
          <a:xfrm>
            <a:off x="643468" y="643466"/>
            <a:ext cx="3686312" cy="5528734"/>
          </a:xfrm>
        </p:spPr>
        <p:txBody>
          <a:bodyPr>
            <a:normAutofit/>
          </a:bodyPr>
          <a:lstStyle/>
          <a:p>
            <a:pPr algn="r"/>
            <a:r>
              <a:rPr lang="en-US" sz="4800">
                <a:solidFill>
                  <a:srgbClr val="FFFFFF"/>
                </a:solidFill>
              </a:rPr>
              <a:t>Practice…</a:t>
            </a:r>
          </a:p>
        </p:txBody>
      </p:sp>
      <p:sp>
        <p:nvSpPr>
          <p:cNvPr id="3" name="Content Placeholder 2">
            <a:extLst>
              <a:ext uri="{FF2B5EF4-FFF2-40B4-BE49-F238E27FC236}">
                <a16:creationId xmlns:a16="http://schemas.microsoft.com/office/drawing/2014/main" id="{409A5B57-554D-BD66-0DFD-93E50D3B9EBF}"/>
              </a:ext>
            </a:extLst>
          </p:cNvPr>
          <p:cNvSpPr>
            <a:spLocks noGrp="1"/>
          </p:cNvSpPr>
          <p:nvPr>
            <p:ph idx="1"/>
          </p:nvPr>
        </p:nvSpPr>
        <p:spPr>
          <a:xfrm>
            <a:off x="4844955" y="599768"/>
            <a:ext cx="6984775" cy="5572432"/>
          </a:xfrm>
        </p:spPr>
        <p:txBody>
          <a:bodyPr anchor="ctr">
            <a:normAutofit/>
          </a:bodyPr>
          <a:lstStyle/>
          <a:p>
            <a:r>
              <a:rPr lang="en-US" sz="2400" dirty="0"/>
              <a:t>Break into table groups</a:t>
            </a:r>
          </a:p>
          <a:p>
            <a:r>
              <a:rPr lang="en-US" sz="2400" dirty="0"/>
              <a:t>Use the vignettes provided to practice walking through the steps of differential diagnosis for the final exam process</a:t>
            </a:r>
          </a:p>
          <a:p>
            <a:r>
              <a:rPr lang="en-US" sz="2400" dirty="0"/>
              <a:t>Focus on identifying key features and symptoms that meet diagnostic criteria</a:t>
            </a:r>
          </a:p>
          <a:p>
            <a:r>
              <a:rPr lang="en-US" sz="2400" dirty="0"/>
              <a:t>Focus on the process of confirming and ruling out by supporting your diagnosis with facts from the vignette</a:t>
            </a:r>
          </a:p>
          <a:p>
            <a:r>
              <a:rPr lang="en-US" sz="2400" dirty="0"/>
              <a:t>Be sure to address all steps- 1- 6</a:t>
            </a:r>
          </a:p>
        </p:txBody>
      </p:sp>
      <p:sp>
        <p:nvSpPr>
          <p:cNvPr id="12" name="Oval 11">
            <a:extLst>
              <a:ext uri="{FF2B5EF4-FFF2-40B4-BE49-F238E27FC236}">
                <a16:creationId xmlns:a16="http://schemas.microsoft.com/office/drawing/2014/main" id="{BA218FBC-B2D6-48CA-9289-C4110162E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2DED9084-49DA-4911-ACB7-5F9E4DEFA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7979818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300446"/>
            <a:ext cx="10386906" cy="6387737"/>
          </a:xfrm>
        </p:spPr>
        <p:txBody>
          <a:bodyPr vert="horz" lIns="91440" tIns="45720" rIns="91440" bIns="45720" rtlCol="0" anchor="t">
            <a:noAutofit/>
          </a:bodyPr>
          <a:lstStyle/>
          <a:p>
            <a:pPr marL="0" indent="0">
              <a:spcAft>
                <a:spcPts val="1200"/>
              </a:spcAft>
              <a:buNone/>
            </a:pPr>
            <a:r>
              <a:rPr lang="en-US" sz="2100" dirty="0">
                <a:solidFill>
                  <a:srgbClr val="000000"/>
                </a:solidFill>
                <a:latin typeface="Arial" panose="020B0604020202020204" pitchFamily="34" charset="0"/>
                <a:ea typeface="Times New Roman" panose="02020603050405020304" pitchFamily="18" charset="0"/>
              </a:rPr>
              <a:t>Consider this scenario and respond the questions following:</a:t>
            </a:r>
            <a:endParaRPr lang="en-US" sz="2100" dirty="0">
              <a:latin typeface="Times New Roman" panose="02020603050405020304" pitchFamily="18" charset="0"/>
              <a:ea typeface="Times New Roman" panose="02020603050405020304" pitchFamily="18" charset="0"/>
            </a:endParaRPr>
          </a:p>
          <a:p>
            <a:pPr marL="0" indent="0">
              <a:spcAft>
                <a:spcPts val="1200"/>
              </a:spcAft>
              <a:buNone/>
            </a:pPr>
            <a:r>
              <a:rPr lang="en-US" sz="2100" dirty="0">
                <a:solidFill>
                  <a:srgbClr val="000000"/>
                </a:solidFill>
                <a:latin typeface="Arial"/>
                <a:ea typeface="Times New Roman" panose="02020603050405020304" pitchFamily="18" charset="0"/>
                <a:cs typeface="Arial"/>
              </a:rPr>
              <a:t>You have been working with a male client who is 22 years of age. His primary focus in therapy has been adjusting to living on his own after college. He arrives to his session uncharacteristically 10 minutes late. He appears agitated, his speech is pressured and what he is saying does not make sense. When asked what has caused him to be so agitated, he responds is a loud excited voice, “They did this to me!” “They are out to get me!” “You have to help me, you’re the only one I trust!”</a:t>
            </a:r>
            <a:endParaRPr lang="en-US" sz="2100" dirty="0">
              <a:latin typeface="Arial"/>
              <a:ea typeface="Times New Roman" panose="02020603050405020304" pitchFamily="18" charset="0"/>
              <a:cs typeface="Arial"/>
            </a:endParaRPr>
          </a:p>
          <a:p>
            <a:pPr marL="0" indent="0">
              <a:spcAft>
                <a:spcPts val="1200"/>
              </a:spcAft>
              <a:buNone/>
            </a:pPr>
            <a:r>
              <a:rPr lang="en-US" sz="2100" dirty="0">
                <a:solidFill>
                  <a:srgbClr val="000000"/>
                </a:solidFill>
                <a:latin typeface="Arial"/>
                <a:ea typeface="Times New Roman" panose="02020603050405020304" pitchFamily="18" charset="0"/>
                <a:cs typeface="Arial"/>
              </a:rPr>
              <a:t>He sits down and seems to calm down enough to continue the session. He continues to speak quickly, but more coherently. He tells you he was out with friends last night to celebrate his best friend’s birthday. During the outing he began to feel unsettled and anxious. These feelings have increased throughout the night and into the morning. He reports feeling panicked all day and feels that he is being followed.</a:t>
            </a:r>
            <a:endParaRPr lang="en-US" sz="2100" dirty="0">
              <a:latin typeface="Arial"/>
              <a:ea typeface="Times New Roman" panose="02020603050405020304" pitchFamily="18" charset="0"/>
              <a:cs typeface="Arial"/>
            </a:endParaRPr>
          </a:p>
          <a:p>
            <a:pPr marL="0" lvl="0" indent="0" fontAlgn="base">
              <a:spcBef>
                <a:spcPts val="0"/>
              </a:spcBef>
              <a:buNone/>
              <a:tabLst>
                <a:tab pos="457200" algn="l"/>
              </a:tabLst>
            </a:pPr>
            <a:r>
              <a:rPr lang="en-US" sz="2100" dirty="0">
                <a:solidFill>
                  <a:srgbClr val="000000"/>
                </a:solidFill>
                <a:latin typeface="Arial" panose="020B0604020202020204" pitchFamily="34" charset="0"/>
                <a:ea typeface="Times New Roman" panose="02020603050405020304" pitchFamily="18" charset="0"/>
              </a:rPr>
              <a:t>Based on your client’s presentation what is your initial diagnosis?</a:t>
            </a:r>
            <a:endParaRPr lang="en-US" sz="2100" dirty="0">
              <a:latin typeface="Times New Roman" panose="02020603050405020304" pitchFamily="18" charset="0"/>
              <a:ea typeface="Times New Roman" panose="02020603050405020304" pitchFamily="18" charset="0"/>
            </a:endParaRPr>
          </a:p>
          <a:p>
            <a:pPr marL="0" lvl="0" indent="0" fontAlgn="base">
              <a:spcBef>
                <a:spcPts val="0"/>
              </a:spcBef>
              <a:buNone/>
              <a:tabLst>
                <a:tab pos="457200" algn="l"/>
              </a:tabLst>
            </a:pPr>
            <a:r>
              <a:rPr lang="en-US" sz="2100" dirty="0">
                <a:solidFill>
                  <a:srgbClr val="000000"/>
                </a:solidFill>
                <a:latin typeface="Arial" panose="020B0604020202020204" pitchFamily="34" charset="0"/>
                <a:ea typeface="Times New Roman" panose="02020603050405020304" pitchFamily="18" charset="0"/>
              </a:rPr>
              <a:t>What information do you need to confirm or rule out this diagnosis?</a:t>
            </a:r>
            <a:endParaRPr lang="en-US" sz="2100" dirty="0">
              <a:latin typeface="Times New Roman" panose="02020603050405020304" pitchFamily="18" charset="0"/>
              <a:ea typeface="Times New Roman" panose="02020603050405020304" pitchFamily="18" charset="0"/>
            </a:endParaRPr>
          </a:p>
          <a:p>
            <a:pPr marL="0" lvl="0" indent="0" fontAlgn="base">
              <a:spcBef>
                <a:spcPts val="0"/>
              </a:spcBef>
              <a:spcAft>
                <a:spcPts val="1200"/>
              </a:spcAft>
              <a:buNone/>
              <a:tabLst>
                <a:tab pos="457200" algn="l"/>
              </a:tabLst>
            </a:pPr>
            <a:r>
              <a:rPr lang="en-US" sz="2100" dirty="0">
                <a:solidFill>
                  <a:srgbClr val="000000"/>
                </a:solidFill>
                <a:latin typeface="Arial" panose="020B0604020202020204" pitchFamily="34" charset="0"/>
                <a:ea typeface="Times New Roman" panose="02020603050405020304" pitchFamily="18" charset="0"/>
              </a:rPr>
              <a:t>List other possible diagnoses and your rationale for considering them.</a:t>
            </a:r>
            <a:endParaRPr lang="en-US" sz="2100" dirty="0">
              <a:latin typeface="Times New Roman" panose="02020603050405020304" pitchFamily="18" charset="0"/>
              <a:ea typeface="Times New Roman" panose="02020603050405020304" pitchFamily="18" charset="0"/>
            </a:endParaRPr>
          </a:p>
          <a:p>
            <a:endParaRPr lang="en-US" sz="2100" dirty="0"/>
          </a:p>
        </p:txBody>
      </p:sp>
    </p:spTree>
    <p:extLst>
      <p:ext uri="{BB962C8B-B14F-4D97-AF65-F5344CB8AC3E}">
        <p14:creationId xmlns:p14="http://schemas.microsoft.com/office/powerpoint/2010/main" val="2246220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20398">
              <a:schemeClr val="bg1">
                <a:lumMod val="95000"/>
              </a:schemeClr>
            </a:gs>
            <a:gs pos="34928">
              <a:schemeClr val="bg1">
                <a:lumMod val="95000"/>
              </a:schemeClr>
            </a:gs>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FBAB8-025B-4DBB-AEA6-8046C49206CC}"/>
              </a:ext>
            </a:extLst>
          </p:cNvPr>
          <p:cNvSpPr>
            <a:spLocks noGrp="1"/>
          </p:cNvSpPr>
          <p:nvPr>
            <p:ph type="title"/>
          </p:nvPr>
        </p:nvSpPr>
        <p:spPr/>
        <p:txBody>
          <a:bodyPr/>
          <a:lstStyle/>
          <a:p>
            <a:r>
              <a:rPr lang="en-US"/>
              <a:t>Eating Disorders</a:t>
            </a:r>
          </a:p>
        </p:txBody>
      </p:sp>
      <p:sp>
        <p:nvSpPr>
          <p:cNvPr id="3" name="Content Placeholder 2">
            <a:extLst>
              <a:ext uri="{FF2B5EF4-FFF2-40B4-BE49-F238E27FC236}">
                <a16:creationId xmlns:a16="http://schemas.microsoft.com/office/drawing/2014/main" id="{3563CB2E-637A-4438-97CE-321D6F6E7B06}"/>
              </a:ext>
            </a:extLst>
          </p:cNvPr>
          <p:cNvSpPr>
            <a:spLocks noGrp="1"/>
          </p:cNvSpPr>
          <p:nvPr>
            <p:ph idx="1"/>
          </p:nvPr>
        </p:nvSpPr>
        <p:spPr/>
        <p:txBody>
          <a:bodyPr>
            <a:normAutofit/>
          </a:bodyPr>
          <a:lstStyle/>
          <a:p>
            <a:r>
              <a:rPr lang="en-US" sz="2800"/>
              <a:t>Pica</a:t>
            </a:r>
          </a:p>
          <a:p>
            <a:pPr lvl="1"/>
            <a:r>
              <a:rPr lang="en-US" sz="2800"/>
              <a:t>Non-nutritious and nonfoods</a:t>
            </a:r>
          </a:p>
          <a:p>
            <a:pPr lvl="1"/>
            <a:r>
              <a:rPr lang="en-US" sz="2800"/>
              <a:t>Non-developmentally appropriate</a:t>
            </a:r>
          </a:p>
          <a:p>
            <a:r>
              <a:rPr lang="en-US" sz="2800"/>
              <a:t>Rumination Disorder</a:t>
            </a:r>
          </a:p>
          <a:p>
            <a:pPr lvl="1"/>
            <a:r>
              <a:rPr lang="en-US" sz="2800"/>
              <a:t>Regurgitating and rechewing already swallowed food</a:t>
            </a:r>
          </a:p>
          <a:p>
            <a:r>
              <a:rPr lang="en-US" sz="2800"/>
              <a:t>Avoidant/Restrictive Food Intake</a:t>
            </a:r>
          </a:p>
          <a:p>
            <a:pPr lvl="1"/>
            <a:r>
              <a:rPr lang="en-US" sz="2800"/>
              <a:t>Not eating or restricting types of food</a:t>
            </a:r>
          </a:p>
          <a:p>
            <a:pPr lvl="1"/>
            <a:endParaRPr lang="en-US" sz="2400"/>
          </a:p>
          <a:p>
            <a:endParaRPr lang="en-US" sz="2600"/>
          </a:p>
          <a:p>
            <a:pPr lvl="1"/>
            <a:endParaRPr lang="en-US" sz="2400"/>
          </a:p>
        </p:txBody>
      </p:sp>
      <p:sp>
        <p:nvSpPr>
          <p:cNvPr id="5" name="TextBox 4">
            <a:extLst>
              <a:ext uri="{FF2B5EF4-FFF2-40B4-BE49-F238E27FC236}">
                <a16:creationId xmlns:a16="http://schemas.microsoft.com/office/drawing/2014/main" id="{B1FCA2A8-B838-3E10-7DBC-BFABEAB97D09}"/>
              </a:ext>
            </a:extLst>
          </p:cNvPr>
          <p:cNvSpPr txBox="1"/>
          <p:nvPr/>
        </p:nvSpPr>
        <p:spPr>
          <a:xfrm>
            <a:off x="9934222" y="6176963"/>
            <a:ext cx="1603022" cy="369332"/>
          </a:xfrm>
          <a:prstGeom prst="rect">
            <a:avLst/>
          </a:prstGeom>
          <a:noFill/>
        </p:spPr>
        <p:txBody>
          <a:bodyPr wrap="square" rtlCol="0">
            <a:spAutoFit/>
          </a:bodyPr>
          <a:lstStyle/>
          <a:p>
            <a:r>
              <a:rPr lang="en-US" dirty="0"/>
              <a:t>APA, 2022</a:t>
            </a:r>
          </a:p>
        </p:txBody>
      </p:sp>
    </p:spTree>
    <p:extLst>
      <p:ext uri="{BB962C8B-B14F-4D97-AF65-F5344CB8AC3E}">
        <p14:creationId xmlns:p14="http://schemas.microsoft.com/office/powerpoint/2010/main" val="12588126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20398">
              <a:schemeClr val="bg1">
                <a:lumMod val="95000"/>
              </a:schemeClr>
            </a:gs>
            <a:gs pos="34928">
              <a:schemeClr val="bg1">
                <a:lumMod val="95000"/>
              </a:schemeClr>
            </a:gs>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2DA58-D883-4A36-90ED-39B65DD21812}"/>
              </a:ext>
            </a:extLst>
          </p:cNvPr>
          <p:cNvSpPr>
            <a:spLocks noGrp="1"/>
          </p:cNvSpPr>
          <p:nvPr>
            <p:ph type="title"/>
          </p:nvPr>
        </p:nvSpPr>
        <p:spPr/>
        <p:txBody>
          <a:bodyPr/>
          <a:lstStyle/>
          <a:p>
            <a:r>
              <a:rPr lang="en-US"/>
              <a:t>Eating Disorders	</a:t>
            </a:r>
          </a:p>
        </p:txBody>
      </p:sp>
      <p:sp>
        <p:nvSpPr>
          <p:cNvPr id="3" name="Content Placeholder 2">
            <a:extLst>
              <a:ext uri="{FF2B5EF4-FFF2-40B4-BE49-F238E27FC236}">
                <a16:creationId xmlns:a16="http://schemas.microsoft.com/office/drawing/2014/main" id="{FA743D64-C2B4-48E1-B08F-38DD9466F1E4}"/>
              </a:ext>
            </a:extLst>
          </p:cNvPr>
          <p:cNvSpPr>
            <a:spLocks noGrp="1"/>
          </p:cNvSpPr>
          <p:nvPr>
            <p:ph idx="1"/>
          </p:nvPr>
        </p:nvSpPr>
        <p:spPr/>
        <p:txBody>
          <a:bodyPr>
            <a:normAutofit fontScale="92500" lnSpcReduction="10000"/>
          </a:bodyPr>
          <a:lstStyle/>
          <a:p>
            <a:r>
              <a:rPr lang="en-US" sz="2800"/>
              <a:t>Anorexia Nervosa</a:t>
            </a:r>
          </a:p>
          <a:p>
            <a:pPr lvl="1"/>
            <a:r>
              <a:rPr lang="en-US" sz="2600"/>
              <a:t>Restriction of food intake resulting in inability to maintain minimum healthy weight</a:t>
            </a:r>
          </a:p>
          <a:p>
            <a:pPr lvl="1"/>
            <a:r>
              <a:rPr lang="en-US" sz="2600"/>
              <a:t>Significant fear of gaining weight and distortion in view of body shape</a:t>
            </a:r>
          </a:p>
          <a:p>
            <a:pPr lvl="1"/>
            <a:r>
              <a:rPr lang="en-US" sz="2600"/>
              <a:t>Psychological experiencing include depression, insomnia, anxiety, distractibility and obsessive thinking/behavior</a:t>
            </a:r>
          </a:p>
          <a:p>
            <a:pPr lvl="1"/>
            <a:r>
              <a:rPr lang="en-US" sz="2600"/>
              <a:t>High comorbidly with, dysthymia, depression, social phobia, GAD, and OCD, </a:t>
            </a:r>
          </a:p>
          <a:p>
            <a:pPr lvl="1"/>
            <a:r>
              <a:rPr lang="en-US" sz="2600"/>
              <a:t>Social and interpersonal problems exist outside AN and consideration needed as AN treatment progresses. </a:t>
            </a:r>
          </a:p>
        </p:txBody>
      </p:sp>
      <p:sp>
        <p:nvSpPr>
          <p:cNvPr id="4" name="TextBox 3">
            <a:extLst>
              <a:ext uri="{FF2B5EF4-FFF2-40B4-BE49-F238E27FC236}">
                <a16:creationId xmlns:a16="http://schemas.microsoft.com/office/drawing/2014/main" id="{4F99073C-7E55-451C-BB29-EB1258D803BE}"/>
              </a:ext>
            </a:extLst>
          </p:cNvPr>
          <p:cNvSpPr txBox="1"/>
          <p:nvPr/>
        </p:nvSpPr>
        <p:spPr>
          <a:xfrm>
            <a:off x="8305800" y="6483588"/>
            <a:ext cx="3276600" cy="369332"/>
          </a:xfrm>
          <a:prstGeom prst="rect">
            <a:avLst/>
          </a:prstGeom>
          <a:noFill/>
        </p:spPr>
        <p:txBody>
          <a:bodyPr wrap="square" rtlCol="0">
            <a:spAutoFit/>
          </a:bodyPr>
          <a:lstStyle/>
          <a:p>
            <a:r>
              <a:rPr lang="en-US"/>
              <a:t>Castonguay &amp; </a:t>
            </a:r>
            <a:r>
              <a:rPr lang="en-US" err="1"/>
              <a:t>Oltmanns</a:t>
            </a:r>
            <a:r>
              <a:rPr lang="en-US"/>
              <a:t>, 2013</a:t>
            </a:r>
          </a:p>
        </p:txBody>
      </p:sp>
    </p:spTree>
    <p:extLst>
      <p:ext uri="{BB962C8B-B14F-4D97-AF65-F5344CB8AC3E}">
        <p14:creationId xmlns:p14="http://schemas.microsoft.com/office/powerpoint/2010/main" val="38555640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20398">
              <a:schemeClr val="bg1">
                <a:lumMod val="95000"/>
              </a:schemeClr>
            </a:gs>
            <a:gs pos="34928">
              <a:schemeClr val="bg1">
                <a:lumMod val="95000"/>
              </a:schemeClr>
            </a:gs>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FBAB8-025B-4DBB-AEA6-8046C49206CC}"/>
              </a:ext>
            </a:extLst>
          </p:cNvPr>
          <p:cNvSpPr>
            <a:spLocks noGrp="1"/>
          </p:cNvSpPr>
          <p:nvPr>
            <p:ph type="title"/>
          </p:nvPr>
        </p:nvSpPr>
        <p:spPr/>
        <p:txBody>
          <a:bodyPr/>
          <a:lstStyle/>
          <a:p>
            <a:r>
              <a:rPr lang="en-US"/>
              <a:t>Eating Disorders</a:t>
            </a:r>
          </a:p>
        </p:txBody>
      </p:sp>
      <p:sp>
        <p:nvSpPr>
          <p:cNvPr id="3" name="Content Placeholder 2">
            <a:extLst>
              <a:ext uri="{FF2B5EF4-FFF2-40B4-BE49-F238E27FC236}">
                <a16:creationId xmlns:a16="http://schemas.microsoft.com/office/drawing/2014/main" id="{3563CB2E-637A-4438-97CE-321D6F6E7B06}"/>
              </a:ext>
            </a:extLst>
          </p:cNvPr>
          <p:cNvSpPr>
            <a:spLocks noGrp="1"/>
          </p:cNvSpPr>
          <p:nvPr>
            <p:ph idx="1"/>
          </p:nvPr>
        </p:nvSpPr>
        <p:spPr/>
        <p:txBody>
          <a:bodyPr>
            <a:normAutofit fontScale="92500"/>
          </a:bodyPr>
          <a:lstStyle/>
          <a:p>
            <a:r>
              <a:rPr lang="en-US" sz="2600" dirty="0"/>
              <a:t>Bulimia Nervosa</a:t>
            </a:r>
          </a:p>
          <a:p>
            <a:pPr lvl="1"/>
            <a:r>
              <a:rPr lang="en-US" sz="2600" dirty="0"/>
              <a:t>Eating more that typical amounts of food in short period of time</a:t>
            </a:r>
          </a:p>
          <a:p>
            <a:pPr lvl="1"/>
            <a:r>
              <a:rPr lang="en-US" sz="2600" dirty="0"/>
              <a:t>Inability to control eating</a:t>
            </a:r>
          </a:p>
          <a:p>
            <a:pPr lvl="2"/>
            <a:r>
              <a:rPr lang="en-US" sz="2600" dirty="0"/>
              <a:t>Usually eat food they otherwise avoid</a:t>
            </a:r>
          </a:p>
          <a:p>
            <a:pPr lvl="1"/>
            <a:r>
              <a:rPr lang="en-US" sz="2600" dirty="0"/>
              <a:t>Compensatory Behaviors</a:t>
            </a:r>
          </a:p>
          <a:p>
            <a:pPr lvl="2"/>
            <a:r>
              <a:rPr lang="en-US" sz="2600" dirty="0"/>
              <a:t>Vomiting, laxatives</a:t>
            </a:r>
          </a:p>
          <a:p>
            <a:pPr lvl="2"/>
            <a:r>
              <a:rPr lang="en-US" sz="2600" dirty="0"/>
              <a:t>Individuals maintain a typical weight</a:t>
            </a:r>
          </a:p>
          <a:p>
            <a:r>
              <a:rPr lang="en-US" sz="2600" dirty="0"/>
              <a:t>Binge-eating Disorder</a:t>
            </a:r>
          </a:p>
          <a:p>
            <a:pPr lvl="1"/>
            <a:r>
              <a:rPr lang="en-US" sz="2600" dirty="0"/>
              <a:t>Similar eating behaviors to BN, but not compensatory behaviors</a:t>
            </a:r>
          </a:p>
          <a:p>
            <a:pPr lvl="1"/>
            <a:endParaRPr lang="en-US" sz="2600" dirty="0"/>
          </a:p>
          <a:p>
            <a:pPr lvl="1"/>
            <a:endParaRPr lang="en-US" sz="2600" dirty="0"/>
          </a:p>
          <a:p>
            <a:endParaRPr lang="en-US" sz="2600" dirty="0"/>
          </a:p>
          <a:p>
            <a:pPr lvl="1"/>
            <a:endParaRPr lang="en-US" sz="2400" dirty="0"/>
          </a:p>
        </p:txBody>
      </p:sp>
      <p:sp>
        <p:nvSpPr>
          <p:cNvPr id="5" name="TextBox 4">
            <a:extLst>
              <a:ext uri="{FF2B5EF4-FFF2-40B4-BE49-F238E27FC236}">
                <a16:creationId xmlns:a16="http://schemas.microsoft.com/office/drawing/2014/main" id="{A0DD632D-85CF-04FB-E4EA-185855F16BFE}"/>
              </a:ext>
            </a:extLst>
          </p:cNvPr>
          <p:cNvSpPr txBox="1"/>
          <p:nvPr/>
        </p:nvSpPr>
        <p:spPr>
          <a:xfrm>
            <a:off x="9934222" y="6176963"/>
            <a:ext cx="1603022" cy="369332"/>
          </a:xfrm>
          <a:prstGeom prst="rect">
            <a:avLst/>
          </a:prstGeom>
          <a:noFill/>
        </p:spPr>
        <p:txBody>
          <a:bodyPr wrap="square" rtlCol="0">
            <a:spAutoFit/>
          </a:bodyPr>
          <a:lstStyle/>
          <a:p>
            <a:r>
              <a:rPr lang="en-US" dirty="0"/>
              <a:t>APA, 2022</a:t>
            </a:r>
          </a:p>
        </p:txBody>
      </p:sp>
    </p:spTree>
    <p:extLst>
      <p:ext uri="{BB962C8B-B14F-4D97-AF65-F5344CB8AC3E}">
        <p14:creationId xmlns:p14="http://schemas.microsoft.com/office/powerpoint/2010/main" val="33122943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06EAFD-0C69-4B3B-BEA7-E7E11DDF9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4066C89-42FB-4624-9AFE-3A31B3649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4" y="0"/>
            <a:ext cx="4648169" cy="6858000"/>
          </a:xfrm>
          <a:prstGeom prst="rect">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algn="ctr" defTabSz="914400"/>
            <a:endParaRPr lang="en-US" sz="2000" kern="0">
              <a:solidFill>
                <a:prstClr val="white"/>
              </a:solidFill>
              <a:latin typeface="Rockwell Extra Bold" pitchFamily="18" charset="0"/>
            </a:endParaRPr>
          </a:p>
        </p:txBody>
      </p:sp>
      <p:sp>
        <p:nvSpPr>
          <p:cNvPr id="2" name="Title 1">
            <a:extLst>
              <a:ext uri="{FF2B5EF4-FFF2-40B4-BE49-F238E27FC236}">
                <a16:creationId xmlns:a16="http://schemas.microsoft.com/office/drawing/2014/main" id="{6E68B91E-182A-476B-8C54-1425B31BCD45}"/>
              </a:ext>
            </a:extLst>
          </p:cNvPr>
          <p:cNvSpPr>
            <a:spLocks noGrp="1"/>
          </p:cNvSpPr>
          <p:nvPr>
            <p:ph type="title"/>
          </p:nvPr>
        </p:nvSpPr>
        <p:spPr>
          <a:xfrm>
            <a:off x="643468" y="643466"/>
            <a:ext cx="3686312" cy="5528734"/>
          </a:xfrm>
        </p:spPr>
        <p:txBody>
          <a:bodyPr>
            <a:normAutofit/>
          </a:bodyPr>
          <a:lstStyle/>
          <a:p>
            <a:pPr algn="r"/>
            <a:r>
              <a:rPr lang="en-US" sz="4800">
                <a:solidFill>
                  <a:srgbClr val="FFFFFF"/>
                </a:solidFill>
              </a:rPr>
              <a:t>Group work</a:t>
            </a:r>
          </a:p>
        </p:txBody>
      </p:sp>
      <p:sp>
        <p:nvSpPr>
          <p:cNvPr id="3" name="Content Placeholder 2">
            <a:extLst>
              <a:ext uri="{FF2B5EF4-FFF2-40B4-BE49-F238E27FC236}">
                <a16:creationId xmlns:a16="http://schemas.microsoft.com/office/drawing/2014/main" id="{3776A6BD-7127-4FEA-B746-7D9BD3975D0F}"/>
              </a:ext>
            </a:extLst>
          </p:cNvPr>
          <p:cNvSpPr>
            <a:spLocks noGrp="1"/>
          </p:cNvSpPr>
          <p:nvPr>
            <p:ph idx="1"/>
          </p:nvPr>
        </p:nvSpPr>
        <p:spPr>
          <a:xfrm>
            <a:off x="5053780" y="599768"/>
            <a:ext cx="6074467" cy="5572432"/>
          </a:xfrm>
        </p:spPr>
        <p:txBody>
          <a:bodyPr anchor="ctr">
            <a:normAutofit/>
          </a:bodyPr>
          <a:lstStyle/>
          <a:p>
            <a:r>
              <a:rPr lang="en-US">
                <a:effectLst>
                  <a:outerShdw blurRad="38100" dist="38100" dir="2700000" algn="tl">
                    <a:srgbClr val="000000">
                      <a:alpha val="43137"/>
                    </a:srgbClr>
                  </a:outerShdw>
                </a:effectLst>
              </a:rPr>
              <a:t>Break into groups of  (total of 4 groups)</a:t>
            </a:r>
          </a:p>
          <a:p>
            <a:pPr marL="0" indent="0">
              <a:buNone/>
            </a:pPr>
            <a:r>
              <a:rPr lang="en-US">
                <a:effectLst>
                  <a:outerShdw blurRad="38100" dist="38100" dir="2700000" algn="tl">
                    <a:srgbClr val="000000">
                      <a:alpha val="43137"/>
                    </a:srgbClr>
                  </a:outerShdw>
                </a:effectLst>
              </a:rPr>
              <a:t>Create a summary of the disorder assigned to your group</a:t>
            </a:r>
          </a:p>
          <a:p>
            <a:pPr lvl="1"/>
            <a:r>
              <a:rPr lang="en-US">
                <a:effectLst>
                  <a:outerShdw blurRad="38100" dist="38100" dir="2700000" algn="tl">
                    <a:srgbClr val="000000">
                      <a:alpha val="43137"/>
                    </a:srgbClr>
                  </a:outerShdw>
                </a:effectLst>
              </a:rPr>
              <a:t>Bullet point key features and diagnostic criteria—Create PowerPoint</a:t>
            </a:r>
          </a:p>
          <a:p>
            <a:r>
              <a:rPr lang="en-US">
                <a:effectLst>
                  <a:outerShdw blurRad="38100" dist="38100" dir="2700000" algn="tl">
                    <a:srgbClr val="000000">
                      <a:alpha val="43137"/>
                    </a:srgbClr>
                  </a:outerShdw>
                </a:effectLst>
              </a:rPr>
              <a:t>Create a short vignette that includes relevant symptoms</a:t>
            </a:r>
          </a:p>
          <a:p>
            <a:pPr marL="0" indent="0">
              <a:buNone/>
            </a:pPr>
            <a:r>
              <a:rPr lang="en-US">
                <a:effectLst>
                  <a:outerShdw blurRad="38100" dist="38100" dir="2700000" algn="tl">
                    <a:srgbClr val="000000">
                      <a:alpha val="43137"/>
                    </a:srgbClr>
                  </a:outerShdw>
                </a:effectLst>
              </a:rPr>
              <a:t>Role Play Clinical Interview and Presentation</a:t>
            </a:r>
          </a:p>
          <a:p>
            <a:pPr lvl="1"/>
            <a:r>
              <a:rPr lang="en-US">
                <a:effectLst>
                  <a:outerShdw blurRad="38100" dist="38100" dir="2700000" algn="tl">
                    <a:srgbClr val="000000">
                      <a:alpha val="43137"/>
                    </a:srgbClr>
                  </a:outerShdw>
                </a:effectLst>
              </a:rPr>
              <a:t>Select a client and a Psychologist</a:t>
            </a:r>
          </a:p>
          <a:p>
            <a:pPr lvl="1"/>
            <a:r>
              <a:rPr lang="en-US">
                <a:effectLst>
                  <a:outerShdw blurRad="38100" dist="38100" dir="2700000" algn="tl">
                    <a:srgbClr val="000000">
                      <a:alpha val="43137"/>
                    </a:srgbClr>
                  </a:outerShdw>
                </a:effectLst>
              </a:rPr>
              <a:t>Start the diagnostic interview and the class will jump in and conduct differential diagnosis</a:t>
            </a:r>
          </a:p>
          <a:p>
            <a:r>
              <a:rPr lang="en-US">
                <a:effectLst>
                  <a:outerShdw blurRad="38100" dist="38100" dir="2700000" algn="tl">
                    <a:srgbClr val="000000">
                      <a:alpha val="43137"/>
                    </a:srgbClr>
                  </a:outerShdw>
                </a:effectLst>
              </a:rPr>
              <a:t>Presentation of Diagnostic Criteria</a:t>
            </a:r>
          </a:p>
          <a:p>
            <a:r>
              <a:rPr lang="en-US">
                <a:effectLst>
                  <a:outerShdw blurRad="38100" dist="38100" dir="2700000" algn="tl">
                    <a:srgbClr val="000000">
                      <a:alpha val="43137"/>
                    </a:srgbClr>
                  </a:outerShdw>
                </a:effectLst>
              </a:rPr>
              <a:t>Total Presentation about 15 mins</a:t>
            </a:r>
          </a:p>
        </p:txBody>
      </p:sp>
      <p:sp>
        <p:nvSpPr>
          <p:cNvPr id="12" name="Oval 11">
            <a:extLst>
              <a:ext uri="{FF2B5EF4-FFF2-40B4-BE49-F238E27FC236}">
                <a16:creationId xmlns:a16="http://schemas.microsoft.com/office/drawing/2014/main" id="{BA218FBC-B2D6-48CA-9289-C4110162E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2DED9084-49DA-4911-ACB7-5F9E4DEFA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55541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1005</TotalTime>
  <Words>1605</Words>
  <Application>Microsoft Office PowerPoint</Application>
  <PresentationFormat>Widescreen</PresentationFormat>
  <Paragraphs>255</Paragraphs>
  <Slides>32</Slides>
  <Notes>32</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Calibri</vt:lpstr>
      <vt:lpstr>Rockwell</vt:lpstr>
      <vt:lpstr>Rockwell Condensed</vt:lpstr>
      <vt:lpstr>Rockwell Extra Bold</vt:lpstr>
      <vt:lpstr>Times New Roman</vt:lpstr>
      <vt:lpstr>Trebuchet MS</vt:lpstr>
      <vt:lpstr>Wingdings</vt:lpstr>
      <vt:lpstr>Wood Type</vt:lpstr>
      <vt:lpstr>Psychopathology</vt:lpstr>
      <vt:lpstr>Mid Semester Check-in</vt:lpstr>
      <vt:lpstr>Final Exam</vt:lpstr>
      <vt:lpstr>PowerPoint Presentation</vt:lpstr>
      <vt:lpstr>Follow Up From Last Class </vt:lpstr>
      <vt:lpstr>Trauma and Stress Related Disorders</vt:lpstr>
      <vt:lpstr>Reactive Attachment Disorder</vt:lpstr>
      <vt:lpstr>Adjustment Disorders</vt:lpstr>
      <vt:lpstr>Acute Stress</vt:lpstr>
      <vt:lpstr>PTSD </vt:lpstr>
      <vt:lpstr>Dissociative Identity Disorder (DID)</vt:lpstr>
      <vt:lpstr>Dissociative Disorders</vt:lpstr>
      <vt:lpstr>Dissociative Amnesia</vt:lpstr>
      <vt:lpstr>Depersonalization/Derealization </vt:lpstr>
      <vt:lpstr>Vignettes</vt:lpstr>
      <vt:lpstr>Differential Diagnosis </vt:lpstr>
      <vt:lpstr>Differential Diagnosis-Step 1 </vt:lpstr>
      <vt:lpstr>Assessing Factious Disorder and Malingering</vt:lpstr>
      <vt:lpstr>Differential Diagnosis-Step 2 </vt:lpstr>
      <vt:lpstr>Differential Diagnosis-Step 2</vt:lpstr>
      <vt:lpstr>Differential Diagnosis-Step 3</vt:lpstr>
      <vt:lpstr>Differential Diagnosis-Step 3</vt:lpstr>
      <vt:lpstr>Differential diagnosis-Step 4</vt:lpstr>
      <vt:lpstr>Differential Diagnosis- Step 5</vt:lpstr>
      <vt:lpstr>Differential Diagnosis- Step 6</vt:lpstr>
      <vt:lpstr>Putting the Process together</vt:lpstr>
      <vt:lpstr>Practice…</vt:lpstr>
      <vt:lpstr>PowerPoint Presentation</vt:lpstr>
      <vt:lpstr>Eating Disorders</vt:lpstr>
      <vt:lpstr>Eating Disorders </vt:lpstr>
      <vt:lpstr>Eating Disorders</vt:lpstr>
      <vt:lpstr>Group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Psychopathology</dc:title>
  <dc:creator>Robert Campbell</dc:creator>
  <cp:lastModifiedBy>Robert Campbell</cp:lastModifiedBy>
  <cp:revision>5</cp:revision>
  <cp:lastPrinted>2026-02-11T01:19:24Z</cp:lastPrinted>
  <dcterms:created xsi:type="dcterms:W3CDTF">2019-10-31T18:53:22Z</dcterms:created>
  <dcterms:modified xsi:type="dcterms:W3CDTF">2026-02-11T01:26:16Z</dcterms:modified>
</cp:coreProperties>
</file>