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281" r:id="rId3"/>
    <p:sldId id="257" r:id="rId4"/>
    <p:sldId id="274" r:id="rId5"/>
    <p:sldId id="265" r:id="rId6"/>
    <p:sldId id="282" r:id="rId7"/>
    <p:sldId id="258" r:id="rId8"/>
    <p:sldId id="264" r:id="rId9"/>
    <p:sldId id="259" r:id="rId10"/>
    <p:sldId id="260" r:id="rId11"/>
    <p:sldId id="266" r:id="rId12"/>
    <p:sldId id="262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8" r:id="rId21"/>
    <p:sldId id="277" r:id="rId22"/>
    <p:sldId id="276" r:id="rId23"/>
    <p:sldId id="279" r:id="rId24"/>
    <p:sldId id="261" r:id="rId2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033" autoAdjust="0"/>
  </p:normalViewPr>
  <p:slideViewPr>
    <p:cSldViewPr snapToGrid="0">
      <p:cViewPr varScale="1">
        <p:scale>
          <a:sx n="68" d="100"/>
          <a:sy n="68" d="100"/>
        </p:scale>
        <p:origin x="21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mpbell" userId="ecf2a988-d5fc-4072-947e-3fd9e73d9868" providerId="ADAL" clId="{ADDB047B-A769-49AC-ADBD-4A2868EF5C6C}"/>
    <pc:docChg chg="undo custSel addSld delSld modSld">
      <pc:chgData name="Robert Campbell" userId="ecf2a988-d5fc-4072-947e-3fd9e73d9868" providerId="ADAL" clId="{ADDB047B-A769-49AC-ADBD-4A2868EF5C6C}" dt="2025-01-11T00:44:28.032" v="16" actId="6549"/>
      <pc:docMkLst>
        <pc:docMk/>
      </pc:docMkLst>
      <pc:sldChg chg="modNotesTx">
        <pc:chgData name="Robert Campbell" userId="ecf2a988-d5fc-4072-947e-3fd9e73d9868" providerId="ADAL" clId="{ADDB047B-A769-49AC-ADBD-4A2868EF5C6C}" dt="2025-01-11T00:44:28.032" v="16" actId="6549"/>
        <pc:sldMkLst>
          <pc:docMk/>
          <pc:sldMk cId="3632200573" sldId="258"/>
        </pc:sldMkLst>
      </pc:sldChg>
      <pc:sldChg chg="modNotesTx">
        <pc:chgData name="Robert Campbell" userId="ecf2a988-d5fc-4072-947e-3fd9e73d9868" providerId="ADAL" clId="{ADDB047B-A769-49AC-ADBD-4A2868EF5C6C}" dt="2025-01-11T00:43:24.548" v="2" actId="6549"/>
        <pc:sldMkLst>
          <pc:docMk/>
          <pc:sldMk cId="1683553433" sldId="259"/>
        </pc:sldMkLst>
      </pc:sldChg>
      <pc:sldChg chg="modNotesTx">
        <pc:chgData name="Robert Campbell" userId="ecf2a988-d5fc-4072-947e-3fd9e73d9868" providerId="ADAL" clId="{ADDB047B-A769-49AC-ADBD-4A2868EF5C6C}" dt="2025-01-11T00:43:28.370" v="3" actId="6549"/>
        <pc:sldMkLst>
          <pc:docMk/>
          <pc:sldMk cId="843326046" sldId="260"/>
        </pc:sldMkLst>
      </pc:sldChg>
      <pc:sldChg chg="modNotesTx">
        <pc:chgData name="Robert Campbell" userId="ecf2a988-d5fc-4072-947e-3fd9e73d9868" providerId="ADAL" clId="{ADDB047B-A769-49AC-ADBD-4A2868EF5C6C}" dt="2025-01-11T00:44:12.715" v="15" actId="6549"/>
        <pc:sldMkLst>
          <pc:docMk/>
          <pc:sldMk cId="3895059354" sldId="261"/>
        </pc:sldMkLst>
      </pc:sldChg>
      <pc:sldChg chg="modNotesTx">
        <pc:chgData name="Robert Campbell" userId="ecf2a988-d5fc-4072-947e-3fd9e73d9868" providerId="ADAL" clId="{ADDB047B-A769-49AC-ADBD-4A2868EF5C6C}" dt="2025-01-11T00:43:34.265" v="5" actId="6549"/>
        <pc:sldMkLst>
          <pc:docMk/>
          <pc:sldMk cId="3016335727" sldId="262"/>
        </pc:sldMkLst>
      </pc:sldChg>
      <pc:sldChg chg="modNotesTx">
        <pc:chgData name="Robert Campbell" userId="ecf2a988-d5fc-4072-947e-3fd9e73d9868" providerId="ADAL" clId="{ADDB047B-A769-49AC-ADBD-4A2868EF5C6C}" dt="2025-01-11T00:43:20.815" v="1" actId="6549"/>
        <pc:sldMkLst>
          <pc:docMk/>
          <pc:sldMk cId="790030740" sldId="264"/>
        </pc:sldMkLst>
      </pc:sldChg>
      <pc:sldChg chg="modNotesTx">
        <pc:chgData name="Robert Campbell" userId="ecf2a988-d5fc-4072-947e-3fd9e73d9868" providerId="ADAL" clId="{ADDB047B-A769-49AC-ADBD-4A2868EF5C6C}" dt="2025-01-11T00:43:15.915" v="0" actId="6549"/>
        <pc:sldMkLst>
          <pc:docMk/>
          <pc:sldMk cId="4205493614" sldId="265"/>
        </pc:sldMkLst>
      </pc:sldChg>
      <pc:sldChg chg="modNotesTx">
        <pc:chgData name="Robert Campbell" userId="ecf2a988-d5fc-4072-947e-3fd9e73d9868" providerId="ADAL" clId="{ADDB047B-A769-49AC-ADBD-4A2868EF5C6C}" dt="2025-01-11T00:43:31.464" v="4" actId="6549"/>
        <pc:sldMkLst>
          <pc:docMk/>
          <pc:sldMk cId="1360709921" sldId="266"/>
        </pc:sldMkLst>
      </pc:sldChg>
      <pc:sldChg chg="add del modNotesTx">
        <pc:chgData name="Robert Campbell" userId="ecf2a988-d5fc-4072-947e-3fd9e73d9868" providerId="ADAL" clId="{ADDB047B-A769-49AC-ADBD-4A2868EF5C6C}" dt="2025-01-11T00:43:41.915" v="8" actId="6549"/>
        <pc:sldMkLst>
          <pc:docMk/>
          <pc:sldMk cId="2079192178" sldId="267"/>
        </pc:sldMkLst>
      </pc:sldChg>
      <pc:sldChg chg="modNotesTx">
        <pc:chgData name="Robert Campbell" userId="ecf2a988-d5fc-4072-947e-3fd9e73d9868" providerId="ADAL" clId="{ADDB047B-A769-49AC-ADBD-4A2868EF5C6C}" dt="2025-01-11T00:43:45.665" v="9" actId="6549"/>
        <pc:sldMkLst>
          <pc:docMk/>
          <pc:sldMk cId="2120106846" sldId="268"/>
        </pc:sldMkLst>
      </pc:sldChg>
      <pc:sldChg chg="modNotesTx">
        <pc:chgData name="Robert Campbell" userId="ecf2a988-d5fc-4072-947e-3fd9e73d9868" providerId="ADAL" clId="{ADDB047B-A769-49AC-ADBD-4A2868EF5C6C}" dt="2025-01-11T00:43:49.748" v="10" actId="6549"/>
        <pc:sldMkLst>
          <pc:docMk/>
          <pc:sldMk cId="3713657167" sldId="269"/>
        </pc:sldMkLst>
      </pc:sldChg>
      <pc:sldChg chg="modNotesTx">
        <pc:chgData name="Robert Campbell" userId="ecf2a988-d5fc-4072-947e-3fd9e73d9868" providerId="ADAL" clId="{ADDB047B-A769-49AC-ADBD-4A2868EF5C6C}" dt="2025-01-11T00:43:57.515" v="11" actId="6549"/>
        <pc:sldMkLst>
          <pc:docMk/>
          <pc:sldMk cId="1103310008" sldId="272"/>
        </pc:sldMkLst>
      </pc:sldChg>
      <pc:sldChg chg="modNotesTx">
        <pc:chgData name="Robert Campbell" userId="ecf2a988-d5fc-4072-947e-3fd9e73d9868" providerId="ADAL" clId="{ADDB047B-A769-49AC-ADBD-4A2868EF5C6C}" dt="2025-01-11T00:43:59.832" v="12" actId="6549"/>
        <pc:sldMkLst>
          <pc:docMk/>
          <pc:sldMk cId="2745340083" sldId="275"/>
        </pc:sldMkLst>
      </pc:sldChg>
      <pc:sldChg chg="modNotesTx">
        <pc:chgData name="Robert Campbell" userId="ecf2a988-d5fc-4072-947e-3fd9e73d9868" providerId="ADAL" clId="{ADDB047B-A769-49AC-ADBD-4A2868EF5C6C}" dt="2025-01-11T00:44:08.099" v="14" actId="6549"/>
        <pc:sldMkLst>
          <pc:docMk/>
          <pc:sldMk cId="3174653351" sldId="276"/>
        </pc:sldMkLst>
      </pc:sldChg>
      <pc:sldChg chg="modNotesTx">
        <pc:chgData name="Robert Campbell" userId="ecf2a988-d5fc-4072-947e-3fd9e73d9868" providerId="ADAL" clId="{ADDB047B-A769-49AC-ADBD-4A2868EF5C6C}" dt="2025-01-11T00:44:05.465" v="13" actId="6549"/>
        <pc:sldMkLst>
          <pc:docMk/>
          <pc:sldMk cId="2385956290" sldId="27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930AC6-0E36-45FE-A331-169E92A51FF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C4A3CC-371D-49ED-87D3-CEAB69AAC2A0}">
      <dgm:prSet/>
      <dgm:spPr/>
      <dgm:t>
        <a:bodyPr/>
        <a:lstStyle/>
        <a:p>
          <a:r>
            <a:rPr lang="en-US"/>
            <a:t>Learning Community</a:t>
          </a:r>
        </a:p>
      </dgm:t>
    </dgm:pt>
    <dgm:pt modelId="{15AFAB90-0524-4640-B168-4C4C417515CC}" type="parTrans" cxnId="{CBA28AFD-4160-422B-9DCE-DC4A2707DD4F}">
      <dgm:prSet/>
      <dgm:spPr/>
      <dgm:t>
        <a:bodyPr/>
        <a:lstStyle/>
        <a:p>
          <a:endParaRPr lang="en-US"/>
        </a:p>
      </dgm:t>
    </dgm:pt>
    <dgm:pt modelId="{B667255E-D933-4DA5-B8EE-736FC50453A1}" type="sibTrans" cxnId="{CBA28AFD-4160-422B-9DCE-DC4A2707DD4F}">
      <dgm:prSet/>
      <dgm:spPr/>
      <dgm:t>
        <a:bodyPr/>
        <a:lstStyle/>
        <a:p>
          <a:endParaRPr lang="en-US"/>
        </a:p>
      </dgm:t>
    </dgm:pt>
    <dgm:pt modelId="{0CC7BE85-7C29-4B55-BF1B-CB1439CFEDFA}">
      <dgm:prSet/>
      <dgm:spPr/>
      <dgm:t>
        <a:bodyPr/>
        <a:lstStyle/>
        <a:p>
          <a:r>
            <a:rPr lang="en-US"/>
            <a:t>Participation and Engagement Critical</a:t>
          </a:r>
        </a:p>
      </dgm:t>
    </dgm:pt>
    <dgm:pt modelId="{293AFB7C-0AA3-48F9-BB6A-ABCCF4F88950}" type="parTrans" cxnId="{C613AC4B-A5C9-4E65-83D9-73A019DEAE0E}">
      <dgm:prSet/>
      <dgm:spPr/>
      <dgm:t>
        <a:bodyPr/>
        <a:lstStyle/>
        <a:p>
          <a:endParaRPr lang="en-US"/>
        </a:p>
      </dgm:t>
    </dgm:pt>
    <dgm:pt modelId="{6F5C4E8A-B878-423E-8132-3132E0FF56FB}" type="sibTrans" cxnId="{C613AC4B-A5C9-4E65-83D9-73A019DEAE0E}">
      <dgm:prSet/>
      <dgm:spPr/>
      <dgm:t>
        <a:bodyPr/>
        <a:lstStyle/>
        <a:p>
          <a:endParaRPr lang="en-US"/>
        </a:p>
      </dgm:t>
    </dgm:pt>
    <dgm:pt modelId="{7FF4CB06-ACFA-4885-A2F8-D35A6402FE30}">
      <dgm:prSet/>
      <dgm:spPr/>
      <dgm:t>
        <a:bodyPr/>
        <a:lstStyle/>
        <a:p>
          <a:r>
            <a:rPr lang="en-US"/>
            <a:t>Blend of Socratic and Didactic</a:t>
          </a:r>
        </a:p>
      </dgm:t>
    </dgm:pt>
    <dgm:pt modelId="{07F45D67-0816-4A41-AD60-DBB2575E7AC3}" type="parTrans" cxnId="{A82E5900-36DA-402B-8712-55198A7A99F7}">
      <dgm:prSet/>
      <dgm:spPr/>
      <dgm:t>
        <a:bodyPr/>
        <a:lstStyle/>
        <a:p>
          <a:endParaRPr lang="en-US"/>
        </a:p>
      </dgm:t>
    </dgm:pt>
    <dgm:pt modelId="{1030EBC9-C952-4DB4-9921-5705B3AF223C}" type="sibTrans" cxnId="{A82E5900-36DA-402B-8712-55198A7A99F7}">
      <dgm:prSet/>
      <dgm:spPr/>
      <dgm:t>
        <a:bodyPr/>
        <a:lstStyle/>
        <a:p>
          <a:endParaRPr lang="en-US"/>
        </a:p>
      </dgm:t>
    </dgm:pt>
    <dgm:pt modelId="{9EB9B984-A794-455C-B209-353911F78FDF}">
      <dgm:prSet/>
      <dgm:spPr/>
      <dgm:t>
        <a:bodyPr/>
        <a:lstStyle/>
        <a:p>
          <a:r>
            <a:rPr lang="en-US"/>
            <a:t>Discussing Challenging Topics</a:t>
          </a:r>
        </a:p>
      </dgm:t>
    </dgm:pt>
    <dgm:pt modelId="{4DC8579A-757D-467D-A5BB-054B2D388205}" type="parTrans" cxnId="{33D56A03-2DE1-441D-95FC-2AC363125948}">
      <dgm:prSet/>
      <dgm:spPr/>
      <dgm:t>
        <a:bodyPr/>
        <a:lstStyle/>
        <a:p>
          <a:endParaRPr lang="en-US"/>
        </a:p>
      </dgm:t>
    </dgm:pt>
    <dgm:pt modelId="{080E9856-777C-4DB9-A295-DCE95E8B7A75}" type="sibTrans" cxnId="{33D56A03-2DE1-441D-95FC-2AC363125948}">
      <dgm:prSet/>
      <dgm:spPr/>
      <dgm:t>
        <a:bodyPr/>
        <a:lstStyle/>
        <a:p>
          <a:endParaRPr lang="en-US"/>
        </a:p>
      </dgm:t>
    </dgm:pt>
    <dgm:pt modelId="{D6AD2EF1-5EC0-4DA4-82E3-CC3BD6E10C8B}" type="pres">
      <dgm:prSet presAssocID="{34930AC6-0E36-45FE-A331-169E92A51FF1}" presName="vert0" presStyleCnt="0">
        <dgm:presLayoutVars>
          <dgm:dir/>
          <dgm:animOne val="branch"/>
          <dgm:animLvl val="lvl"/>
        </dgm:presLayoutVars>
      </dgm:prSet>
      <dgm:spPr/>
    </dgm:pt>
    <dgm:pt modelId="{4F4DB8EF-9BF6-47DF-9E5A-A9E3E464DF09}" type="pres">
      <dgm:prSet presAssocID="{A3C4A3CC-371D-49ED-87D3-CEAB69AAC2A0}" presName="thickLine" presStyleLbl="alignNode1" presStyleIdx="0" presStyleCnt="4"/>
      <dgm:spPr/>
    </dgm:pt>
    <dgm:pt modelId="{05B3C6FD-F7F8-4F06-8BD5-84CE861B37ED}" type="pres">
      <dgm:prSet presAssocID="{A3C4A3CC-371D-49ED-87D3-CEAB69AAC2A0}" presName="horz1" presStyleCnt="0"/>
      <dgm:spPr/>
    </dgm:pt>
    <dgm:pt modelId="{E2D6CFD7-6741-40FA-9F22-177485B33C59}" type="pres">
      <dgm:prSet presAssocID="{A3C4A3CC-371D-49ED-87D3-CEAB69AAC2A0}" presName="tx1" presStyleLbl="revTx" presStyleIdx="0" presStyleCnt="4"/>
      <dgm:spPr/>
    </dgm:pt>
    <dgm:pt modelId="{BBD66A8F-E94D-45ED-95CD-3A13E27DF8E0}" type="pres">
      <dgm:prSet presAssocID="{A3C4A3CC-371D-49ED-87D3-CEAB69AAC2A0}" presName="vert1" presStyleCnt="0"/>
      <dgm:spPr/>
    </dgm:pt>
    <dgm:pt modelId="{F205AD58-6DA1-4106-A89B-28135F0EE761}" type="pres">
      <dgm:prSet presAssocID="{0CC7BE85-7C29-4B55-BF1B-CB1439CFEDFA}" presName="thickLine" presStyleLbl="alignNode1" presStyleIdx="1" presStyleCnt="4"/>
      <dgm:spPr/>
    </dgm:pt>
    <dgm:pt modelId="{4608BC93-51F8-43E8-B203-760337E4F75B}" type="pres">
      <dgm:prSet presAssocID="{0CC7BE85-7C29-4B55-BF1B-CB1439CFEDFA}" presName="horz1" presStyleCnt="0"/>
      <dgm:spPr/>
    </dgm:pt>
    <dgm:pt modelId="{C6C48549-2938-4384-936A-BEEA6EE3D514}" type="pres">
      <dgm:prSet presAssocID="{0CC7BE85-7C29-4B55-BF1B-CB1439CFEDFA}" presName="tx1" presStyleLbl="revTx" presStyleIdx="1" presStyleCnt="4"/>
      <dgm:spPr/>
    </dgm:pt>
    <dgm:pt modelId="{ED9989E6-CC35-4A21-87D0-AC2A6F272A74}" type="pres">
      <dgm:prSet presAssocID="{0CC7BE85-7C29-4B55-BF1B-CB1439CFEDFA}" presName="vert1" presStyleCnt="0"/>
      <dgm:spPr/>
    </dgm:pt>
    <dgm:pt modelId="{8858D6EA-E27C-4D13-B125-F8FD58CA708C}" type="pres">
      <dgm:prSet presAssocID="{7FF4CB06-ACFA-4885-A2F8-D35A6402FE30}" presName="thickLine" presStyleLbl="alignNode1" presStyleIdx="2" presStyleCnt="4"/>
      <dgm:spPr/>
    </dgm:pt>
    <dgm:pt modelId="{3CC03D62-A7D4-4DF0-BE7D-EE00B726B5AD}" type="pres">
      <dgm:prSet presAssocID="{7FF4CB06-ACFA-4885-A2F8-D35A6402FE30}" presName="horz1" presStyleCnt="0"/>
      <dgm:spPr/>
    </dgm:pt>
    <dgm:pt modelId="{B7D32668-9C0B-45F7-B731-733CA729D567}" type="pres">
      <dgm:prSet presAssocID="{7FF4CB06-ACFA-4885-A2F8-D35A6402FE30}" presName="tx1" presStyleLbl="revTx" presStyleIdx="2" presStyleCnt="4"/>
      <dgm:spPr/>
    </dgm:pt>
    <dgm:pt modelId="{11928F1F-1B59-4DC1-BEE0-ACAC04F16F79}" type="pres">
      <dgm:prSet presAssocID="{7FF4CB06-ACFA-4885-A2F8-D35A6402FE30}" presName="vert1" presStyleCnt="0"/>
      <dgm:spPr/>
    </dgm:pt>
    <dgm:pt modelId="{1F8C1E89-20C8-4EA9-B0D1-64BA32C64673}" type="pres">
      <dgm:prSet presAssocID="{9EB9B984-A794-455C-B209-353911F78FDF}" presName="thickLine" presStyleLbl="alignNode1" presStyleIdx="3" presStyleCnt="4"/>
      <dgm:spPr/>
    </dgm:pt>
    <dgm:pt modelId="{C9F4CDA5-5F92-480E-AE11-9C522F71C57B}" type="pres">
      <dgm:prSet presAssocID="{9EB9B984-A794-455C-B209-353911F78FDF}" presName="horz1" presStyleCnt="0"/>
      <dgm:spPr/>
    </dgm:pt>
    <dgm:pt modelId="{9A1BE3B0-F235-44CA-8CB6-1E584879B92E}" type="pres">
      <dgm:prSet presAssocID="{9EB9B984-A794-455C-B209-353911F78FDF}" presName="tx1" presStyleLbl="revTx" presStyleIdx="3" presStyleCnt="4"/>
      <dgm:spPr/>
    </dgm:pt>
    <dgm:pt modelId="{A1F44117-2F91-4C9A-941A-01D12B9C484F}" type="pres">
      <dgm:prSet presAssocID="{9EB9B984-A794-455C-B209-353911F78FDF}" presName="vert1" presStyleCnt="0"/>
      <dgm:spPr/>
    </dgm:pt>
  </dgm:ptLst>
  <dgm:cxnLst>
    <dgm:cxn modelId="{A82E5900-36DA-402B-8712-55198A7A99F7}" srcId="{34930AC6-0E36-45FE-A331-169E92A51FF1}" destId="{7FF4CB06-ACFA-4885-A2F8-D35A6402FE30}" srcOrd="2" destOrd="0" parTransId="{07F45D67-0816-4A41-AD60-DBB2575E7AC3}" sibTransId="{1030EBC9-C952-4DB4-9921-5705B3AF223C}"/>
    <dgm:cxn modelId="{33D56A03-2DE1-441D-95FC-2AC363125948}" srcId="{34930AC6-0E36-45FE-A331-169E92A51FF1}" destId="{9EB9B984-A794-455C-B209-353911F78FDF}" srcOrd="3" destOrd="0" parTransId="{4DC8579A-757D-467D-A5BB-054B2D388205}" sibTransId="{080E9856-777C-4DB9-A295-DCE95E8B7A75}"/>
    <dgm:cxn modelId="{FF4A1541-931B-4C65-8B3E-D3D3DE29E4E5}" type="presOf" srcId="{9EB9B984-A794-455C-B209-353911F78FDF}" destId="{9A1BE3B0-F235-44CA-8CB6-1E584879B92E}" srcOrd="0" destOrd="0" presId="urn:microsoft.com/office/officeart/2008/layout/LinedList"/>
    <dgm:cxn modelId="{C613AC4B-A5C9-4E65-83D9-73A019DEAE0E}" srcId="{34930AC6-0E36-45FE-A331-169E92A51FF1}" destId="{0CC7BE85-7C29-4B55-BF1B-CB1439CFEDFA}" srcOrd="1" destOrd="0" parTransId="{293AFB7C-0AA3-48F9-BB6A-ABCCF4F88950}" sibTransId="{6F5C4E8A-B878-423E-8132-3132E0FF56FB}"/>
    <dgm:cxn modelId="{B7C21F52-DCD6-463F-90CF-E4A8B09F0FFC}" type="presOf" srcId="{0CC7BE85-7C29-4B55-BF1B-CB1439CFEDFA}" destId="{C6C48549-2938-4384-936A-BEEA6EE3D514}" srcOrd="0" destOrd="0" presId="urn:microsoft.com/office/officeart/2008/layout/LinedList"/>
    <dgm:cxn modelId="{E3E7BADA-5E04-40E4-9234-6C3F9CCAE764}" type="presOf" srcId="{A3C4A3CC-371D-49ED-87D3-CEAB69AAC2A0}" destId="{E2D6CFD7-6741-40FA-9F22-177485B33C59}" srcOrd="0" destOrd="0" presId="urn:microsoft.com/office/officeart/2008/layout/LinedList"/>
    <dgm:cxn modelId="{1A1B9FE5-9C1F-415E-971D-4FA1427B0212}" type="presOf" srcId="{7FF4CB06-ACFA-4885-A2F8-D35A6402FE30}" destId="{B7D32668-9C0B-45F7-B731-733CA729D567}" srcOrd="0" destOrd="0" presId="urn:microsoft.com/office/officeart/2008/layout/LinedList"/>
    <dgm:cxn modelId="{43CA71EE-94CA-47E1-8FFB-3B31B7083206}" type="presOf" srcId="{34930AC6-0E36-45FE-A331-169E92A51FF1}" destId="{D6AD2EF1-5EC0-4DA4-82E3-CC3BD6E10C8B}" srcOrd="0" destOrd="0" presId="urn:microsoft.com/office/officeart/2008/layout/LinedList"/>
    <dgm:cxn modelId="{CBA28AFD-4160-422B-9DCE-DC4A2707DD4F}" srcId="{34930AC6-0E36-45FE-A331-169E92A51FF1}" destId="{A3C4A3CC-371D-49ED-87D3-CEAB69AAC2A0}" srcOrd="0" destOrd="0" parTransId="{15AFAB90-0524-4640-B168-4C4C417515CC}" sibTransId="{B667255E-D933-4DA5-B8EE-736FC50453A1}"/>
    <dgm:cxn modelId="{BCB96EBC-01F5-4A49-8D5D-60F49A66F545}" type="presParOf" srcId="{D6AD2EF1-5EC0-4DA4-82E3-CC3BD6E10C8B}" destId="{4F4DB8EF-9BF6-47DF-9E5A-A9E3E464DF09}" srcOrd="0" destOrd="0" presId="urn:microsoft.com/office/officeart/2008/layout/LinedList"/>
    <dgm:cxn modelId="{454AD230-391C-4289-BFD4-A06A37D24839}" type="presParOf" srcId="{D6AD2EF1-5EC0-4DA4-82E3-CC3BD6E10C8B}" destId="{05B3C6FD-F7F8-4F06-8BD5-84CE861B37ED}" srcOrd="1" destOrd="0" presId="urn:microsoft.com/office/officeart/2008/layout/LinedList"/>
    <dgm:cxn modelId="{57224112-EE5E-4893-9777-5E35D70FE407}" type="presParOf" srcId="{05B3C6FD-F7F8-4F06-8BD5-84CE861B37ED}" destId="{E2D6CFD7-6741-40FA-9F22-177485B33C59}" srcOrd="0" destOrd="0" presId="urn:microsoft.com/office/officeart/2008/layout/LinedList"/>
    <dgm:cxn modelId="{A6321F4E-1BDC-48D3-BF12-88831ADD92DF}" type="presParOf" srcId="{05B3C6FD-F7F8-4F06-8BD5-84CE861B37ED}" destId="{BBD66A8F-E94D-45ED-95CD-3A13E27DF8E0}" srcOrd="1" destOrd="0" presId="urn:microsoft.com/office/officeart/2008/layout/LinedList"/>
    <dgm:cxn modelId="{E77C286B-BB89-4CC1-8C5C-795FE51FFDE8}" type="presParOf" srcId="{D6AD2EF1-5EC0-4DA4-82E3-CC3BD6E10C8B}" destId="{F205AD58-6DA1-4106-A89B-28135F0EE761}" srcOrd="2" destOrd="0" presId="urn:microsoft.com/office/officeart/2008/layout/LinedList"/>
    <dgm:cxn modelId="{6EB45CE6-D4E5-41CE-BE22-D92CA390E754}" type="presParOf" srcId="{D6AD2EF1-5EC0-4DA4-82E3-CC3BD6E10C8B}" destId="{4608BC93-51F8-43E8-B203-760337E4F75B}" srcOrd="3" destOrd="0" presId="urn:microsoft.com/office/officeart/2008/layout/LinedList"/>
    <dgm:cxn modelId="{7466BBCE-85D1-4B53-8585-5F80C1388196}" type="presParOf" srcId="{4608BC93-51F8-43E8-B203-760337E4F75B}" destId="{C6C48549-2938-4384-936A-BEEA6EE3D514}" srcOrd="0" destOrd="0" presId="urn:microsoft.com/office/officeart/2008/layout/LinedList"/>
    <dgm:cxn modelId="{D28BE00A-E889-409F-AA37-F638DD0ECE34}" type="presParOf" srcId="{4608BC93-51F8-43E8-B203-760337E4F75B}" destId="{ED9989E6-CC35-4A21-87D0-AC2A6F272A74}" srcOrd="1" destOrd="0" presId="urn:microsoft.com/office/officeart/2008/layout/LinedList"/>
    <dgm:cxn modelId="{375BBBED-D8C9-4737-9331-4F41E5BF0326}" type="presParOf" srcId="{D6AD2EF1-5EC0-4DA4-82E3-CC3BD6E10C8B}" destId="{8858D6EA-E27C-4D13-B125-F8FD58CA708C}" srcOrd="4" destOrd="0" presId="urn:microsoft.com/office/officeart/2008/layout/LinedList"/>
    <dgm:cxn modelId="{DDC2A1E1-48B2-4D2B-A66C-9C4D411ECF9B}" type="presParOf" srcId="{D6AD2EF1-5EC0-4DA4-82E3-CC3BD6E10C8B}" destId="{3CC03D62-A7D4-4DF0-BE7D-EE00B726B5AD}" srcOrd="5" destOrd="0" presId="urn:microsoft.com/office/officeart/2008/layout/LinedList"/>
    <dgm:cxn modelId="{2C867479-8BD3-44FB-B937-C8ACD46D3CE9}" type="presParOf" srcId="{3CC03D62-A7D4-4DF0-BE7D-EE00B726B5AD}" destId="{B7D32668-9C0B-45F7-B731-733CA729D567}" srcOrd="0" destOrd="0" presId="urn:microsoft.com/office/officeart/2008/layout/LinedList"/>
    <dgm:cxn modelId="{38C5BAB6-78B4-4D59-8FB1-2C9E839E1940}" type="presParOf" srcId="{3CC03D62-A7D4-4DF0-BE7D-EE00B726B5AD}" destId="{11928F1F-1B59-4DC1-BEE0-ACAC04F16F79}" srcOrd="1" destOrd="0" presId="urn:microsoft.com/office/officeart/2008/layout/LinedList"/>
    <dgm:cxn modelId="{C675CA05-769E-4FA8-AB22-D9EFD9F38EF1}" type="presParOf" srcId="{D6AD2EF1-5EC0-4DA4-82E3-CC3BD6E10C8B}" destId="{1F8C1E89-20C8-4EA9-B0D1-64BA32C64673}" srcOrd="6" destOrd="0" presId="urn:microsoft.com/office/officeart/2008/layout/LinedList"/>
    <dgm:cxn modelId="{972426DE-CAB4-42DC-B541-33F23B0F0AF8}" type="presParOf" srcId="{D6AD2EF1-5EC0-4DA4-82E3-CC3BD6E10C8B}" destId="{C9F4CDA5-5F92-480E-AE11-9C522F71C57B}" srcOrd="7" destOrd="0" presId="urn:microsoft.com/office/officeart/2008/layout/LinedList"/>
    <dgm:cxn modelId="{67E3019A-2E0C-4267-8961-B6DAC4B1865D}" type="presParOf" srcId="{C9F4CDA5-5F92-480E-AE11-9C522F71C57B}" destId="{9A1BE3B0-F235-44CA-8CB6-1E584879B92E}" srcOrd="0" destOrd="0" presId="urn:microsoft.com/office/officeart/2008/layout/LinedList"/>
    <dgm:cxn modelId="{4C0F403A-F5ED-46CD-8C19-F39C8E8A7D16}" type="presParOf" srcId="{C9F4CDA5-5F92-480E-AE11-9C522F71C57B}" destId="{A1F44117-2F91-4C9A-941A-01D12B9C48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50E4B-282A-40D4-81FC-089D58D0D3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D77F18-9FBD-4F22-8BD8-D51A3B7B2B3F}">
      <dgm:prSet/>
      <dgm:spPr/>
      <dgm:t>
        <a:bodyPr/>
        <a:lstStyle/>
        <a:p>
          <a:r>
            <a:rPr lang="en-US"/>
            <a:t>The study of psychopathology can be interesting, and exciting- and confusing.  Be open to the Journey</a:t>
          </a:r>
        </a:p>
      </dgm:t>
    </dgm:pt>
    <dgm:pt modelId="{2D79D6F8-FDD1-4C99-A404-A322B2CB9FB2}" type="parTrans" cxnId="{B3534F7A-CA7D-434E-86A9-602F833FF243}">
      <dgm:prSet/>
      <dgm:spPr/>
      <dgm:t>
        <a:bodyPr/>
        <a:lstStyle/>
        <a:p>
          <a:endParaRPr lang="en-US"/>
        </a:p>
      </dgm:t>
    </dgm:pt>
    <dgm:pt modelId="{42CAC3C6-CFC7-4EE3-9569-C29D0983CA8E}" type="sibTrans" cxnId="{B3534F7A-CA7D-434E-86A9-602F833FF243}">
      <dgm:prSet/>
      <dgm:spPr/>
      <dgm:t>
        <a:bodyPr/>
        <a:lstStyle/>
        <a:p>
          <a:endParaRPr lang="en-US"/>
        </a:p>
      </dgm:t>
    </dgm:pt>
    <dgm:pt modelId="{1EBCED42-2359-4393-BFB7-385ABEA6BF19}">
      <dgm:prSet/>
      <dgm:spPr/>
      <dgm:t>
        <a:bodyPr/>
        <a:lstStyle/>
        <a:p>
          <a:r>
            <a:rPr lang="en-US"/>
            <a:t>It will change your lens of the world</a:t>
          </a:r>
        </a:p>
      </dgm:t>
    </dgm:pt>
    <dgm:pt modelId="{10B4C795-AC0D-4645-BE7A-30E6CC52D5ED}" type="parTrans" cxnId="{1D1E6809-8AA0-4275-951A-DF2B95532D6E}">
      <dgm:prSet/>
      <dgm:spPr/>
      <dgm:t>
        <a:bodyPr/>
        <a:lstStyle/>
        <a:p>
          <a:endParaRPr lang="en-US"/>
        </a:p>
      </dgm:t>
    </dgm:pt>
    <dgm:pt modelId="{3D08F06C-B127-4059-B3DD-15BE60BF52FE}" type="sibTrans" cxnId="{1D1E6809-8AA0-4275-951A-DF2B95532D6E}">
      <dgm:prSet/>
      <dgm:spPr/>
      <dgm:t>
        <a:bodyPr/>
        <a:lstStyle/>
        <a:p>
          <a:endParaRPr lang="en-US"/>
        </a:p>
      </dgm:t>
    </dgm:pt>
    <dgm:pt modelId="{9E30491A-EDA4-4391-A0AA-1F25BFDE2A20}">
      <dgm:prSet/>
      <dgm:spPr/>
      <dgm:t>
        <a:bodyPr/>
        <a:lstStyle/>
        <a:p>
          <a:r>
            <a:rPr lang="en-US"/>
            <a:t>- Resist diagnosing yourself or those you know</a:t>
          </a:r>
        </a:p>
      </dgm:t>
    </dgm:pt>
    <dgm:pt modelId="{796DD1AE-6F1E-4C1F-ADA7-6E32D29DBC7B}" type="parTrans" cxnId="{4C72DF5C-3820-4548-8867-890370D61772}">
      <dgm:prSet/>
      <dgm:spPr/>
      <dgm:t>
        <a:bodyPr/>
        <a:lstStyle/>
        <a:p>
          <a:endParaRPr lang="en-US"/>
        </a:p>
      </dgm:t>
    </dgm:pt>
    <dgm:pt modelId="{0C3263BD-111E-4621-A85A-E91CC1237238}" type="sibTrans" cxnId="{4C72DF5C-3820-4548-8867-890370D61772}">
      <dgm:prSet/>
      <dgm:spPr/>
      <dgm:t>
        <a:bodyPr/>
        <a:lstStyle/>
        <a:p>
          <a:endParaRPr lang="en-US"/>
        </a:p>
      </dgm:t>
    </dgm:pt>
    <dgm:pt modelId="{607ACAA9-A1DB-42E8-9098-B68282C1401A}">
      <dgm:prSet/>
      <dgm:spPr/>
      <dgm:t>
        <a:bodyPr/>
        <a:lstStyle/>
        <a:p>
          <a:r>
            <a:rPr lang="en-US"/>
            <a:t>-Resist over pathologizing</a:t>
          </a:r>
        </a:p>
      </dgm:t>
    </dgm:pt>
    <dgm:pt modelId="{63428956-500B-4EFE-871C-2EF805F244B0}" type="parTrans" cxnId="{457A2DE9-6F82-4D2F-9955-1ABA90C6D844}">
      <dgm:prSet/>
      <dgm:spPr/>
      <dgm:t>
        <a:bodyPr/>
        <a:lstStyle/>
        <a:p>
          <a:endParaRPr lang="en-US"/>
        </a:p>
      </dgm:t>
    </dgm:pt>
    <dgm:pt modelId="{70AE8AC2-1A49-4389-AF4D-3650F3FD42CA}" type="sibTrans" cxnId="{457A2DE9-6F82-4D2F-9955-1ABA90C6D844}">
      <dgm:prSet/>
      <dgm:spPr/>
      <dgm:t>
        <a:bodyPr/>
        <a:lstStyle/>
        <a:p>
          <a:endParaRPr lang="en-US"/>
        </a:p>
      </dgm:t>
    </dgm:pt>
    <dgm:pt modelId="{7640B662-0657-46A1-B124-CD8276164DCD}">
      <dgm:prSet/>
      <dgm:spPr/>
      <dgm:t>
        <a:bodyPr/>
        <a:lstStyle/>
        <a:p>
          <a:r>
            <a:rPr lang="en-US"/>
            <a:t>-Be sensitive to the experience of others and yourself</a:t>
          </a:r>
        </a:p>
      </dgm:t>
    </dgm:pt>
    <dgm:pt modelId="{0BCC3D1F-9947-44EE-9249-2B19E690AC3A}" type="parTrans" cxnId="{01F611F6-1FE0-4A0A-AB62-535ACFD6D51D}">
      <dgm:prSet/>
      <dgm:spPr/>
      <dgm:t>
        <a:bodyPr/>
        <a:lstStyle/>
        <a:p>
          <a:endParaRPr lang="en-US"/>
        </a:p>
      </dgm:t>
    </dgm:pt>
    <dgm:pt modelId="{11A49114-952A-4D2F-A392-C3226C3DC41B}" type="sibTrans" cxnId="{01F611F6-1FE0-4A0A-AB62-535ACFD6D51D}">
      <dgm:prSet/>
      <dgm:spPr/>
      <dgm:t>
        <a:bodyPr/>
        <a:lstStyle/>
        <a:p>
          <a:endParaRPr lang="en-US"/>
        </a:p>
      </dgm:t>
    </dgm:pt>
    <dgm:pt modelId="{1850EF19-ED42-4974-94C3-F3D7AD0183B9}" type="pres">
      <dgm:prSet presAssocID="{20550E4B-282A-40D4-81FC-089D58D0D30C}" presName="linear" presStyleCnt="0">
        <dgm:presLayoutVars>
          <dgm:animLvl val="lvl"/>
          <dgm:resizeHandles val="exact"/>
        </dgm:presLayoutVars>
      </dgm:prSet>
      <dgm:spPr/>
    </dgm:pt>
    <dgm:pt modelId="{D54F82F0-40FE-4A44-AED8-3E62F9A784CC}" type="pres">
      <dgm:prSet presAssocID="{C9D77F18-9FBD-4F22-8BD8-D51A3B7B2B3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4A48394-A117-46BD-8664-FE9068445C2C}" type="pres">
      <dgm:prSet presAssocID="{42CAC3C6-CFC7-4EE3-9569-C29D0983CA8E}" presName="spacer" presStyleCnt="0"/>
      <dgm:spPr/>
    </dgm:pt>
    <dgm:pt modelId="{087C1C2C-5E7D-4271-AC6E-00C862BAA700}" type="pres">
      <dgm:prSet presAssocID="{1EBCED42-2359-4393-BFB7-385ABEA6BF1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C4DABA-A83E-418B-B85B-7AC796A84472}" type="pres">
      <dgm:prSet presAssocID="{3D08F06C-B127-4059-B3DD-15BE60BF52FE}" presName="spacer" presStyleCnt="0"/>
      <dgm:spPr/>
    </dgm:pt>
    <dgm:pt modelId="{5D538D10-3EC6-4730-AC98-9240C917C114}" type="pres">
      <dgm:prSet presAssocID="{9E30491A-EDA4-4391-A0AA-1F25BFDE2A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D5B5412-3E27-417D-8F09-6279F92C975F}" type="pres">
      <dgm:prSet presAssocID="{0C3263BD-111E-4621-A85A-E91CC1237238}" presName="spacer" presStyleCnt="0"/>
      <dgm:spPr/>
    </dgm:pt>
    <dgm:pt modelId="{665072B8-191D-4E94-B24D-FF62E6F5350A}" type="pres">
      <dgm:prSet presAssocID="{607ACAA9-A1DB-42E8-9098-B68282C1401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57965F4-F169-4DD4-94CE-A8EB6155049C}" type="pres">
      <dgm:prSet presAssocID="{70AE8AC2-1A49-4389-AF4D-3650F3FD42CA}" presName="spacer" presStyleCnt="0"/>
      <dgm:spPr/>
    </dgm:pt>
    <dgm:pt modelId="{97B37FFC-B546-4A13-8FB3-33B6BBCCAD55}" type="pres">
      <dgm:prSet presAssocID="{7640B662-0657-46A1-B124-CD8276164DC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D1E6809-8AA0-4275-951A-DF2B95532D6E}" srcId="{20550E4B-282A-40D4-81FC-089D58D0D30C}" destId="{1EBCED42-2359-4393-BFB7-385ABEA6BF19}" srcOrd="1" destOrd="0" parTransId="{10B4C795-AC0D-4645-BE7A-30E6CC52D5ED}" sibTransId="{3D08F06C-B127-4059-B3DD-15BE60BF52FE}"/>
    <dgm:cxn modelId="{F14A8618-375A-4C5A-A013-B7B7ACDBBEF7}" type="presOf" srcId="{C9D77F18-9FBD-4F22-8BD8-D51A3B7B2B3F}" destId="{D54F82F0-40FE-4A44-AED8-3E62F9A784CC}" srcOrd="0" destOrd="0" presId="urn:microsoft.com/office/officeart/2005/8/layout/vList2"/>
    <dgm:cxn modelId="{4C72DF5C-3820-4548-8867-890370D61772}" srcId="{20550E4B-282A-40D4-81FC-089D58D0D30C}" destId="{9E30491A-EDA4-4391-A0AA-1F25BFDE2A20}" srcOrd="2" destOrd="0" parTransId="{796DD1AE-6F1E-4C1F-ADA7-6E32D29DBC7B}" sibTransId="{0C3263BD-111E-4621-A85A-E91CC1237238}"/>
    <dgm:cxn modelId="{F268A45D-07E0-4FF9-B11D-2C04179E0FA9}" type="presOf" srcId="{1EBCED42-2359-4393-BFB7-385ABEA6BF19}" destId="{087C1C2C-5E7D-4271-AC6E-00C862BAA700}" srcOrd="0" destOrd="0" presId="urn:microsoft.com/office/officeart/2005/8/layout/vList2"/>
    <dgm:cxn modelId="{91091467-904F-4B22-B057-4FEBFFA8F541}" type="presOf" srcId="{20550E4B-282A-40D4-81FC-089D58D0D30C}" destId="{1850EF19-ED42-4974-94C3-F3D7AD0183B9}" srcOrd="0" destOrd="0" presId="urn:microsoft.com/office/officeart/2005/8/layout/vList2"/>
    <dgm:cxn modelId="{B3534F7A-CA7D-434E-86A9-602F833FF243}" srcId="{20550E4B-282A-40D4-81FC-089D58D0D30C}" destId="{C9D77F18-9FBD-4F22-8BD8-D51A3B7B2B3F}" srcOrd="0" destOrd="0" parTransId="{2D79D6F8-FDD1-4C99-A404-A322B2CB9FB2}" sibTransId="{42CAC3C6-CFC7-4EE3-9569-C29D0983CA8E}"/>
    <dgm:cxn modelId="{C32B6C95-934F-444F-A1E5-4EAB0F5CD5AB}" type="presOf" srcId="{607ACAA9-A1DB-42E8-9098-B68282C1401A}" destId="{665072B8-191D-4E94-B24D-FF62E6F5350A}" srcOrd="0" destOrd="0" presId="urn:microsoft.com/office/officeart/2005/8/layout/vList2"/>
    <dgm:cxn modelId="{2E7024B5-1468-4A3C-B63F-0BF4EBF15635}" type="presOf" srcId="{7640B662-0657-46A1-B124-CD8276164DCD}" destId="{97B37FFC-B546-4A13-8FB3-33B6BBCCAD55}" srcOrd="0" destOrd="0" presId="urn:microsoft.com/office/officeart/2005/8/layout/vList2"/>
    <dgm:cxn modelId="{DEEE39C5-7F3D-4CD9-A4AD-D6550E4ECB8B}" type="presOf" srcId="{9E30491A-EDA4-4391-A0AA-1F25BFDE2A20}" destId="{5D538D10-3EC6-4730-AC98-9240C917C114}" srcOrd="0" destOrd="0" presId="urn:microsoft.com/office/officeart/2005/8/layout/vList2"/>
    <dgm:cxn modelId="{457A2DE9-6F82-4D2F-9955-1ABA90C6D844}" srcId="{20550E4B-282A-40D4-81FC-089D58D0D30C}" destId="{607ACAA9-A1DB-42E8-9098-B68282C1401A}" srcOrd="3" destOrd="0" parTransId="{63428956-500B-4EFE-871C-2EF805F244B0}" sibTransId="{70AE8AC2-1A49-4389-AF4D-3650F3FD42CA}"/>
    <dgm:cxn modelId="{01F611F6-1FE0-4A0A-AB62-535ACFD6D51D}" srcId="{20550E4B-282A-40D4-81FC-089D58D0D30C}" destId="{7640B662-0657-46A1-B124-CD8276164DCD}" srcOrd="4" destOrd="0" parTransId="{0BCC3D1F-9947-44EE-9249-2B19E690AC3A}" sibTransId="{11A49114-952A-4D2F-A392-C3226C3DC41B}"/>
    <dgm:cxn modelId="{24F87CFE-88D3-4751-8FFB-AD50045E32AC}" type="presParOf" srcId="{1850EF19-ED42-4974-94C3-F3D7AD0183B9}" destId="{D54F82F0-40FE-4A44-AED8-3E62F9A784CC}" srcOrd="0" destOrd="0" presId="urn:microsoft.com/office/officeart/2005/8/layout/vList2"/>
    <dgm:cxn modelId="{CFD54D83-2F23-47F8-BDFF-A375BAC523CD}" type="presParOf" srcId="{1850EF19-ED42-4974-94C3-F3D7AD0183B9}" destId="{34A48394-A117-46BD-8664-FE9068445C2C}" srcOrd="1" destOrd="0" presId="urn:microsoft.com/office/officeart/2005/8/layout/vList2"/>
    <dgm:cxn modelId="{046028F2-449F-475F-BD90-971C71D53ADA}" type="presParOf" srcId="{1850EF19-ED42-4974-94C3-F3D7AD0183B9}" destId="{087C1C2C-5E7D-4271-AC6E-00C862BAA700}" srcOrd="2" destOrd="0" presId="urn:microsoft.com/office/officeart/2005/8/layout/vList2"/>
    <dgm:cxn modelId="{609B9D4C-2698-4B10-85E8-742BF2EB6CC7}" type="presParOf" srcId="{1850EF19-ED42-4974-94C3-F3D7AD0183B9}" destId="{8DC4DABA-A83E-418B-B85B-7AC796A84472}" srcOrd="3" destOrd="0" presId="urn:microsoft.com/office/officeart/2005/8/layout/vList2"/>
    <dgm:cxn modelId="{70140847-82C8-4864-A8CB-34E072DC1D3B}" type="presParOf" srcId="{1850EF19-ED42-4974-94C3-F3D7AD0183B9}" destId="{5D538D10-3EC6-4730-AC98-9240C917C114}" srcOrd="4" destOrd="0" presId="urn:microsoft.com/office/officeart/2005/8/layout/vList2"/>
    <dgm:cxn modelId="{44A4263A-A739-440E-A75B-BAA463AE2609}" type="presParOf" srcId="{1850EF19-ED42-4974-94C3-F3D7AD0183B9}" destId="{8D5B5412-3E27-417D-8F09-6279F92C975F}" srcOrd="5" destOrd="0" presId="urn:microsoft.com/office/officeart/2005/8/layout/vList2"/>
    <dgm:cxn modelId="{EC51FB7E-2230-48DB-A79A-4183DC5DA89A}" type="presParOf" srcId="{1850EF19-ED42-4974-94C3-F3D7AD0183B9}" destId="{665072B8-191D-4E94-B24D-FF62E6F5350A}" srcOrd="6" destOrd="0" presId="urn:microsoft.com/office/officeart/2005/8/layout/vList2"/>
    <dgm:cxn modelId="{5AD38E60-6DCB-4A01-8E9E-D10850C0C62F}" type="presParOf" srcId="{1850EF19-ED42-4974-94C3-F3D7AD0183B9}" destId="{257965F4-F169-4DD4-94CE-A8EB6155049C}" srcOrd="7" destOrd="0" presId="urn:microsoft.com/office/officeart/2005/8/layout/vList2"/>
    <dgm:cxn modelId="{291762BD-4EAC-4035-93F4-60BFA1C849E4}" type="presParOf" srcId="{1850EF19-ED42-4974-94C3-F3D7AD0183B9}" destId="{97B37FFC-B546-4A13-8FB3-33B6BBCCAD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0874D0-EC1A-45E4-8E6C-D0D37B28EFB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E9349F-DAB6-47CC-B257-61B1854B82AA}">
      <dgm:prSet/>
      <dgm:spPr/>
      <dgm:t>
        <a:bodyPr/>
        <a:lstStyle/>
        <a:p>
          <a:r>
            <a:rPr lang="en-US"/>
            <a:t>What is Psychopathology?</a:t>
          </a:r>
        </a:p>
      </dgm:t>
    </dgm:pt>
    <dgm:pt modelId="{AD33EBD1-3E3F-4748-BF3A-4B8992057CC3}" type="parTrans" cxnId="{B1C8BFB1-9B85-476D-90B2-8A706D0BF095}">
      <dgm:prSet/>
      <dgm:spPr/>
      <dgm:t>
        <a:bodyPr/>
        <a:lstStyle/>
        <a:p>
          <a:endParaRPr lang="en-US"/>
        </a:p>
      </dgm:t>
    </dgm:pt>
    <dgm:pt modelId="{63229ED3-378B-497C-8470-0A4EAE8FE425}" type="sibTrans" cxnId="{B1C8BFB1-9B85-476D-90B2-8A706D0BF095}">
      <dgm:prSet/>
      <dgm:spPr/>
      <dgm:t>
        <a:bodyPr/>
        <a:lstStyle/>
        <a:p>
          <a:endParaRPr lang="en-US"/>
        </a:p>
      </dgm:t>
    </dgm:pt>
    <dgm:pt modelId="{9FD9582B-C6C2-486D-BEE1-E985A194D795}">
      <dgm:prSet/>
      <dgm:spPr/>
      <dgm:t>
        <a:bodyPr/>
        <a:lstStyle/>
        <a:p>
          <a:r>
            <a:rPr lang="en-US"/>
            <a:t>Why do we study Psychopathology?</a:t>
          </a:r>
        </a:p>
      </dgm:t>
    </dgm:pt>
    <dgm:pt modelId="{AB95994C-C9A5-4BD7-BA74-7A44FB5FD47B}" type="parTrans" cxnId="{20B0984C-9353-498F-BDB9-F8F72DFEB958}">
      <dgm:prSet/>
      <dgm:spPr/>
      <dgm:t>
        <a:bodyPr/>
        <a:lstStyle/>
        <a:p>
          <a:endParaRPr lang="en-US"/>
        </a:p>
      </dgm:t>
    </dgm:pt>
    <dgm:pt modelId="{F438E134-E890-4ED9-853A-010D850D4259}" type="sibTrans" cxnId="{20B0984C-9353-498F-BDB9-F8F72DFEB958}">
      <dgm:prSet/>
      <dgm:spPr/>
      <dgm:t>
        <a:bodyPr/>
        <a:lstStyle/>
        <a:p>
          <a:endParaRPr lang="en-US"/>
        </a:p>
      </dgm:t>
    </dgm:pt>
    <dgm:pt modelId="{AFB21CB1-0728-4FF9-B50F-C4CD6EE5ED57}">
      <dgm:prSet/>
      <dgm:spPr/>
      <dgm:t>
        <a:bodyPr/>
        <a:lstStyle/>
        <a:p>
          <a:r>
            <a:rPr lang="en-US"/>
            <a:t>What questions, concerns, fears, apprehensions do you have about the process of diagnosis?</a:t>
          </a:r>
        </a:p>
      </dgm:t>
    </dgm:pt>
    <dgm:pt modelId="{146EBEF3-9CDC-4B77-9B1A-F7DC449564D7}" type="parTrans" cxnId="{5A491C75-235D-4A99-BE70-0E475DE84BD5}">
      <dgm:prSet/>
      <dgm:spPr/>
      <dgm:t>
        <a:bodyPr/>
        <a:lstStyle/>
        <a:p>
          <a:endParaRPr lang="en-US"/>
        </a:p>
      </dgm:t>
    </dgm:pt>
    <dgm:pt modelId="{323EACE9-F183-4FFA-9011-D699903A4B96}" type="sibTrans" cxnId="{5A491C75-235D-4A99-BE70-0E475DE84BD5}">
      <dgm:prSet/>
      <dgm:spPr/>
      <dgm:t>
        <a:bodyPr/>
        <a:lstStyle/>
        <a:p>
          <a:endParaRPr lang="en-US"/>
        </a:p>
      </dgm:t>
    </dgm:pt>
    <dgm:pt modelId="{FFEC9EF0-9221-46B8-8ACF-6D94CC75916D}" type="pres">
      <dgm:prSet presAssocID="{B80874D0-EC1A-45E4-8E6C-D0D37B28EFBB}" presName="vert0" presStyleCnt="0">
        <dgm:presLayoutVars>
          <dgm:dir/>
          <dgm:animOne val="branch"/>
          <dgm:animLvl val="lvl"/>
        </dgm:presLayoutVars>
      </dgm:prSet>
      <dgm:spPr/>
    </dgm:pt>
    <dgm:pt modelId="{7C6DF226-7B79-4A60-BF68-75856A33CEB9}" type="pres">
      <dgm:prSet presAssocID="{F9E9349F-DAB6-47CC-B257-61B1854B82AA}" presName="thickLine" presStyleLbl="alignNode1" presStyleIdx="0" presStyleCnt="3"/>
      <dgm:spPr/>
    </dgm:pt>
    <dgm:pt modelId="{38A97A92-B8CE-4B97-8CAF-7F20E3EA8BE3}" type="pres">
      <dgm:prSet presAssocID="{F9E9349F-DAB6-47CC-B257-61B1854B82AA}" presName="horz1" presStyleCnt="0"/>
      <dgm:spPr/>
    </dgm:pt>
    <dgm:pt modelId="{537CD53B-C09D-4208-8001-0846A317FFE0}" type="pres">
      <dgm:prSet presAssocID="{F9E9349F-DAB6-47CC-B257-61B1854B82AA}" presName="tx1" presStyleLbl="revTx" presStyleIdx="0" presStyleCnt="3"/>
      <dgm:spPr/>
    </dgm:pt>
    <dgm:pt modelId="{FEB1DA2A-CCDD-4AFA-9EE4-F740EAC00246}" type="pres">
      <dgm:prSet presAssocID="{F9E9349F-DAB6-47CC-B257-61B1854B82AA}" presName="vert1" presStyleCnt="0"/>
      <dgm:spPr/>
    </dgm:pt>
    <dgm:pt modelId="{AB2F1F6F-1F8E-46BE-B5E9-E23467345564}" type="pres">
      <dgm:prSet presAssocID="{9FD9582B-C6C2-486D-BEE1-E985A194D795}" presName="thickLine" presStyleLbl="alignNode1" presStyleIdx="1" presStyleCnt="3"/>
      <dgm:spPr/>
    </dgm:pt>
    <dgm:pt modelId="{B94D781F-7223-4BBA-8CF0-D8D090E25985}" type="pres">
      <dgm:prSet presAssocID="{9FD9582B-C6C2-486D-BEE1-E985A194D795}" presName="horz1" presStyleCnt="0"/>
      <dgm:spPr/>
    </dgm:pt>
    <dgm:pt modelId="{38023542-D423-4986-B4FE-01CC57E59877}" type="pres">
      <dgm:prSet presAssocID="{9FD9582B-C6C2-486D-BEE1-E985A194D795}" presName="tx1" presStyleLbl="revTx" presStyleIdx="1" presStyleCnt="3"/>
      <dgm:spPr/>
    </dgm:pt>
    <dgm:pt modelId="{D7F0F65C-0316-4127-A439-45524F957F96}" type="pres">
      <dgm:prSet presAssocID="{9FD9582B-C6C2-486D-BEE1-E985A194D795}" presName="vert1" presStyleCnt="0"/>
      <dgm:spPr/>
    </dgm:pt>
    <dgm:pt modelId="{200C39AB-2D6A-4AB3-A68F-3BDCBE34C486}" type="pres">
      <dgm:prSet presAssocID="{AFB21CB1-0728-4FF9-B50F-C4CD6EE5ED57}" presName="thickLine" presStyleLbl="alignNode1" presStyleIdx="2" presStyleCnt="3"/>
      <dgm:spPr/>
    </dgm:pt>
    <dgm:pt modelId="{82538AFB-D3D6-4265-AFE1-E76DDA3AAC40}" type="pres">
      <dgm:prSet presAssocID="{AFB21CB1-0728-4FF9-B50F-C4CD6EE5ED57}" presName="horz1" presStyleCnt="0"/>
      <dgm:spPr/>
    </dgm:pt>
    <dgm:pt modelId="{FC162D8E-94FD-4828-AFA3-5DD551987A9E}" type="pres">
      <dgm:prSet presAssocID="{AFB21CB1-0728-4FF9-B50F-C4CD6EE5ED57}" presName="tx1" presStyleLbl="revTx" presStyleIdx="2" presStyleCnt="3"/>
      <dgm:spPr/>
    </dgm:pt>
    <dgm:pt modelId="{4DE8FA51-2571-43D8-8859-B09059B97A9A}" type="pres">
      <dgm:prSet presAssocID="{AFB21CB1-0728-4FF9-B50F-C4CD6EE5ED57}" presName="vert1" presStyleCnt="0"/>
      <dgm:spPr/>
    </dgm:pt>
  </dgm:ptLst>
  <dgm:cxnLst>
    <dgm:cxn modelId="{8DFA6111-6DD3-4619-804B-25A76A949728}" type="presOf" srcId="{9FD9582B-C6C2-486D-BEE1-E985A194D795}" destId="{38023542-D423-4986-B4FE-01CC57E59877}" srcOrd="0" destOrd="0" presId="urn:microsoft.com/office/officeart/2008/layout/LinedList"/>
    <dgm:cxn modelId="{9AA31A15-ABE4-4B7D-8B57-32F91C3D166B}" type="presOf" srcId="{B80874D0-EC1A-45E4-8E6C-D0D37B28EFBB}" destId="{FFEC9EF0-9221-46B8-8ACF-6D94CC75916D}" srcOrd="0" destOrd="0" presId="urn:microsoft.com/office/officeart/2008/layout/LinedList"/>
    <dgm:cxn modelId="{B4C43923-BDD5-4CE1-94E6-50189DF94258}" type="presOf" srcId="{AFB21CB1-0728-4FF9-B50F-C4CD6EE5ED57}" destId="{FC162D8E-94FD-4828-AFA3-5DD551987A9E}" srcOrd="0" destOrd="0" presId="urn:microsoft.com/office/officeart/2008/layout/LinedList"/>
    <dgm:cxn modelId="{20B0984C-9353-498F-BDB9-F8F72DFEB958}" srcId="{B80874D0-EC1A-45E4-8E6C-D0D37B28EFBB}" destId="{9FD9582B-C6C2-486D-BEE1-E985A194D795}" srcOrd="1" destOrd="0" parTransId="{AB95994C-C9A5-4BD7-BA74-7A44FB5FD47B}" sibTransId="{F438E134-E890-4ED9-853A-010D850D4259}"/>
    <dgm:cxn modelId="{5A491C75-235D-4A99-BE70-0E475DE84BD5}" srcId="{B80874D0-EC1A-45E4-8E6C-D0D37B28EFBB}" destId="{AFB21CB1-0728-4FF9-B50F-C4CD6EE5ED57}" srcOrd="2" destOrd="0" parTransId="{146EBEF3-9CDC-4B77-9B1A-F7DC449564D7}" sibTransId="{323EACE9-F183-4FFA-9011-D699903A4B96}"/>
    <dgm:cxn modelId="{273414A1-96A2-4F44-802A-0316249A8852}" type="presOf" srcId="{F9E9349F-DAB6-47CC-B257-61B1854B82AA}" destId="{537CD53B-C09D-4208-8001-0846A317FFE0}" srcOrd="0" destOrd="0" presId="urn:microsoft.com/office/officeart/2008/layout/LinedList"/>
    <dgm:cxn modelId="{B1C8BFB1-9B85-476D-90B2-8A706D0BF095}" srcId="{B80874D0-EC1A-45E4-8E6C-D0D37B28EFBB}" destId="{F9E9349F-DAB6-47CC-B257-61B1854B82AA}" srcOrd="0" destOrd="0" parTransId="{AD33EBD1-3E3F-4748-BF3A-4B8992057CC3}" sibTransId="{63229ED3-378B-497C-8470-0A4EAE8FE425}"/>
    <dgm:cxn modelId="{0F967A05-9D9C-458A-B7B6-F644AB39A0F2}" type="presParOf" srcId="{FFEC9EF0-9221-46B8-8ACF-6D94CC75916D}" destId="{7C6DF226-7B79-4A60-BF68-75856A33CEB9}" srcOrd="0" destOrd="0" presId="urn:microsoft.com/office/officeart/2008/layout/LinedList"/>
    <dgm:cxn modelId="{8305F2BE-0821-4DD9-B41D-5B3305549EFF}" type="presParOf" srcId="{FFEC9EF0-9221-46B8-8ACF-6D94CC75916D}" destId="{38A97A92-B8CE-4B97-8CAF-7F20E3EA8BE3}" srcOrd="1" destOrd="0" presId="urn:microsoft.com/office/officeart/2008/layout/LinedList"/>
    <dgm:cxn modelId="{0C9DA4AC-9F3E-4C25-AF3F-29E2BF60259C}" type="presParOf" srcId="{38A97A92-B8CE-4B97-8CAF-7F20E3EA8BE3}" destId="{537CD53B-C09D-4208-8001-0846A317FFE0}" srcOrd="0" destOrd="0" presId="urn:microsoft.com/office/officeart/2008/layout/LinedList"/>
    <dgm:cxn modelId="{76A252D3-C4BD-4733-8194-32AF32210CB7}" type="presParOf" srcId="{38A97A92-B8CE-4B97-8CAF-7F20E3EA8BE3}" destId="{FEB1DA2A-CCDD-4AFA-9EE4-F740EAC00246}" srcOrd="1" destOrd="0" presId="urn:microsoft.com/office/officeart/2008/layout/LinedList"/>
    <dgm:cxn modelId="{8056E369-913C-475C-807A-F43229ADBA1D}" type="presParOf" srcId="{FFEC9EF0-9221-46B8-8ACF-6D94CC75916D}" destId="{AB2F1F6F-1F8E-46BE-B5E9-E23467345564}" srcOrd="2" destOrd="0" presId="urn:microsoft.com/office/officeart/2008/layout/LinedList"/>
    <dgm:cxn modelId="{97DB8E41-F280-42F2-AC4D-E868EAA77BA8}" type="presParOf" srcId="{FFEC9EF0-9221-46B8-8ACF-6D94CC75916D}" destId="{B94D781F-7223-4BBA-8CF0-D8D090E25985}" srcOrd="3" destOrd="0" presId="urn:microsoft.com/office/officeart/2008/layout/LinedList"/>
    <dgm:cxn modelId="{C930F189-411C-49C0-93AC-09EB0AE72662}" type="presParOf" srcId="{B94D781F-7223-4BBA-8CF0-D8D090E25985}" destId="{38023542-D423-4986-B4FE-01CC57E59877}" srcOrd="0" destOrd="0" presId="urn:microsoft.com/office/officeart/2008/layout/LinedList"/>
    <dgm:cxn modelId="{3FF1AC22-9700-42C6-9397-27DC5A9346AC}" type="presParOf" srcId="{B94D781F-7223-4BBA-8CF0-D8D090E25985}" destId="{D7F0F65C-0316-4127-A439-45524F957F96}" srcOrd="1" destOrd="0" presId="urn:microsoft.com/office/officeart/2008/layout/LinedList"/>
    <dgm:cxn modelId="{359DE320-41E0-483F-A8CE-F8B380455B4C}" type="presParOf" srcId="{FFEC9EF0-9221-46B8-8ACF-6D94CC75916D}" destId="{200C39AB-2D6A-4AB3-A68F-3BDCBE34C486}" srcOrd="4" destOrd="0" presId="urn:microsoft.com/office/officeart/2008/layout/LinedList"/>
    <dgm:cxn modelId="{E7DBD483-B62C-464F-9D5F-D8BE513B4099}" type="presParOf" srcId="{FFEC9EF0-9221-46B8-8ACF-6D94CC75916D}" destId="{82538AFB-D3D6-4265-AFE1-E76DDA3AAC40}" srcOrd="5" destOrd="0" presId="urn:microsoft.com/office/officeart/2008/layout/LinedList"/>
    <dgm:cxn modelId="{AB910A83-BDDB-4842-B379-E59ADA2E5700}" type="presParOf" srcId="{82538AFB-D3D6-4265-AFE1-E76DDA3AAC40}" destId="{FC162D8E-94FD-4828-AFA3-5DD551987A9E}" srcOrd="0" destOrd="0" presId="urn:microsoft.com/office/officeart/2008/layout/LinedList"/>
    <dgm:cxn modelId="{B2E60947-F470-429D-8260-E2BC7F9E77D6}" type="presParOf" srcId="{82538AFB-D3D6-4265-AFE1-E76DDA3AAC40}" destId="{4DE8FA51-2571-43D8-8859-B09059B97A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32BB6F-8084-4DAB-B609-50EB32D987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93B1F2-FB99-4B87-9225-C4AF64CC0857}">
      <dgm:prSet/>
      <dgm:spPr/>
      <dgm:t>
        <a:bodyPr/>
        <a:lstStyle/>
        <a:p>
          <a:r>
            <a:rPr lang="en-US"/>
            <a:t>Boundary between normal and abnormal behavior</a:t>
          </a:r>
        </a:p>
      </dgm:t>
    </dgm:pt>
    <dgm:pt modelId="{F8E229A0-6A75-4FFA-8DA2-0D5D986B514A}" type="parTrans" cxnId="{05531BC1-5040-4948-A78B-51624F4236B6}">
      <dgm:prSet/>
      <dgm:spPr/>
      <dgm:t>
        <a:bodyPr/>
        <a:lstStyle/>
        <a:p>
          <a:endParaRPr lang="en-US"/>
        </a:p>
      </dgm:t>
    </dgm:pt>
    <dgm:pt modelId="{D6E4971B-10CF-46E0-85C9-4273C095FD97}" type="sibTrans" cxnId="{05531BC1-5040-4948-A78B-51624F4236B6}">
      <dgm:prSet/>
      <dgm:spPr/>
      <dgm:t>
        <a:bodyPr/>
        <a:lstStyle/>
        <a:p>
          <a:endParaRPr lang="en-US"/>
        </a:p>
      </dgm:t>
    </dgm:pt>
    <dgm:pt modelId="{921BA3CF-082F-40F4-A7F3-5003360C7116}">
      <dgm:prSet/>
      <dgm:spPr/>
      <dgm:t>
        <a:bodyPr/>
        <a:lstStyle/>
        <a:p>
          <a:r>
            <a:rPr lang="en-US"/>
            <a:t>DSM descriptions of thresholds are vague</a:t>
          </a:r>
        </a:p>
      </dgm:t>
    </dgm:pt>
    <dgm:pt modelId="{250914D9-93AF-4B05-A244-FC8E6EA4B772}" type="parTrans" cxnId="{8D89FCD1-1CAE-4CEC-8D46-D0AF60DD2C32}">
      <dgm:prSet/>
      <dgm:spPr/>
      <dgm:t>
        <a:bodyPr/>
        <a:lstStyle/>
        <a:p>
          <a:endParaRPr lang="en-US"/>
        </a:p>
      </dgm:t>
    </dgm:pt>
    <dgm:pt modelId="{ABEAE1BF-DE58-4A24-9E6A-DA77E417DA4F}" type="sibTrans" cxnId="{8D89FCD1-1CAE-4CEC-8D46-D0AF60DD2C32}">
      <dgm:prSet/>
      <dgm:spPr/>
      <dgm:t>
        <a:bodyPr/>
        <a:lstStyle/>
        <a:p>
          <a:endParaRPr lang="en-US"/>
        </a:p>
      </dgm:t>
    </dgm:pt>
    <dgm:pt modelId="{5CE264B8-C3B6-4ADC-9CB6-E0E7B26F8A3C}">
      <dgm:prSet/>
      <dgm:spPr/>
      <dgm:t>
        <a:bodyPr/>
        <a:lstStyle/>
        <a:p>
          <a:r>
            <a:rPr lang="en-US"/>
            <a:t>Limited definition of social impairment also a challenge</a:t>
          </a:r>
        </a:p>
      </dgm:t>
    </dgm:pt>
    <dgm:pt modelId="{7D4F508D-FD35-446A-A967-4055A80BC50B}" type="parTrans" cxnId="{E8273644-A08A-4AD1-BA66-3E8D533C14AE}">
      <dgm:prSet/>
      <dgm:spPr/>
      <dgm:t>
        <a:bodyPr/>
        <a:lstStyle/>
        <a:p>
          <a:endParaRPr lang="en-US"/>
        </a:p>
      </dgm:t>
    </dgm:pt>
    <dgm:pt modelId="{36D369E1-FE20-4769-8CDF-09C4E896FAAD}" type="sibTrans" cxnId="{E8273644-A08A-4AD1-BA66-3E8D533C14AE}">
      <dgm:prSet/>
      <dgm:spPr/>
      <dgm:t>
        <a:bodyPr/>
        <a:lstStyle/>
        <a:p>
          <a:endParaRPr lang="en-US"/>
        </a:p>
      </dgm:t>
    </dgm:pt>
    <dgm:pt modelId="{928DE90A-8E1E-4D7C-901B-C1B8543FAF02}">
      <dgm:prSet/>
      <dgm:spPr/>
      <dgm:t>
        <a:bodyPr/>
        <a:lstStyle/>
        <a:p>
          <a:r>
            <a:rPr lang="en-US"/>
            <a:t>What does this mean for us?</a:t>
          </a:r>
        </a:p>
      </dgm:t>
    </dgm:pt>
    <dgm:pt modelId="{81EE7677-7B57-4E9D-8297-FBA539B03FFF}" type="parTrans" cxnId="{6A63E05B-A389-4B48-BF3D-50F19F1DD59C}">
      <dgm:prSet/>
      <dgm:spPr/>
      <dgm:t>
        <a:bodyPr/>
        <a:lstStyle/>
        <a:p>
          <a:endParaRPr lang="en-US"/>
        </a:p>
      </dgm:t>
    </dgm:pt>
    <dgm:pt modelId="{A245392F-2497-4283-AA13-7BF7DB8A2863}" type="sibTrans" cxnId="{6A63E05B-A389-4B48-BF3D-50F19F1DD59C}">
      <dgm:prSet/>
      <dgm:spPr/>
      <dgm:t>
        <a:bodyPr/>
        <a:lstStyle/>
        <a:p>
          <a:endParaRPr lang="en-US"/>
        </a:p>
      </dgm:t>
    </dgm:pt>
    <dgm:pt modelId="{C889BF29-60F1-46F5-91C2-AD27E0B64B75}" type="pres">
      <dgm:prSet presAssocID="{8332BB6F-8084-4DAB-B609-50EB32D9875F}" presName="linear" presStyleCnt="0">
        <dgm:presLayoutVars>
          <dgm:animLvl val="lvl"/>
          <dgm:resizeHandles val="exact"/>
        </dgm:presLayoutVars>
      </dgm:prSet>
      <dgm:spPr/>
    </dgm:pt>
    <dgm:pt modelId="{F7444868-707B-4049-82DC-404AF570EF66}" type="pres">
      <dgm:prSet presAssocID="{C093B1F2-FB99-4B87-9225-C4AF64CC08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0AE8B8-6201-42E2-8963-729441037AA2}" type="pres">
      <dgm:prSet presAssocID="{D6E4971B-10CF-46E0-85C9-4273C095FD97}" presName="spacer" presStyleCnt="0"/>
      <dgm:spPr/>
    </dgm:pt>
    <dgm:pt modelId="{00303975-38DD-4F24-B6E4-E454091757A5}" type="pres">
      <dgm:prSet presAssocID="{921BA3CF-082F-40F4-A7F3-5003360C71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21DD2A-CA6E-443A-BD59-86C9D56B8975}" type="pres">
      <dgm:prSet presAssocID="{ABEAE1BF-DE58-4A24-9E6A-DA77E417DA4F}" presName="spacer" presStyleCnt="0"/>
      <dgm:spPr/>
    </dgm:pt>
    <dgm:pt modelId="{94555706-0057-449E-8E86-768506F7B1E1}" type="pres">
      <dgm:prSet presAssocID="{5CE264B8-C3B6-4ADC-9CB6-E0E7B26F8A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75F9F4-1627-4846-8324-426C0DCFE9FC}" type="pres">
      <dgm:prSet presAssocID="{36D369E1-FE20-4769-8CDF-09C4E896FAAD}" presName="spacer" presStyleCnt="0"/>
      <dgm:spPr/>
    </dgm:pt>
    <dgm:pt modelId="{C4738373-AF90-4F67-AAB2-DFE9E311B537}" type="pres">
      <dgm:prSet presAssocID="{928DE90A-8E1E-4D7C-901B-C1B8543FAF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8D3F09-FDE8-4943-A065-5E4F5C46BADA}" type="presOf" srcId="{928DE90A-8E1E-4D7C-901B-C1B8543FAF02}" destId="{C4738373-AF90-4F67-AAB2-DFE9E311B537}" srcOrd="0" destOrd="0" presId="urn:microsoft.com/office/officeart/2005/8/layout/vList2"/>
    <dgm:cxn modelId="{953EF90E-8AF5-413C-A3EA-92FC26CFB4DB}" type="presOf" srcId="{8332BB6F-8084-4DAB-B609-50EB32D9875F}" destId="{C889BF29-60F1-46F5-91C2-AD27E0B64B75}" srcOrd="0" destOrd="0" presId="urn:microsoft.com/office/officeart/2005/8/layout/vList2"/>
    <dgm:cxn modelId="{78DD722E-2E8A-4509-B476-F0FD8FFE24C0}" type="presOf" srcId="{5CE264B8-C3B6-4ADC-9CB6-E0E7B26F8A3C}" destId="{94555706-0057-449E-8E86-768506F7B1E1}" srcOrd="0" destOrd="0" presId="urn:microsoft.com/office/officeart/2005/8/layout/vList2"/>
    <dgm:cxn modelId="{16424D31-C769-41CA-8C78-CB0950C11FE5}" type="presOf" srcId="{C093B1F2-FB99-4B87-9225-C4AF64CC0857}" destId="{F7444868-707B-4049-82DC-404AF570EF66}" srcOrd="0" destOrd="0" presId="urn:microsoft.com/office/officeart/2005/8/layout/vList2"/>
    <dgm:cxn modelId="{6A63E05B-A389-4B48-BF3D-50F19F1DD59C}" srcId="{8332BB6F-8084-4DAB-B609-50EB32D9875F}" destId="{928DE90A-8E1E-4D7C-901B-C1B8543FAF02}" srcOrd="3" destOrd="0" parTransId="{81EE7677-7B57-4E9D-8297-FBA539B03FFF}" sibTransId="{A245392F-2497-4283-AA13-7BF7DB8A2863}"/>
    <dgm:cxn modelId="{E8273644-A08A-4AD1-BA66-3E8D533C14AE}" srcId="{8332BB6F-8084-4DAB-B609-50EB32D9875F}" destId="{5CE264B8-C3B6-4ADC-9CB6-E0E7B26F8A3C}" srcOrd="2" destOrd="0" parTransId="{7D4F508D-FD35-446A-A967-4055A80BC50B}" sibTransId="{36D369E1-FE20-4769-8CDF-09C4E896FAAD}"/>
    <dgm:cxn modelId="{9DE5C795-0CB4-4C7F-8353-35ADFA1FA9B0}" type="presOf" srcId="{921BA3CF-082F-40F4-A7F3-5003360C7116}" destId="{00303975-38DD-4F24-B6E4-E454091757A5}" srcOrd="0" destOrd="0" presId="urn:microsoft.com/office/officeart/2005/8/layout/vList2"/>
    <dgm:cxn modelId="{05531BC1-5040-4948-A78B-51624F4236B6}" srcId="{8332BB6F-8084-4DAB-B609-50EB32D9875F}" destId="{C093B1F2-FB99-4B87-9225-C4AF64CC0857}" srcOrd="0" destOrd="0" parTransId="{F8E229A0-6A75-4FFA-8DA2-0D5D986B514A}" sibTransId="{D6E4971B-10CF-46E0-85C9-4273C095FD97}"/>
    <dgm:cxn modelId="{8D89FCD1-1CAE-4CEC-8D46-D0AF60DD2C32}" srcId="{8332BB6F-8084-4DAB-B609-50EB32D9875F}" destId="{921BA3CF-082F-40F4-A7F3-5003360C7116}" srcOrd="1" destOrd="0" parTransId="{250914D9-93AF-4B05-A244-FC8E6EA4B772}" sibTransId="{ABEAE1BF-DE58-4A24-9E6A-DA77E417DA4F}"/>
    <dgm:cxn modelId="{683B890D-1335-4659-851E-9C4287D56E53}" type="presParOf" srcId="{C889BF29-60F1-46F5-91C2-AD27E0B64B75}" destId="{F7444868-707B-4049-82DC-404AF570EF66}" srcOrd="0" destOrd="0" presId="urn:microsoft.com/office/officeart/2005/8/layout/vList2"/>
    <dgm:cxn modelId="{29CB157E-2CBC-4C0A-9D0C-F49909AACE76}" type="presParOf" srcId="{C889BF29-60F1-46F5-91C2-AD27E0B64B75}" destId="{8A0AE8B8-6201-42E2-8963-729441037AA2}" srcOrd="1" destOrd="0" presId="urn:microsoft.com/office/officeart/2005/8/layout/vList2"/>
    <dgm:cxn modelId="{B2E668DA-3D72-498D-8A94-613D80C7516B}" type="presParOf" srcId="{C889BF29-60F1-46F5-91C2-AD27E0B64B75}" destId="{00303975-38DD-4F24-B6E4-E454091757A5}" srcOrd="2" destOrd="0" presId="urn:microsoft.com/office/officeart/2005/8/layout/vList2"/>
    <dgm:cxn modelId="{6F977C91-B6C4-4D09-AED8-9DD98273F27C}" type="presParOf" srcId="{C889BF29-60F1-46F5-91C2-AD27E0B64B75}" destId="{B721DD2A-CA6E-443A-BD59-86C9D56B8975}" srcOrd="3" destOrd="0" presId="urn:microsoft.com/office/officeart/2005/8/layout/vList2"/>
    <dgm:cxn modelId="{702BF3EC-9177-4361-856F-6AE4E08B76A1}" type="presParOf" srcId="{C889BF29-60F1-46F5-91C2-AD27E0B64B75}" destId="{94555706-0057-449E-8E86-768506F7B1E1}" srcOrd="4" destOrd="0" presId="urn:microsoft.com/office/officeart/2005/8/layout/vList2"/>
    <dgm:cxn modelId="{FB069B3E-A76B-41AE-8A4C-C0B4A3E2D259}" type="presParOf" srcId="{C889BF29-60F1-46F5-91C2-AD27E0B64B75}" destId="{4B75F9F4-1627-4846-8324-426C0DCFE9FC}" srcOrd="5" destOrd="0" presId="urn:microsoft.com/office/officeart/2005/8/layout/vList2"/>
    <dgm:cxn modelId="{53ECA8F9-EB16-469F-BA27-6F4358F5989B}" type="presParOf" srcId="{C889BF29-60F1-46F5-91C2-AD27E0B64B75}" destId="{C4738373-AF90-4F67-AAB2-DFE9E311B5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DB8EF-9BF6-47DF-9E5A-A9E3E464DF09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6CFD7-6741-40FA-9F22-177485B33C59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Learning Community</a:t>
          </a:r>
        </a:p>
      </dsp:txBody>
      <dsp:txXfrm>
        <a:off x="0" y="0"/>
        <a:ext cx="6797675" cy="1412477"/>
      </dsp:txXfrm>
    </dsp:sp>
    <dsp:sp modelId="{F205AD58-6DA1-4106-A89B-28135F0EE761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solidFill>
          <a:schemeClr val="accent2">
            <a:hueOff val="-443941"/>
            <a:satOff val="-195"/>
            <a:lumOff val="523"/>
            <a:alphaOff val="0"/>
          </a:schemeClr>
        </a:solidFill>
        <a:ln w="15875" cap="flat" cmpd="sng" algn="ctr">
          <a:solidFill>
            <a:schemeClr val="accent2">
              <a:hueOff val="-443941"/>
              <a:satOff val="-195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48549-2938-4384-936A-BEEA6EE3D514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Participation and Engagement Critical</a:t>
          </a:r>
        </a:p>
      </dsp:txBody>
      <dsp:txXfrm>
        <a:off x="0" y="1412477"/>
        <a:ext cx="6797675" cy="1412477"/>
      </dsp:txXfrm>
    </dsp:sp>
    <dsp:sp modelId="{8858D6EA-E27C-4D13-B125-F8FD58CA708C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solidFill>
          <a:schemeClr val="accent2">
            <a:hueOff val="-887883"/>
            <a:satOff val="-391"/>
            <a:lumOff val="1046"/>
            <a:alphaOff val="0"/>
          </a:schemeClr>
        </a:solidFill>
        <a:ln w="15875" cap="flat" cmpd="sng" algn="ctr">
          <a:solidFill>
            <a:schemeClr val="accent2">
              <a:hueOff val="-887883"/>
              <a:satOff val="-391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32668-9C0B-45F7-B731-733CA729D567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Blend of Socratic and Didactic</a:t>
          </a:r>
        </a:p>
      </dsp:txBody>
      <dsp:txXfrm>
        <a:off x="0" y="2824955"/>
        <a:ext cx="6797675" cy="1412477"/>
      </dsp:txXfrm>
    </dsp:sp>
    <dsp:sp modelId="{1F8C1E89-20C8-4EA9-B0D1-64BA32C64673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4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BE3B0-F235-44CA-8CB6-1E584879B92E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Discussing Challenging Topics</a:t>
          </a:r>
        </a:p>
      </dsp:txBody>
      <dsp:txXfrm>
        <a:off x="0" y="4237433"/>
        <a:ext cx="6797675" cy="1412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F82F0-40FE-4A44-AED8-3E62F9A784CC}">
      <dsp:nvSpPr>
        <dsp:cNvPr id="0" name=""/>
        <dsp:cNvSpPr/>
      </dsp:nvSpPr>
      <dsp:spPr>
        <a:xfrm>
          <a:off x="0" y="299916"/>
          <a:ext cx="6797675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study of psychopathology can be interesting, and exciting- and confusing.  Be open to the Journey</a:t>
          </a:r>
        </a:p>
      </dsp:txBody>
      <dsp:txXfrm>
        <a:off x="46606" y="346522"/>
        <a:ext cx="6704463" cy="861507"/>
      </dsp:txXfrm>
    </dsp:sp>
    <dsp:sp modelId="{087C1C2C-5E7D-4271-AC6E-00C862BAA700}">
      <dsp:nvSpPr>
        <dsp:cNvPr id="0" name=""/>
        <dsp:cNvSpPr/>
      </dsp:nvSpPr>
      <dsp:spPr>
        <a:xfrm>
          <a:off x="0" y="1323756"/>
          <a:ext cx="6797675" cy="954719"/>
        </a:xfrm>
        <a:prstGeom prst="roundRect">
          <a:avLst/>
        </a:prstGeom>
        <a:solidFill>
          <a:schemeClr val="accent2">
            <a:hueOff val="-332956"/>
            <a:satOff val="-147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will change your lens of the world</a:t>
          </a:r>
        </a:p>
      </dsp:txBody>
      <dsp:txXfrm>
        <a:off x="46606" y="1370362"/>
        <a:ext cx="6704463" cy="861507"/>
      </dsp:txXfrm>
    </dsp:sp>
    <dsp:sp modelId="{5D538D10-3EC6-4730-AC98-9240C917C114}">
      <dsp:nvSpPr>
        <dsp:cNvPr id="0" name=""/>
        <dsp:cNvSpPr/>
      </dsp:nvSpPr>
      <dsp:spPr>
        <a:xfrm>
          <a:off x="0" y="2347596"/>
          <a:ext cx="6797675" cy="954719"/>
        </a:xfrm>
        <a:prstGeom prst="roundRect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Resist diagnosing yourself or those you know</a:t>
          </a:r>
        </a:p>
      </dsp:txBody>
      <dsp:txXfrm>
        <a:off x="46606" y="2394202"/>
        <a:ext cx="6704463" cy="861507"/>
      </dsp:txXfrm>
    </dsp:sp>
    <dsp:sp modelId="{665072B8-191D-4E94-B24D-FF62E6F5350A}">
      <dsp:nvSpPr>
        <dsp:cNvPr id="0" name=""/>
        <dsp:cNvSpPr/>
      </dsp:nvSpPr>
      <dsp:spPr>
        <a:xfrm>
          <a:off x="0" y="3371436"/>
          <a:ext cx="6797675" cy="954719"/>
        </a:xfrm>
        <a:prstGeom prst="roundRect">
          <a:avLst/>
        </a:prstGeom>
        <a:solidFill>
          <a:schemeClr val="accent2">
            <a:hueOff val="-998868"/>
            <a:satOff val="-440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-Resist over pathologizing</a:t>
          </a:r>
        </a:p>
      </dsp:txBody>
      <dsp:txXfrm>
        <a:off x="46606" y="3418042"/>
        <a:ext cx="6704463" cy="861507"/>
      </dsp:txXfrm>
    </dsp:sp>
    <dsp:sp modelId="{97B37FFC-B546-4A13-8FB3-33B6BBCCAD55}">
      <dsp:nvSpPr>
        <dsp:cNvPr id="0" name=""/>
        <dsp:cNvSpPr/>
      </dsp:nvSpPr>
      <dsp:spPr>
        <a:xfrm>
          <a:off x="0" y="4395276"/>
          <a:ext cx="6797675" cy="954719"/>
        </a:xfrm>
        <a:prstGeom prst="round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-Be sensitive to the experience of others and yourself</a:t>
          </a:r>
        </a:p>
      </dsp:txBody>
      <dsp:txXfrm>
        <a:off x="46606" y="4441882"/>
        <a:ext cx="6704463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DF226-7B79-4A60-BF68-75856A33CEB9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CD53B-C09D-4208-8001-0846A317FFE0}">
      <dsp:nvSpPr>
        <dsp:cNvPr id="0" name=""/>
        <dsp:cNvSpPr/>
      </dsp:nvSpPr>
      <dsp:spPr>
        <a:xfrm>
          <a:off x="0" y="275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What is Psychopathology?</a:t>
          </a:r>
        </a:p>
      </dsp:txBody>
      <dsp:txXfrm>
        <a:off x="0" y="2758"/>
        <a:ext cx="6797675" cy="1881464"/>
      </dsp:txXfrm>
    </dsp:sp>
    <dsp:sp modelId="{AB2F1F6F-1F8E-46BE-B5E9-E23467345564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accent2">
              <a:hueOff val="-665912"/>
              <a:satOff val="-293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23542-D423-4986-B4FE-01CC57E59877}">
      <dsp:nvSpPr>
        <dsp:cNvPr id="0" name=""/>
        <dsp:cNvSpPr/>
      </dsp:nvSpPr>
      <dsp:spPr>
        <a:xfrm>
          <a:off x="0" y="1884223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Why do we study Psychopathology?</a:t>
          </a:r>
        </a:p>
      </dsp:txBody>
      <dsp:txXfrm>
        <a:off x="0" y="1884223"/>
        <a:ext cx="6797675" cy="1881464"/>
      </dsp:txXfrm>
    </dsp:sp>
    <dsp:sp modelId="{200C39AB-2D6A-4AB3-A68F-3BDCBE34C486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4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62D8E-94FD-4828-AFA3-5DD551987A9E}">
      <dsp:nvSpPr>
        <dsp:cNvPr id="0" name=""/>
        <dsp:cNvSpPr/>
      </dsp:nvSpPr>
      <dsp:spPr>
        <a:xfrm>
          <a:off x="0" y="376568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What questions, concerns, fears, apprehensions do you have about the process of diagnosis?</a:t>
          </a:r>
        </a:p>
      </dsp:txBody>
      <dsp:txXfrm>
        <a:off x="0" y="3765688"/>
        <a:ext cx="6797675" cy="1881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44868-707B-4049-82DC-404AF570EF66}">
      <dsp:nvSpPr>
        <dsp:cNvPr id="0" name=""/>
        <dsp:cNvSpPr/>
      </dsp:nvSpPr>
      <dsp:spPr>
        <a:xfrm>
          <a:off x="0" y="233819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Boundary between normal and abnormal behavior</a:t>
          </a:r>
        </a:p>
      </dsp:txBody>
      <dsp:txXfrm>
        <a:off x="39809" y="273628"/>
        <a:ext cx="9978781" cy="735872"/>
      </dsp:txXfrm>
    </dsp:sp>
    <dsp:sp modelId="{00303975-38DD-4F24-B6E4-E454091757A5}">
      <dsp:nvSpPr>
        <dsp:cNvPr id="0" name=""/>
        <dsp:cNvSpPr/>
      </dsp:nvSpPr>
      <dsp:spPr>
        <a:xfrm>
          <a:off x="0" y="1147230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DSM descriptions of thresholds are vague</a:t>
          </a:r>
        </a:p>
      </dsp:txBody>
      <dsp:txXfrm>
        <a:off x="39809" y="1187039"/>
        <a:ext cx="9978781" cy="735872"/>
      </dsp:txXfrm>
    </dsp:sp>
    <dsp:sp modelId="{94555706-0057-449E-8E86-768506F7B1E1}">
      <dsp:nvSpPr>
        <dsp:cNvPr id="0" name=""/>
        <dsp:cNvSpPr/>
      </dsp:nvSpPr>
      <dsp:spPr>
        <a:xfrm>
          <a:off x="0" y="2060640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Limited definition of social impairment also a challenge</a:t>
          </a:r>
        </a:p>
      </dsp:txBody>
      <dsp:txXfrm>
        <a:off x="39809" y="2100449"/>
        <a:ext cx="9978781" cy="735872"/>
      </dsp:txXfrm>
    </dsp:sp>
    <dsp:sp modelId="{C4738373-AF90-4F67-AAB2-DFE9E311B537}">
      <dsp:nvSpPr>
        <dsp:cNvPr id="0" name=""/>
        <dsp:cNvSpPr/>
      </dsp:nvSpPr>
      <dsp:spPr>
        <a:xfrm>
          <a:off x="0" y="2974050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What does this mean for us?</a:t>
          </a:r>
        </a:p>
      </dsp:txBody>
      <dsp:txXfrm>
        <a:off x="39809" y="3013859"/>
        <a:ext cx="9978781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6" tIns="46583" rIns="93166" bIns="4658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66" tIns="46583" rIns="93166" bIns="46583" rtlCol="0"/>
          <a:lstStyle>
            <a:lvl1pPr algn="r">
              <a:defRPr sz="1200"/>
            </a:lvl1pPr>
          </a:lstStyle>
          <a:p>
            <a:fld id="{69D4F8FC-B4AE-4A53-8DAC-A057AA9425E8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6" tIns="46583" rIns="93166" bIns="4658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66" tIns="46583" rIns="93166" bIns="4658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6" tIns="46583" rIns="93166" bIns="4658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66" tIns="46583" rIns="93166" bIns="46583" rtlCol="0" anchor="b"/>
          <a:lstStyle>
            <a:lvl1pPr algn="r">
              <a:defRPr sz="1200"/>
            </a:lvl1pPr>
          </a:lstStyle>
          <a:p>
            <a:fld id="{55A9ECA0-E8EE-4EF6-B29D-9349B365D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8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8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22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81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97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29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8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16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17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5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4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6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73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58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87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68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69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5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420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92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07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8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94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7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84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7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8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4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6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9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6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6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0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52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Week 1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Psychopathology</a:t>
            </a:r>
          </a:p>
        </p:txBody>
      </p:sp>
    </p:spTree>
    <p:extLst>
      <p:ext uri="{BB962C8B-B14F-4D97-AF65-F5344CB8AC3E}">
        <p14:creationId xmlns:p14="http://schemas.microsoft.com/office/powerpoint/2010/main" val="3992142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2A27BED0-F656-3142-B939-30EAB6D7B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7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2CB46-017A-5815-E223-9721EEA9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Program Check-in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7722" y="4508519"/>
            <a:ext cx="2926080" cy="0"/>
          </a:xfrm>
          <a:prstGeom prst="line">
            <a:avLst/>
          </a:prstGeom>
          <a:ln w="19050">
            <a:solidFill>
              <a:srgbClr val="6CB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598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icroscopic view of cells">
            <a:extLst>
              <a:ext uri="{FF2B5EF4-FFF2-40B4-BE49-F238E27FC236}">
                <a16:creationId xmlns:a16="http://schemas.microsoft.com/office/drawing/2014/main" id="{97C81FEA-0681-AD4C-C64B-799357A3AD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1458" b="1354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/>
                </a:solidFill>
              </a:rPr>
              <a:t>Syllabus…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CC58E3-BDF9-495D-9327-85F68058B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A0CA737-33FC-47E3-965A-D1C2CAA6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B1B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189942-24EB-488E-8B69-EB80F7E5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B4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3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In this Class…		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B6A49-5CA8-C977-EBE7-5C0D8FAA6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03312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075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4600">
                <a:solidFill>
                  <a:srgbClr val="387966"/>
                </a:solidFill>
              </a:rPr>
              <a:t>Understanding Our Own View of Psychopathology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A16D75F0-F68A-AAC5-4AA5-847B1320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0" r="32902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828" y="2198913"/>
            <a:ext cx="6935371" cy="4659085"/>
          </a:xfrm>
        </p:spPr>
        <p:txBody>
          <a:bodyPr>
            <a:normAutofit/>
          </a:bodyPr>
          <a:lstStyle/>
          <a:p>
            <a:r>
              <a:rPr lang="en-US" sz="2400" dirty="0"/>
              <a:t>Reflect on your views, beliefs and values with regard to Psychopathology</a:t>
            </a:r>
          </a:p>
          <a:p>
            <a:pPr lvl="1"/>
            <a:r>
              <a:rPr lang="en-US" sz="2400" dirty="0"/>
              <a:t>How do you define psychopathology, mental illness?</a:t>
            </a:r>
          </a:p>
          <a:p>
            <a:pPr lvl="1"/>
            <a:r>
              <a:rPr lang="en-US" sz="2400" dirty="0"/>
              <a:t>What causes mental illness?</a:t>
            </a:r>
          </a:p>
          <a:p>
            <a:pPr lvl="1"/>
            <a:r>
              <a:rPr lang="en-US" sz="2400" dirty="0"/>
              <a:t>How do I view those who experience mental disorders?</a:t>
            </a:r>
          </a:p>
          <a:p>
            <a:pPr lvl="1"/>
            <a:r>
              <a:rPr lang="en-US" sz="2400" dirty="0"/>
              <a:t>How does the dominate culture view mental health and mental illness?</a:t>
            </a:r>
          </a:p>
          <a:p>
            <a:pPr lvl="1"/>
            <a:r>
              <a:rPr lang="en-US" sz="2400" dirty="0"/>
              <a:t>Can mental illness be “cured” ?</a:t>
            </a:r>
          </a:p>
          <a:p>
            <a:pPr lvl="1"/>
            <a:r>
              <a:rPr lang="en-US" sz="2400" dirty="0"/>
              <a:t>Other…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9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43800-4E06-E54A-0638-F038045A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Some Reflections and Encouragements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43F72C-C583-1C19-CE00-0FD9FBFCA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39114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673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Getting Started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2E3586-EEE2-2A83-01A7-0903C0AFA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25591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220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Defining Mental Disorders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Inability of internal mechanism to perform natural function</a:t>
            </a:r>
          </a:p>
          <a:p>
            <a:r>
              <a:rPr lang="en-US" sz="2400" dirty="0"/>
              <a:t>Condition that causes harm- based  judgement of culture results in subjective distress</a:t>
            </a:r>
          </a:p>
          <a:p>
            <a:pPr marL="457200" lvl="1" indent="0">
              <a:buNone/>
            </a:pPr>
            <a:r>
              <a:rPr lang="en-US" sz="2400" dirty="0"/>
              <a:t>(Wakefield 2010 as cited in Castonguay, </a:t>
            </a:r>
            <a:r>
              <a:rPr lang="en-US" sz="2400" dirty="0" err="1"/>
              <a:t>Oltmanns</a:t>
            </a:r>
            <a:r>
              <a:rPr lang="en-US" sz="2400" dirty="0"/>
              <a:t>, &amp; Lott 2021)</a:t>
            </a:r>
          </a:p>
          <a:p>
            <a:endParaRPr lang="en-US" sz="2400" dirty="0"/>
          </a:p>
          <a:p>
            <a:r>
              <a:rPr lang="en-US" sz="2400" dirty="0"/>
              <a:t>APA </a:t>
            </a:r>
            <a:r>
              <a:rPr lang="en-US" sz="2400"/>
              <a:t>(2022) </a:t>
            </a:r>
            <a:r>
              <a:rPr lang="en-US" sz="2400" dirty="0"/>
              <a:t>Definition- </a:t>
            </a:r>
          </a:p>
          <a:p>
            <a:pPr lvl="1"/>
            <a:r>
              <a:rPr lang="en-US" sz="2400" dirty="0"/>
              <a:t>A syndrome characterized by clinically significant disturbance in cognition,  emotion regulation, or behavior</a:t>
            </a:r>
          </a:p>
          <a:p>
            <a:pPr lvl="1"/>
            <a:r>
              <a:rPr lang="en-US" sz="2400" dirty="0"/>
              <a:t>Dysfunction in psychological, biological or developmental processes</a:t>
            </a:r>
          </a:p>
          <a:p>
            <a:pPr lvl="1"/>
            <a:r>
              <a:rPr lang="en-US" sz="2400" dirty="0"/>
              <a:t>Cause distress or disability in social, occupational, or other areas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B2C165-98C6-3594-6252-13EECC7600BE}"/>
              </a:ext>
            </a:extLst>
          </p:cNvPr>
          <p:cNvSpPr txBox="1"/>
          <p:nvPr/>
        </p:nvSpPr>
        <p:spPr>
          <a:xfrm>
            <a:off x="8424476" y="6386731"/>
            <a:ext cx="362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(Castonguay, </a:t>
            </a:r>
            <a:r>
              <a:rPr lang="en-US" dirty="0" err="1"/>
              <a:t>Oltmanns</a:t>
            </a:r>
            <a:r>
              <a:rPr lang="en-US" dirty="0"/>
              <a:t>, &amp; Lott 2021)</a:t>
            </a:r>
          </a:p>
        </p:txBody>
      </p:sp>
    </p:spTree>
    <p:extLst>
      <p:ext uri="{BB962C8B-B14F-4D97-AF65-F5344CB8AC3E}">
        <p14:creationId xmlns:p14="http://schemas.microsoft.com/office/powerpoint/2010/main" val="79003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DSM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5291"/>
            <a:ext cx="10228964" cy="53427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sz="3000"/>
              <a:t>What is the DSM and how does it work?</a:t>
            </a:r>
          </a:p>
          <a:p>
            <a:pPr lvl="1"/>
            <a:r>
              <a:rPr lang="en-US" sz="3000"/>
              <a:t>A categorical classification system of mental disorders based on criteria </a:t>
            </a:r>
            <a:r>
              <a:rPr lang="en-US" sz="1800"/>
              <a:t>(Widiger &amp; Gore, 2014)</a:t>
            </a:r>
          </a:p>
          <a:p>
            <a:pPr marL="457200" lvl="1" indent="0">
              <a:buNone/>
            </a:pPr>
            <a:endParaRPr lang="en-US" sz="3000"/>
          </a:p>
          <a:p>
            <a:r>
              <a:rPr lang="en-US" sz="3000"/>
              <a:t>What are the benefits of using a diagnostic system like the DSM?</a:t>
            </a:r>
          </a:p>
          <a:p>
            <a:pPr marL="0" indent="0">
              <a:buNone/>
            </a:pPr>
            <a:endParaRPr lang="en-US" sz="3000"/>
          </a:p>
          <a:p>
            <a:r>
              <a:rPr lang="en-US" sz="3000"/>
              <a:t>What are some challenges of using a diagnostic system like the DSM?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5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DSM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10962"/>
          </a:xfrm>
        </p:spPr>
        <p:txBody>
          <a:bodyPr>
            <a:normAutofit/>
          </a:bodyPr>
          <a:lstStyle/>
          <a:p>
            <a:r>
              <a:rPr lang="en-US" sz="3200" dirty="0"/>
              <a:t>Discrete disorders or arbitrary distinctions</a:t>
            </a:r>
          </a:p>
          <a:p>
            <a:r>
              <a:rPr lang="en-US" sz="3200" dirty="0"/>
              <a:t>Changes to DSM 5 attempt to address this issue</a:t>
            </a:r>
          </a:p>
          <a:p>
            <a:pPr lvl="1"/>
            <a:r>
              <a:rPr lang="en-US" sz="3200" dirty="0"/>
              <a:t>Move to continuum model for some disorders (i.e. autism related disorders)</a:t>
            </a:r>
          </a:p>
          <a:p>
            <a:pPr lvl="1"/>
            <a:r>
              <a:rPr lang="en-US" sz="3200" dirty="0"/>
              <a:t>Collapse of some subtypes of schizophrenia into one continuum</a:t>
            </a:r>
          </a:p>
          <a:p>
            <a:pPr lvl="1"/>
            <a:r>
              <a:rPr lang="en-US" sz="3200" dirty="0"/>
              <a:t>However, still largely categorical</a:t>
            </a:r>
          </a:p>
          <a:p>
            <a:pPr marL="0" indent="0">
              <a:buNone/>
            </a:pPr>
            <a:endParaRPr lang="en-US" sz="3200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593193" y="6271551"/>
            <a:ext cx="2824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/>
              <a:t>(Widiger &amp; Gore, 2014)</a:t>
            </a:r>
          </a:p>
        </p:txBody>
      </p:sp>
    </p:spTree>
    <p:extLst>
      <p:ext uri="{BB962C8B-B14F-4D97-AF65-F5344CB8AC3E}">
        <p14:creationId xmlns:p14="http://schemas.microsoft.com/office/powerpoint/2010/main" val="843326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DSM- Challenges Continued	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37A316F-C58F-1987-631D-2133677DD3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24476" y="6386731"/>
            <a:ext cx="362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(Castonguay, </a:t>
            </a:r>
            <a:r>
              <a:rPr lang="en-US" dirty="0" err="1"/>
              <a:t>Oltmanns</a:t>
            </a:r>
            <a:r>
              <a:rPr lang="en-US" dirty="0"/>
              <a:t>, &amp; Lott 2021)</a:t>
            </a:r>
          </a:p>
        </p:txBody>
      </p:sp>
    </p:spTree>
    <p:extLst>
      <p:ext uri="{BB962C8B-B14F-4D97-AF65-F5344CB8AC3E}">
        <p14:creationId xmlns:p14="http://schemas.microsoft.com/office/powerpoint/2010/main" val="136070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Use the DSM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It is a resource and reference manual</a:t>
            </a:r>
          </a:p>
          <a:p>
            <a:pPr lvl="1"/>
            <a:r>
              <a:rPr lang="en-US" sz="3200"/>
              <a:t>Refer to rather than memorize</a:t>
            </a:r>
          </a:p>
          <a:p>
            <a:r>
              <a:rPr lang="en-US" sz="3200"/>
              <a:t>Know how to find what you are looking for</a:t>
            </a:r>
          </a:p>
          <a:p>
            <a:r>
              <a:rPr lang="en-US" sz="3200"/>
              <a:t>Be thorough and systematic</a:t>
            </a:r>
          </a:p>
          <a:p>
            <a:r>
              <a:rPr lang="en-US" sz="3200"/>
              <a:t>Read the introduction and Use of Manual sections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1633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Using the DSM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r>
              <a:rPr lang="en-US" sz="2400"/>
              <a:t>Important to understand that the DSM is a manual, but we are the clinician</a:t>
            </a:r>
          </a:p>
          <a:p>
            <a:pPr lvl="1"/>
            <a:r>
              <a:rPr lang="en-US" sz="2400"/>
              <a:t>Diagnosis are not reached by a checklist of symptoms but relay on clinical judgment to understand history, severity, cultural factors, biological factors etc. </a:t>
            </a:r>
          </a:p>
          <a:p>
            <a:r>
              <a:rPr lang="en-US" sz="2400"/>
              <a:t>Definitions are not exhaustive but representative</a:t>
            </a:r>
          </a:p>
          <a:p>
            <a:endParaRPr lang="en-US" sz="2400"/>
          </a:p>
          <a:p>
            <a:r>
              <a:rPr lang="en-US" sz="2400"/>
              <a:t>Experience with symptoms can be individual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92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Clinical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How is clinical Significance Determined?</a:t>
            </a:r>
          </a:p>
          <a:p>
            <a:pPr lvl="1"/>
            <a:r>
              <a:rPr lang="en-US" sz="3200" dirty="0"/>
              <a:t>Subjective reports</a:t>
            </a:r>
          </a:p>
          <a:p>
            <a:pPr lvl="1"/>
            <a:r>
              <a:rPr lang="en-US" sz="3200" dirty="0"/>
              <a:t>Clinical Observation and Judgment</a:t>
            </a:r>
          </a:p>
          <a:p>
            <a:pPr lvl="1"/>
            <a:r>
              <a:rPr lang="en-US" sz="3200" dirty="0"/>
              <a:t>Reports by family or friends</a:t>
            </a:r>
          </a:p>
          <a:p>
            <a:r>
              <a:rPr lang="en-US" sz="3200" dirty="0"/>
              <a:t>Symptoms may be significant but not pathological</a:t>
            </a:r>
          </a:p>
          <a:p>
            <a:pPr lvl="1"/>
            <a:r>
              <a:rPr lang="en-US" sz="3200" dirty="0"/>
              <a:t>Below threshold of duration, intensity, frequency, distress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8513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12010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Criteria, Features, and Specifiers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Criteria are guidelines that require clinical judgement to apply and understand</a:t>
            </a:r>
          </a:p>
          <a:p>
            <a:r>
              <a:rPr lang="en-US" sz="2800"/>
              <a:t>Diagnostic Features- Narrative description of symptoms and criteria</a:t>
            </a:r>
          </a:p>
          <a:p>
            <a:endParaRPr lang="en-US" sz="2800"/>
          </a:p>
          <a:p>
            <a:r>
              <a:rPr lang="en-US" sz="2800"/>
              <a:t>Subtype and Specifiers</a:t>
            </a:r>
          </a:p>
          <a:p>
            <a:pPr lvl="1"/>
            <a:r>
              <a:rPr lang="en-US" sz="2800"/>
              <a:t>Whether vs. If</a:t>
            </a:r>
          </a:p>
          <a:p>
            <a:pPr lvl="1"/>
            <a:r>
              <a:rPr lang="en-US" sz="2800"/>
              <a:t>Subtype- mutually exclusive designations within a disorder</a:t>
            </a:r>
          </a:p>
          <a:p>
            <a:pPr lvl="1"/>
            <a:r>
              <a:rPr lang="en-US" sz="2800"/>
              <a:t>Specifiers are descriptors of additional features, severity</a:t>
            </a:r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601200" y="5903259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371365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 and Provisional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Principle diagnosis</a:t>
            </a:r>
          </a:p>
          <a:p>
            <a:pPr lvl="1"/>
            <a:r>
              <a:rPr lang="en-US" sz="2400"/>
              <a:t>Related to the presenting issue for out-patient settings</a:t>
            </a:r>
          </a:p>
          <a:p>
            <a:pPr lvl="1"/>
            <a:r>
              <a:rPr lang="en-US" sz="2400"/>
              <a:t>Related to the reason for admission for in-patient settings</a:t>
            </a:r>
          </a:p>
          <a:p>
            <a:pPr lvl="1"/>
            <a:r>
              <a:rPr lang="en-US" sz="2400"/>
              <a:t>Sometimes difficult to determine which issue is primary</a:t>
            </a:r>
          </a:p>
          <a:p>
            <a:r>
              <a:rPr lang="en-US" sz="2400"/>
              <a:t>Provisional</a:t>
            </a:r>
          </a:p>
          <a:p>
            <a:pPr lvl="1"/>
            <a:r>
              <a:rPr lang="en-US" sz="2400"/>
              <a:t>Full criteria not met- Almost there but not quite	</a:t>
            </a:r>
          </a:p>
          <a:p>
            <a:pPr lvl="1"/>
            <a:r>
              <a:rPr lang="en-US" sz="2400"/>
              <a:t>Not enough information available</a:t>
            </a:r>
          </a:p>
          <a:p>
            <a:pPr lvl="1"/>
            <a:r>
              <a:rPr lang="en-US" sz="2400"/>
              <a:t>Duration of symptom(s) does not meet criteria- Acute stress vs PTSD</a:t>
            </a:r>
          </a:p>
          <a:p>
            <a:r>
              <a:rPr lang="en-US" sz="2400"/>
              <a:t>Specified vs. unspecified</a:t>
            </a:r>
          </a:p>
          <a:p>
            <a:pPr lvl="1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601200" y="5903259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359480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Approach to using the DSM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What is the presenting issue</a:t>
            </a:r>
          </a:p>
          <a:p>
            <a:pPr lvl="1"/>
            <a:r>
              <a:rPr lang="en-US" sz="2400"/>
              <a:t>What category do symptoms fall into</a:t>
            </a:r>
          </a:p>
          <a:p>
            <a:r>
              <a:rPr lang="en-US" sz="2400"/>
              <a:t>Review Diagnostic Features</a:t>
            </a:r>
          </a:p>
          <a:p>
            <a:pPr lvl="1"/>
            <a:r>
              <a:rPr lang="en-US" sz="2400"/>
              <a:t>Do symptoms fit?</a:t>
            </a:r>
          </a:p>
          <a:p>
            <a:r>
              <a:rPr lang="en-US" sz="2400"/>
              <a:t>Diagnostic Criteria</a:t>
            </a:r>
          </a:p>
          <a:p>
            <a:pPr lvl="1"/>
            <a:r>
              <a:rPr lang="en-US" sz="2400"/>
              <a:t>Systematically verify if FULL criteria is met</a:t>
            </a:r>
          </a:p>
          <a:p>
            <a:r>
              <a:rPr lang="en-US" sz="2400"/>
              <a:t>Differential Diagnosis</a:t>
            </a:r>
          </a:p>
          <a:p>
            <a:pPr lvl="1"/>
            <a:r>
              <a:rPr lang="en-US" sz="2400"/>
              <a:t>Could this be better identified as…</a:t>
            </a:r>
          </a:p>
          <a:p>
            <a:pPr lvl="1"/>
            <a:r>
              <a:rPr lang="en-US" sz="2400"/>
              <a:t>Systematically consider other disorders by repeating process above</a:t>
            </a:r>
          </a:p>
        </p:txBody>
      </p:sp>
    </p:spTree>
    <p:extLst>
      <p:ext uri="{BB962C8B-B14F-4D97-AF65-F5344CB8AC3E}">
        <p14:creationId xmlns:p14="http://schemas.microsoft.com/office/powerpoint/2010/main" val="2605156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Providing a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8730"/>
            <a:ext cx="10515600" cy="4351338"/>
          </a:xfrm>
        </p:spPr>
        <p:txBody>
          <a:bodyPr/>
          <a:lstStyle/>
          <a:p>
            <a:r>
              <a:rPr lang="en-US" sz="2800"/>
              <a:t>Clinical Utility- Prognosis and treatment</a:t>
            </a:r>
          </a:p>
          <a:p>
            <a:r>
              <a:rPr lang="en-US" sz="2800"/>
              <a:t>Complex, multifaceted, individual, culturally bound</a:t>
            </a:r>
          </a:p>
          <a:p>
            <a:r>
              <a:rPr lang="en-US" sz="2800"/>
              <a:t>Lack of diagnosis does not mean no need for treatment</a:t>
            </a:r>
          </a:p>
          <a:p>
            <a:r>
              <a:rPr lang="en-US" sz="2800"/>
              <a:t>More than one diagnosis- Comorbidity</a:t>
            </a:r>
          </a:p>
          <a:p>
            <a:pPr lvl="1"/>
            <a:r>
              <a:rPr lang="en-US" sz="2800"/>
              <a:t>Primary diagnosis is the focus of treatment</a:t>
            </a:r>
          </a:p>
          <a:p>
            <a:pPr lvl="1"/>
            <a:r>
              <a:rPr lang="en-US" sz="2800"/>
              <a:t>List others in order of treatment plan</a:t>
            </a:r>
          </a:p>
          <a:p>
            <a:pPr lvl="1"/>
            <a:r>
              <a:rPr lang="en-US" sz="2800"/>
              <a:t>May be provisional</a:t>
            </a:r>
          </a:p>
          <a:p>
            <a:r>
              <a:rPr lang="en-US" sz="2800"/>
              <a:t>Person Centered vs Disorder Centered Language</a:t>
            </a:r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601200" y="5903259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1103310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Collect Data for a Diagnosis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Intake Forms and Questionnaires</a:t>
            </a:r>
          </a:p>
          <a:p>
            <a:r>
              <a:rPr lang="en-US" sz="2800"/>
              <a:t>Clinical Interviewing and observation</a:t>
            </a:r>
          </a:p>
          <a:p>
            <a:r>
              <a:rPr lang="en-US" sz="2800"/>
              <a:t>DSM 5 Crosscutting Tools</a:t>
            </a:r>
          </a:p>
          <a:p>
            <a:r>
              <a:rPr lang="en-US" sz="2800"/>
              <a:t>Previous Records-Medical and other</a:t>
            </a:r>
          </a:p>
          <a:p>
            <a:r>
              <a:rPr lang="en-US" sz="2800"/>
              <a:t>Subjective reports from others (when appropriate)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40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Depressive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Sad, irritable, and cognitive changes</a:t>
            </a:r>
          </a:p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 of Disruptive Mood Dysregulation Disorder</a:t>
            </a:r>
          </a:p>
          <a:p>
            <a:pPr lvl="1"/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Avoid over diagnosis of Bipolar in children</a:t>
            </a:r>
          </a:p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Differs from grief, “normal” sadness and mood changes</a:t>
            </a:r>
          </a:p>
          <a:p>
            <a:endParaRPr 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05487-D615-4D49-8D54-C96A0A10A647}"/>
              </a:ext>
            </a:extLst>
          </p:cNvPr>
          <p:cNvSpPr txBox="1"/>
          <p:nvPr/>
        </p:nvSpPr>
        <p:spPr>
          <a:xfrm>
            <a:off x="98513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884615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Disruptive Mood Dysregulation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and frequent irritability and aggression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 outbursts and chronic irritability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Aggression is more than what would be considered appropriate to situation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Onset before age 10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rule out development disorders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Differs from bipolar based on lack of shift from depression and irritable mood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DMD does not typical shift to bipolar, but to depression and anxiety</a:t>
            </a:r>
          </a:p>
          <a:p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67368-0488-4C95-AE53-8DF2D43D9545}"/>
              </a:ext>
            </a:extLst>
          </p:cNvPr>
          <p:cNvSpPr txBox="1"/>
          <p:nvPr/>
        </p:nvSpPr>
        <p:spPr>
          <a:xfrm>
            <a:off x="103974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385956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Major Depressive Disorder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mood and loss of interest in ALL or Almost ALL activities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Disturbances </a:t>
            </a:r>
          </a:p>
          <a:p>
            <a:pPr lvl="1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sleep, appetite, psychomotor activity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Feelings of guilt, hopelessness, suicidal ideation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Fatigue and decreased energy, concertation issues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Agitation and Irritability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600A5-EF1A-41EA-A973-FE725BE8E05C}"/>
              </a:ext>
            </a:extLst>
          </p:cNvPr>
          <p:cNvSpPr txBox="1"/>
          <p:nvPr/>
        </p:nvSpPr>
        <p:spPr>
          <a:xfrm>
            <a:off x="98513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3174653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Persistent and Premenstrual Dysphoric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Depressive Disorder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occur after MD episode and MD symptoms may continue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year period of symptoms</a:t>
            </a:r>
          </a:p>
          <a:p>
            <a:pPr lvl="1"/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Premenstrual Dysphoric Disorder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Mood changes, anxiety and irritability that are beyond typical experience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before menses and subside within a week follow end of menses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 clinical significant distress</a:t>
            </a:r>
          </a:p>
          <a:p>
            <a:pPr lvl="1"/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53C06-8F30-49A7-9286-EFB60B05E990}"/>
              </a:ext>
            </a:extLst>
          </p:cNvPr>
          <p:cNvSpPr txBox="1"/>
          <p:nvPr/>
        </p:nvSpPr>
        <p:spPr>
          <a:xfrm>
            <a:off x="98513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184771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Diagnose or Not to Diagnose…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When do we diagnose?</a:t>
            </a:r>
          </a:p>
          <a:p>
            <a:pPr marL="0" indent="0">
              <a:buNone/>
            </a:pPr>
            <a:endParaRPr lang="en-US" sz="2800"/>
          </a:p>
          <a:p>
            <a:r>
              <a:rPr lang="en-US" sz="2800"/>
              <a:t>When would we not provide a diagnosis?</a:t>
            </a:r>
          </a:p>
          <a:p>
            <a:pPr marL="0" indent="0">
              <a:buNone/>
            </a:pPr>
            <a:endParaRPr lang="en-US" sz="2800"/>
          </a:p>
          <a:p>
            <a:r>
              <a:rPr lang="en-US" sz="2800"/>
              <a:t>Ethical, moral and other considerations…</a:t>
            </a:r>
          </a:p>
        </p:txBody>
      </p:sp>
    </p:spTree>
    <p:extLst>
      <p:ext uri="{BB962C8B-B14F-4D97-AF65-F5344CB8AC3E}">
        <p14:creationId xmlns:p14="http://schemas.microsoft.com/office/powerpoint/2010/main" val="38950593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1857</TotalTime>
  <Words>1071</Words>
  <Application>Microsoft Office PowerPoint</Application>
  <PresentationFormat>Widescreen</PresentationFormat>
  <Paragraphs>189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Retrospect</vt:lpstr>
      <vt:lpstr>Psychopathology</vt:lpstr>
      <vt:lpstr>Program Check-in</vt:lpstr>
      <vt:lpstr>Syllabus…</vt:lpstr>
      <vt:lpstr>In this Class…   </vt:lpstr>
      <vt:lpstr>Understanding Our Own View of Psychopathology</vt:lpstr>
      <vt:lpstr>Some Reflections and Encouragements</vt:lpstr>
      <vt:lpstr>Getting Started </vt:lpstr>
      <vt:lpstr>Defining Mental Disorders </vt:lpstr>
      <vt:lpstr>The DSM </vt:lpstr>
      <vt:lpstr>The DSM </vt:lpstr>
      <vt:lpstr>DSM- Challenges Continued </vt:lpstr>
      <vt:lpstr>How to Use the DSM </vt:lpstr>
      <vt:lpstr>Using the DSM</vt:lpstr>
      <vt:lpstr>Clinical Significance</vt:lpstr>
      <vt:lpstr>Criteria, Features, and Specifiers</vt:lpstr>
      <vt:lpstr>Principle and Provisional Diagnosis</vt:lpstr>
      <vt:lpstr>An Approach to using the DSM </vt:lpstr>
      <vt:lpstr>Providing a Diagnosis</vt:lpstr>
      <vt:lpstr>How to Collect Data for a Diagnosis </vt:lpstr>
      <vt:lpstr>Depressive Disorders</vt:lpstr>
      <vt:lpstr>Disruptive Mood Dysregulation </vt:lpstr>
      <vt:lpstr>Major Depressive Disorder </vt:lpstr>
      <vt:lpstr>Persistent and Premenstrual Dysphoric Disorders</vt:lpstr>
      <vt:lpstr>To Diagnose or Not to Diagnose…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Campbell</dc:creator>
  <cp:lastModifiedBy>Robert Campbell</cp:lastModifiedBy>
  <cp:revision>4</cp:revision>
  <cp:lastPrinted>2025-01-11T00:43:11Z</cp:lastPrinted>
  <dcterms:created xsi:type="dcterms:W3CDTF">2019-08-26T20:33:26Z</dcterms:created>
  <dcterms:modified xsi:type="dcterms:W3CDTF">2025-01-11T00:44:36Z</dcterms:modified>
</cp:coreProperties>
</file>